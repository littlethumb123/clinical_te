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ags/tag1.xml" ContentType="application/vnd.openxmlformats-officedocument.presentationml.tags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theme/theme5.xml" ContentType="application/vnd.openxmlformats-officedocument.theme+xml"/>
  <Override PartName="/ppt/tags/tag6.xml" ContentType="application/vnd.openxmlformats-officedocument.presentationml.tags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theme/theme6.xml" ContentType="application/vnd.openxmlformats-officedocument.theme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theme/theme7.xml" ContentType="application/vnd.openxmlformats-officedocument.theme+xml"/>
  <Override PartName="/ppt/tags/tag7.xml" ContentType="application/vnd.openxmlformats-officedocument.presentationml.tags+xml"/>
  <Override PartName="/ppt/theme/theme8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717" r:id="rId5"/>
    <p:sldMasterId id="2147483759" r:id="rId6"/>
    <p:sldMasterId id="2147483802" r:id="rId7"/>
    <p:sldMasterId id="2147483825" r:id="rId8"/>
    <p:sldMasterId id="2147483868" r:id="rId9"/>
    <p:sldMasterId id="2147483911" r:id="rId10"/>
  </p:sldMasterIdLst>
  <p:notesMasterIdLst>
    <p:notesMasterId r:id="rId24"/>
  </p:notesMasterIdLst>
  <p:sldIdLst>
    <p:sldId id="412" r:id="rId11"/>
    <p:sldId id="2147482267" r:id="rId12"/>
    <p:sldId id="2147482281" r:id="rId13"/>
    <p:sldId id="419" r:id="rId14"/>
    <p:sldId id="2147482279" r:id="rId15"/>
    <p:sldId id="2147482266" r:id="rId16"/>
    <p:sldId id="2147482265" r:id="rId17"/>
    <p:sldId id="2147482277" r:id="rId18"/>
    <p:sldId id="2147482280" r:id="rId19"/>
    <p:sldId id="315" r:id="rId20"/>
    <p:sldId id="2147309983" r:id="rId21"/>
    <p:sldId id="2147309577" r:id="rId22"/>
    <p:sldId id="21473095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651DB33-7366-A08C-64FF-FF63E08C04FF}" name="Xing, Daniel" initials="XD" userId="S::Zhaopeng.Xing@CVSHealth.com::211dbbb4-bbe0-4952-afa6-6d3efc70b402" providerId="AD"/>
  <p188:author id="{D294EF61-E693-BB2C-7F48-AA47713D497D}" name="Ghosh, Pritha" initials="PG" userId="S::PRITHA.GHOSH@CVSHealth.com::682eb8c4-608b-4d3b-a5e4-7044a834e111" providerId="AD"/>
  <p188:author id="{AE677F6F-FBFB-424F-681E-31787FD6EBAE}" name="Anderson, Matthew G" initials="AM" userId="S::matthew.anderson@cvshealth.com::fe469bc2-0371-46e4-b59a-8ecd9bf38cae" providerId="AD"/>
  <p188:author id="{782661F1-5EA7-5073-3044-8754B56232C7}" name="Palmer, Ellen L" initials="EP" userId="S::PalmerE1@aetna.com::4eeea384-8a8d-4be5-ba22-3e61acd8974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FF8763-981E-7B40-B231-8CA11FE32D2D}" v="669" dt="2026-05-17T08:53:32.523"/>
    <p1510:client id="{8E8DBC87-4969-7530-59A2-375FE13F4438}" v="2" dt="2026-05-17T22:03:54.509"/>
    <p1510:client id="{CCB3A1FF-1929-B024-37B3-136F6002E064}" v="60" dt="2026-05-17T22:18:01.1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539"/>
  </p:normalViewPr>
  <p:slideViewPr>
    <p:cSldViewPr snapToGrid="0">
      <p:cViewPr varScale="1">
        <p:scale>
          <a:sx n="146" d="100"/>
          <a:sy n="146" d="100"/>
        </p:scale>
        <p:origin x="10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6C1073-15EE-466A-B715-851D6549675F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D3BF45-5941-4009-A597-556AD5B57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25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AD15A5-6128-B84F-818D-8AA5BDD9AF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VS Health Sans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953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Model architecture overview and modification rationale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Data augmentation for claim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Daniel A12.001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Danel2 A12.0</a:t>
            </a: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3BF45-5941-4009-A597-556AD5B570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51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3BF45-5941-4009-A597-556AD5B570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11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2.svg"/></Relationships>
</file>

<file path=ppt/slideLayouts/_rels/slideLayout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microsoft.com/office/2007/relationships/hdphoto" Target="../media/hdphoto1.wdp"/><Relationship Id="rId7" Type="http://schemas.openxmlformats.org/officeDocument/2006/relationships/image" Target="../media/image19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.svg"/><Relationship Id="rId5" Type="http://schemas.microsoft.com/office/2007/relationships/hdphoto" Target="../media/hdphoto2.wdp"/><Relationship Id="rId4" Type="http://schemas.openxmlformats.org/officeDocument/2006/relationships/image" Target="../media/image18.png"/></Relationships>
</file>

<file path=ppt/slideLayouts/_rels/slideLayout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microsoft.com/office/2007/relationships/hdphoto" Target="../media/hdphoto1.wdp"/><Relationship Id="rId7" Type="http://schemas.openxmlformats.org/officeDocument/2006/relationships/image" Target="../media/image19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.svg"/><Relationship Id="rId5" Type="http://schemas.microsoft.com/office/2007/relationships/hdphoto" Target="../media/hdphoto2.wdp"/><Relationship Id="rId4" Type="http://schemas.openxmlformats.org/officeDocument/2006/relationships/image" Target="../media/image18.png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3.svg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5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5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5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6.xml"/></Relationships>
</file>

<file path=ppt/slideLayouts/_rels/slideLayout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6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6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6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6.xml"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6.xml"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6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6.xml"/></Relationships>
</file>

<file path=ppt/slideLayouts/_rels/slideLayout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6.xml"/></Relationships>
</file>

<file path=ppt/slideLayouts/_rels/slideLayout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6.xml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6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6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7.xml"/></Relationships>
</file>

<file path=ppt/slideLayouts/_rels/slideLayout2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7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sz="15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2" name="Graphic 11" descr="CVS Health logo.">
            <a:extLst>
              <a:ext uri="{FF2B5EF4-FFF2-40B4-BE49-F238E27FC236}">
                <a16:creationId xmlns:a16="http://schemas.microsoft.com/office/drawing/2014/main" id="{EB139D66-8476-4A6C-8269-A32651B9DC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  <p:pic>
        <p:nvPicPr>
          <p:cNvPr id="21" name="Picture 20" descr="Red outline hear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169" y="1016179"/>
            <a:ext cx="5222470" cy="434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179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lang="en-US" sz="15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1" name="Graphic 10" descr="CVS Health logo.">
            <a:extLst>
              <a:ext uri="{FF2B5EF4-FFF2-40B4-BE49-F238E27FC236}">
                <a16:creationId xmlns:a16="http://schemas.microsoft.com/office/drawing/2014/main" id="{E2CF043F-8065-47E0-BB4A-3C892424CE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6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88F0CF77-4F25-43F9-BB7C-C01DDDDCDF0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accent6"/>
                </a:solidFill>
                <a:latin typeface="CVS Health Sans" panose="020B0504020202020204" pitchFamily="34" charset="0"/>
              </a:defRPr>
            </a:lvl1pPr>
          </a:lstStyle>
          <a:p>
            <a:r>
              <a:rPr lang="en-US"/>
              <a:t>BE SURE IMAGE IS </a:t>
            </a:r>
            <a:br>
              <a:rPr lang="en-US"/>
            </a:br>
            <a:r>
              <a:rPr lang="en-US"/>
              <a:t>DARK ENOUGH SO TYPE AND </a:t>
            </a:r>
            <a:br>
              <a:rPr lang="en-US"/>
            </a:br>
            <a:r>
              <a:rPr lang="en-US"/>
              <a:t>LOGO ARE READABLE</a:t>
            </a:r>
          </a:p>
          <a:p>
            <a:br>
              <a:rPr lang="en-US"/>
            </a:br>
            <a:r>
              <a:rPr lang="en-US"/>
              <a:t>Be sure to send image to </a:t>
            </a:r>
            <a:br>
              <a:rPr lang="en-US"/>
            </a:br>
            <a:r>
              <a:rPr lang="en-US"/>
              <a:t>back so logo sits on top of image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sz="1500" b="1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bg1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2" name="Graphic 11" descr="CVS Health logo in white.">
            <a:extLst>
              <a:ext uri="{FF2B5EF4-FFF2-40B4-BE49-F238E27FC236}">
                <a16:creationId xmlns:a16="http://schemas.microsoft.com/office/drawing/2014/main" id="{1A4ABFD4-BEC4-40BD-B29A-2C7FFDFAFD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205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357" y="4634747"/>
            <a:ext cx="10564071" cy="795528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357" y="5578043"/>
            <a:ext cx="10564071" cy="48846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5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>
                <a:solidFill>
                  <a:schemeClr val="tx2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presenter information</a:t>
            </a:r>
          </a:p>
          <a:p>
            <a:pPr lvl="1"/>
            <a:r>
              <a:rPr lang="en-US"/>
              <a:t>Title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2323A7D-5761-4AEF-8E75-65750A20EB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35800" y="6371584"/>
            <a:ext cx="2798793" cy="201168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defRPr sz="1200" b="0">
                <a:solidFill>
                  <a:schemeClr val="tx2"/>
                </a:solidFill>
                <a:latin typeface="+mn-lt"/>
              </a:defRPr>
            </a:lvl1pPr>
            <a:lvl2pPr algn="r">
              <a:defRPr b="1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add date</a:t>
            </a:r>
          </a:p>
          <a:p>
            <a:pPr lvl="1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F869ED5-AC1E-4039-94B8-07F41FF5B23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"/>
            <a:ext cx="12192000" cy="43505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lnSpc>
                <a:spcPct val="80000"/>
              </a:lnSpc>
              <a:defRPr sz="6600" b="1" baseline="0">
                <a:solidFill>
                  <a:schemeClr val="bg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IMAGE</a:t>
            </a:r>
          </a:p>
        </p:txBody>
      </p:sp>
      <p:pic>
        <p:nvPicPr>
          <p:cNvPr id="5" name="Graphic 4" descr="CVS Health logo in white.">
            <a:extLst>
              <a:ext uri="{FF2B5EF4-FFF2-40B4-BE49-F238E27FC236}">
                <a16:creationId xmlns:a16="http://schemas.microsoft.com/office/drawing/2014/main" id="{463D5C17-C939-4A2E-BEF3-DFD46A1A90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839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67FAB20-8704-40ED-BC6D-0EE8309B35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"/>
            <a:ext cx="12192000" cy="43505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lnSpc>
                <a:spcPct val="80000"/>
              </a:lnSpc>
              <a:defRPr sz="6600" b="1" baseline="0">
                <a:solidFill>
                  <a:schemeClr val="bg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475144-A8AF-4C31-A022-05A109EC64D7}"/>
              </a:ext>
            </a:extLst>
          </p:cNvPr>
          <p:cNvSpPr/>
          <p:nvPr userDrawn="1"/>
        </p:nvSpPr>
        <p:spPr>
          <a:xfrm>
            <a:off x="1" y="4350554"/>
            <a:ext cx="12192000" cy="2507447"/>
          </a:xfrm>
          <a:prstGeom prst="rect">
            <a:avLst/>
          </a:prstGeom>
          <a:solidFill>
            <a:srgbClr val="0B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357" y="4634747"/>
            <a:ext cx="10564071" cy="795528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5EBBC54-9455-4FAF-8A7A-A2C1CCBAE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7357" y="5578043"/>
            <a:ext cx="10564071" cy="48846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500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presenter information</a:t>
            </a:r>
          </a:p>
          <a:p>
            <a:pPr lvl="1"/>
            <a:r>
              <a:rPr lang="en-US"/>
              <a:t>Title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2323A7D-5761-4AEF-8E75-65750A20EB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35800" y="6371584"/>
            <a:ext cx="2798793" cy="201168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defRPr sz="1200" b="0">
                <a:solidFill>
                  <a:schemeClr val="bg1"/>
                </a:solidFill>
                <a:latin typeface="+mn-lt"/>
              </a:defRPr>
            </a:lvl1pPr>
            <a:lvl2pPr algn="r">
              <a:defRPr b="1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add date</a:t>
            </a:r>
          </a:p>
          <a:p>
            <a:pPr lvl="1"/>
            <a:endParaRPr lang="en-US"/>
          </a:p>
        </p:txBody>
      </p:sp>
      <p:pic>
        <p:nvPicPr>
          <p:cNvPr id="13" name="Graphic 12" descr="CVS Health logo.">
            <a:extLst>
              <a:ext uri="{FF2B5EF4-FFF2-40B4-BE49-F238E27FC236}">
                <a16:creationId xmlns:a16="http://schemas.microsoft.com/office/drawing/2014/main" id="{5669E773-2D25-4E2A-A2CC-EB0688AE5B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915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lang="en-US" sz="15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1" name="Graphic 10" descr="CVS Health logo.">
            <a:extLst>
              <a:ext uri="{FF2B5EF4-FFF2-40B4-BE49-F238E27FC236}">
                <a16:creationId xmlns:a16="http://schemas.microsoft.com/office/drawing/2014/main" id="{95320D2B-25CE-401D-AF25-18BF33EDD6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EBE87D4-5164-4D82-9272-C823D804D71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  <a:latin typeface="+mn-lt"/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40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7 Parter-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FF5A7F6-20C2-4507-801C-E1C2059285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7931" y="1637977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D005736-4228-4541-9830-748A037770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7930" y="3886593"/>
            <a:ext cx="3582950" cy="1262324"/>
          </a:xfrm>
        </p:spPr>
        <p:txBody>
          <a:bodyPr/>
          <a:lstStyle>
            <a:lvl1pPr>
              <a:defRPr lang="en-US" sz="15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3" name="Graphic 12" descr="CVS Health logo.">
            <a:extLst>
              <a:ext uri="{FF2B5EF4-FFF2-40B4-BE49-F238E27FC236}">
                <a16:creationId xmlns:a16="http://schemas.microsoft.com/office/drawing/2014/main" id="{23593BEE-172F-4A3B-8A76-6967A64A44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5836063"/>
            <a:ext cx="2872536" cy="350455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6871D9-AE12-49B5-A916-42628F61B8D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9347" y="566377"/>
            <a:ext cx="1463421" cy="649224"/>
          </a:xfrm>
          <a:solidFill>
            <a:schemeClr val="bg2"/>
          </a:solidFill>
        </p:spPr>
        <p:txBody>
          <a:bodyPr anchor="ctr"/>
          <a:lstStyle>
            <a:lvl1pPr algn="ctr">
              <a:defRPr sz="1100"/>
            </a:lvl1pPr>
          </a:lstStyle>
          <a:p>
            <a:r>
              <a:rPr lang="en-US"/>
              <a:t>PARTNER LOGO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466ABCE3-7885-437A-89A0-8897D7868BD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  <a:latin typeface="+mn-lt"/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15A95E4-50A0-4442-B665-9A342851EB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57929" y="1755739"/>
            <a:ext cx="8588453" cy="3985305"/>
          </a:xfr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defRPr sz="18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177800" indent="-177800">
              <a:spcBef>
                <a:spcPts val="600"/>
              </a:spcBef>
              <a:buFont typeface="Arial" panose="020B0604020202020204" pitchFamily="34" charset="0"/>
              <a:buChar char="•"/>
              <a:defRPr sz="1300" baseline="0">
                <a:latin typeface="+mn-lt"/>
              </a:defRPr>
            </a:lvl3pPr>
            <a:lvl4pPr marL="342900" indent="-165100">
              <a:spcBef>
                <a:spcPts val="600"/>
              </a:spcBef>
              <a:buFont typeface="Arial" panose="020B0604020202020204" pitchFamily="34" charset="0"/>
              <a:buChar char="–"/>
              <a:defRPr sz="1300" baseline="0">
                <a:latin typeface="+mn-lt"/>
              </a:defRPr>
            </a:lvl4pPr>
            <a:lvl5pPr marL="520700" indent="-177800">
              <a:spcBef>
                <a:spcPts val="600"/>
              </a:spcBef>
              <a:buFont typeface="Arial" panose="020B0604020202020204" pitchFamily="34" charset="0"/>
              <a:buChar char="•"/>
              <a:defRPr sz="1300">
                <a:latin typeface="+mn-lt"/>
              </a:defRPr>
            </a:lvl5pPr>
            <a:lvl6pPr marL="685800" indent="-165100">
              <a:spcBef>
                <a:spcPts val="600"/>
              </a:spcBef>
              <a:buFont typeface="Arial" panose="020B0604020202020204" pitchFamily="34" charset="0"/>
              <a:buChar char="–"/>
              <a:defRPr sz="1300" baseline="0">
                <a:latin typeface="+mn-lt"/>
              </a:defRPr>
            </a:lvl6pPr>
            <a:lvl7pPr marL="863600" indent="-177800">
              <a:spcBef>
                <a:spcPts val="600"/>
              </a:spcBef>
              <a:buFont typeface="Arial" panose="020B0604020202020204" pitchFamily="34" charset="0"/>
              <a:buChar char="•"/>
              <a:defRPr sz="1300">
                <a:latin typeface="+mn-lt"/>
              </a:defRPr>
            </a:lvl7pPr>
            <a:lvl8pPr marL="1028700" indent="-165100">
              <a:spcBef>
                <a:spcPts val="600"/>
              </a:spcBef>
              <a:buFont typeface="Arial" panose="020B0604020202020204" pitchFamily="34" charset="0"/>
              <a:buChar char="–"/>
              <a:defRPr sz="1300">
                <a:latin typeface="+mn-lt"/>
              </a:defRPr>
            </a:lvl8pPr>
            <a:lvl9pPr marL="1206500" indent="-177800">
              <a:spcBef>
                <a:spcPts val="600"/>
              </a:spcBef>
              <a:buFont typeface="Arial" panose="020B0604020202020204" pitchFamily="34" charset="0"/>
              <a:buChar char="•"/>
              <a:defRPr sz="1300" baseline="0">
                <a:latin typeface="+mn-lt"/>
              </a:defRPr>
            </a:lvl9pPr>
          </a:lstStyle>
          <a:p>
            <a:pPr lvl="0"/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3646156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561DB31-BA0E-469A-88AC-4C37BFB0B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CD3DA619-C657-4377-909C-6D3A110F55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3652" y="1756549"/>
            <a:ext cx="3914652" cy="361473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300"/>
              </a:spcAft>
              <a:buNone/>
              <a:tabLst>
                <a:tab pos="568325" algn="r"/>
                <a:tab pos="1028700" algn="l"/>
              </a:tabLst>
              <a:defRPr sz="1300" b="1">
                <a:solidFill>
                  <a:schemeClr val="tx2"/>
                </a:solidFill>
                <a:latin typeface="+mn-lt"/>
              </a:defRPr>
            </a:lvl2pPr>
            <a:lvl3pPr marL="1028700" indent="0">
              <a:spcBef>
                <a:spcPts val="0"/>
              </a:spcBef>
              <a:spcAft>
                <a:spcPts val="1800"/>
              </a:spcAft>
              <a:buNone/>
              <a:defRPr sz="1300">
                <a:solidFill>
                  <a:schemeClr val="tx2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900"/>
              </a:spcAft>
              <a:buNone/>
              <a:defRPr sz="1300" i="1">
                <a:solidFill>
                  <a:schemeClr val="tx2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header</a:t>
            </a:r>
          </a:p>
          <a:p>
            <a:pPr lvl="1"/>
            <a:r>
              <a:rPr lang="en-US"/>
              <a:t>Tab to Time then tab to Agenda item</a:t>
            </a:r>
          </a:p>
          <a:p>
            <a:pPr lvl="2"/>
            <a:r>
              <a:rPr lang="en-US"/>
              <a:t>Speaker name and topic</a:t>
            </a:r>
          </a:p>
          <a:p>
            <a:pPr lvl="3"/>
            <a:r>
              <a:rPr lang="en-US"/>
              <a:t>Additional information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99D62640-4C2F-4EEE-8702-E19D55A971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3091" y="1756549"/>
            <a:ext cx="3912531" cy="361473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300"/>
              </a:spcAft>
              <a:buNone/>
              <a:tabLst>
                <a:tab pos="568325" algn="r"/>
                <a:tab pos="1028700" algn="l"/>
              </a:tabLst>
              <a:defRPr sz="1300" b="1">
                <a:solidFill>
                  <a:schemeClr val="tx2"/>
                </a:solidFill>
                <a:latin typeface="+mn-lt"/>
              </a:defRPr>
            </a:lvl2pPr>
            <a:lvl3pPr marL="1028700" indent="0">
              <a:spcBef>
                <a:spcPts val="0"/>
              </a:spcBef>
              <a:spcAft>
                <a:spcPts val="1800"/>
              </a:spcAft>
              <a:buNone/>
              <a:defRPr sz="1300">
                <a:solidFill>
                  <a:schemeClr val="tx2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900"/>
              </a:spcAft>
              <a:buNone/>
              <a:defRPr sz="1300" i="1">
                <a:solidFill>
                  <a:schemeClr val="tx2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header</a:t>
            </a:r>
          </a:p>
          <a:p>
            <a:pPr lvl="1"/>
            <a:r>
              <a:rPr lang="en-US"/>
              <a:t>Tab to Time then tab to Agenda item</a:t>
            </a:r>
          </a:p>
          <a:p>
            <a:pPr lvl="2"/>
            <a:r>
              <a:rPr lang="en-US"/>
              <a:t>Speaker name and topic</a:t>
            </a:r>
          </a:p>
          <a:p>
            <a:pPr lvl="3"/>
            <a:r>
              <a:rPr lang="en-US"/>
              <a:t>Additional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39061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>
              <a:defRPr sz="3200" b="1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446642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20D3DB-63F4-412F-96CC-3E84E34BE0CE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2506176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111EDB-A7DC-4D3C-BA73-E639327B03EF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B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8DD2AFC-8349-4DB3-855A-645AB85DF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2090462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ght heart pattern background.">
            <a:extLst>
              <a:ext uri="{FF2B5EF4-FFF2-40B4-BE49-F238E27FC236}">
                <a16:creationId xmlns:a16="http://schemas.microsoft.com/office/drawing/2014/main" id="{DCF51F69-B135-440B-B1C1-8877F65D92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44" t="-1" b="507"/>
          <a:stretch/>
        </p:blipFill>
        <p:spPr>
          <a:xfrm>
            <a:off x="-64" y="0"/>
            <a:ext cx="12192127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370782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rk heart pattern background.">
            <a:extLst>
              <a:ext uri="{FF2B5EF4-FFF2-40B4-BE49-F238E27FC236}">
                <a16:creationId xmlns:a16="http://schemas.microsoft.com/office/drawing/2014/main" id="{A370D62A-AB1A-457C-AF9D-8363B2583D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473" y="-9144"/>
            <a:ext cx="12222945" cy="687628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BD1AEB8-3322-4E67-A702-83F3092020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2296787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out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one-column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8588453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28322859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one-column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8588453" cy="3977640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 sz="1800" b="1" cap="none" baseline="0">
                <a:solidFill>
                  <a:schemeClr val="tx2"/>
                </a:solidFill>
                <a:latin typeface="+mn-lt"/>
              </a:defRPr>
            </a:lvl1pPr>
            <a:lvl2pPr marL="0" indent="0">
              <a:buClr>
                <a:schemeClr val="tx1"/>
              </a:buClr>
              <a:buNone/>
              <a:defRPr sz="1300" baseline="0">
                <a:solidFill>
                  <a:schemeClr val="tx2"/>
                </a:solidFill>
              </a:defRPr>
            </a:lvl2pPr>
            <a:lvl3pPr marL="171450" indent="-171450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300" baseline="0">
                <a:solidFill>
                  <a:schemeClr val="tx2"/>
                </a:solidFill>
              </a:defRPr>
            </a:lvl3pPr>
            <a:lvl4pPr marL="342900" indent="-171450">
              <a:buClr>
                <a:schemeClr val="tx1"/>
              </a:buClr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4pPr>
            <a:lvl5pPr marL="515938" indent="-173038">
              <a:buClr>
                <a:schemeClr val="tx1"/>
              </a:buClr>
              <a:buFont typeface="Arial" panose="020B0604020202020204" pitchFamily="34" charset="0"/>
              <a:buChar char="•"/>
              <a:defRPr sz="1300">
                <a:solidFill>
                  <a:schemeClr val="tx2"/>
                </a:solidFill>
              </a:defRPr>
            </a:lvl5pPr>
            <a:lvl6pPr marL="687388" indent="-171450">
              <a:buClr>
                <a:schemeClr val="tx1"/>
              </a:buClr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 baseline="0"/>
            </a:lvl9pPr>
          </a:lstStyle>
          <a:p>
            <a:pPr lvl="0"/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1273724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two-column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929" y="1767532"/>
            <a:ext cx="5238478" cy="3973512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baseline="0" dirty="0" smtClean="0">
                <a:solidFill>
                  <a:schemeClr val="tx2"/>
                </a:solidFill>
              </a:defRPr>
            </a:lvl2pPr>
            <a:lvl3pPr marL="171450" indent="-171450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2900" indent="-171450">
              <a:buClr>
                <a:schemeClr val="tx1"/>
              </a:buClr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4350" indent="-171450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1450">
              <a:buClr>
                <a:schemeClr val="tx1"/>
              </a:buClr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 baseline="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6384175" y="1767532"/>
            <a:ext cx="5238478" cy="3973512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baseline="0" dirty="0" smtClean="0">
                <a:solidFill>
                  <a:schemeClr val="tx2"/>
                </a:solidFill>
              </a:defRPr>
            </a:lvl2pPr>
            <a:lvl3pPr marL="171450" indent="-171450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2900" indent="-171450">
              <a:buClr>
                <a:schemeClr val="tx1"/>
              </a:buClr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4350" indent="-171450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1450">
              <a:buClr>
                <a:schemeClr val="tx1"/>
              </a:buClr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 baseline="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26489404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three-column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930" y="1764792"/>
            <a:ext cx="3434085" cy="3988308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tabLst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1971" y="1764792"/>
            <a:ext cx="3434085" cy="3988308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tabLst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186012" y="1764792"/>
            <a:ext cx="3434085" cy="3988308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tabLst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13891528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four-column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929" y="1764792"/>
            <a:ext cx="2506109" cy="397764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3411600" y="1764792"/>
            <a:ext cx="2506109" cy="397764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6256125" y="1764792"/>
            <a:ext cx="2506109" cy="397764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2" hasCustomPrompt="1"/>
          </p:nvPr>
        </p:nvSpPr>
        <p:spPr bwMode="gray">
          <a:xfrm>
            <a:off x="9100650" y="1764792"/>
            <a:ext cx="2506109" cy="397764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40773498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ntent Journ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five-column journey layout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1064941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3153647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5242353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2" hasCustomPrompt="1"/>
          </p:nvPr>
        </p:nvSpPr>
        <p:spPr bwMode="gray">
          <a:xfrm>
            <a:off x="7331059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3" hasCustomPrompt="1"/>
          </p:nvPr>
        </p:nvSpPr>
        <p:spPr bwMode="gray">
          <a:xfrm>
            <a:off x="9419765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</p:spTree>
    <p:extLst>
      <p:ext uri="{BB962C8B-B14F-4D97-AF65-F5344CB8AC3E}">
        <p14:creationId xmlns:p14="http://schemas.microsoft.com/office/powerpoint/2010/main" val="1735232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chart layout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79139DC-E144-408E-AD8A-E4105642CD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70035" y="1752601"/>
            <a:ext cx="9051932" cy="297573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63112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chart with text layout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8" y="1767531"/>
            <a:ext cx="3439040" cy="2971800"/>
          </a:xfrm>
        </p:spPr>
        <p:txBody>
          <a:bodyPr/>
          <a:lstStyle>
            <a:lvl1pPr>
              <a:lnSpc>
                <a:spcPct val="100000"/>
              </a:lnSpc>
              <a:buClrTx/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Tx/>
              <a:buNone/>
              <a:defRPr baseline="0">
                <a:solidFill>
                  <a:schemeClr val="tx2"/>
                </a:solidFill>
              </a:defRPr>
            </a:lvl2pPr>
            <a:lvl3pPr marL="177800" indent="-177800"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sz="1300" baseline="0">
                <a:solidFill>
                  <a:schemeClr val="tx2"/>
                </a:solidFill>
              </a:defRPr>
            </a:lvl3pPr>
            <a:lvl4pPr marL="342900" indent="-165100">
              <a:buClrTx/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4pPr>
            <a:lvl5pPr marL="515938" indent="-173038">
              <a:buClrTx/>
              <a:buFont typeface="Arial" panose="020B0604020202020204" pitchFamily="34" charset="0"/>
              <a:buChar char="•"/>
              <a:defRPr sz="1300">
                <a:solidFill>
                  <a:schemeClr val="tx2"/>
                </a:solidFill>
              </a:defRPr>
            </a:lvl5pPr>
            <a:lvl6pPr marL="687388" indent="-171450">
              <a:buClrTx/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ClrTx/>
              <a:buFont typeface="Arial" panose="020B0604020202020204" pitchFamily="34" charset="0"/>
              <a:buChar char="•"/>
              <a:defRPr sz="1300"/>
            </a:lvl7pPr>
            <a:lvl8pPr marL="1031875" indent="-171450">
              <a:buClrTx/>
              <a:buFont typeface="Arial" panose="020B0604020202020204" pitchFamily="34" charset="0"/>
              <a:buChar char="–"/>
              <a:defRPr sz="1300"/>
            </a:lvl8pPr>
            <a:lvl9pPr marL="1203325" indent="-171450">
              <a:buClrTx/>
              <a:buFont typeface="Arial" panose="020B0604020202020204" pitchFamily="34" charset="0"/>
              <a:buChar char="•"/>
              <a:defRPr sz="1300" baseline="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79139DC-E144-408E-AD8A-E4105642CD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7653" y="1764793"/>
            <a:ext cx="7174286" cy="2975735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83222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comparison slide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3474" y="3718012"/>
            <a:ext cx="3493918" cy="2023033"/>
          </a:xfrm>
          <a:noFill/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1200"/>
              </a:spcBef>
              <a:buClrTx/>
              <a:buFont typeface="Arial"/>
              <a:buNone/>
              <a:defRPr sz="1800" b="1">
                <a:solidFill>
                  <a:schemeClr val="accent2"/>
                </a:solidFill>
                <a:latin typeface="+mn-lt"/>
              </a:defRPr>
            </a:lvl1pPr>
            <a:lvl2pPr marL="0" indent="0" algn="ctr">
              <a:spcBef>
                <a:spcPts val="1200"/>
              </a:spcBef>
              <a:buClrTx/>
              <a:buFontTx/>
              <a:buNone/>
              <a:defRPr sz="1500">
                <a:solidFill>
                  <a:schemeClr val="tx2"/>
                </a:solidFill>
              </a:defRPr>
            </a:lvl2pPr>
            <a:lvl3pPr marL="404813" indent="-173038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3pPr>
            <a:lvl4pPr marL="631825" indent="-174625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804863" indent="-173038"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600">
                <a:solidFill>
                  <a:schemeClr val="tx2"/>
                </a:solidFill>
              </a:defRPr>
            </a:lvl5pPr>
            <a:lvl6pPr marL="977900" indent="-177800">
              <a:buClrTx/>
              <a:defRPr sz="1600"/>
            </a:lvl6pPr>
            <a:lvl7pPr marL="1143000" indent="-165100">
              <a:buClrTx/>
              <a:defRPr sz="1600"/>
            </a:lvl7pPr>
            <a:lvl8pPr marL="1320800" indent="-177800">
              <a:buClrTx/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139F72-CEC0-495F-8477-192D60A880E2}"/>
              </a:ext>
            </a:extLst>
          </p:cNvPr>
          <p:cNvSpPr/>
          <p:nvPr userDrawn="1"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1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380297" y="3718012"/>
            <a:ext cx="3493918" cy="2023033"/>
          </a:xfrm>
          <a:noFill/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1200"/>
              </a:spcBef>
              <a:buClrTx/>
              <a:buFont typeface="Arial"/>
              <a:buNone/>
              <a:defRPr sz="1800" b="1">
                <a:solidFill>
                  <a:schemeClr val="accent2"/>
                </a:solidFill>
                <a:latin typeface="+mn-lt"/>
              </a:defRPr>
            </a:lvl1pPr>
            <a:lvl2pPr marL="0" indent="0" algn="ctr">
              <a:spcBef>
                <a:spcPts val="1200"/>
              </a:spcBef>
              <a:buClrTx/>
              <a:buFontTx/>
              <a:buNone/>
              <a:defRPr sz="1500">
                <a:solidFill>
                  <a:schemeClr val="tx2"/>
                </a:solidFill>
              </a:defRPr>
            </a:lvl2pPr>
            <a:lvl3pPr marL="231775" indent="0">
              <a:spcBef>
                <a:spcPts val="600"/>
              </a:spcBef>
              <a:buClr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3pPr>
            <a:lvl4pPr marL="631825" indent="-174625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804863" indent="-173038"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600">
                <a:solidFill>
                  <a:schemeClr val="bg1"/>
                </a:solidFill>
              </a:defRPr>
            </a:lvl5pPr>
            <a:lvl6pPr>
              <a:spcBef>
                <a:spcPts val="600"/>
              </a:spcBef>
              <a:buClrTx/>
              <a:defRPr sz="1600">
                <a:solidFill>
                  <a:schemeClr val="bg1"/>
                </a:solidFill>
              </a:defRPr>
            </a:lvl6pPr>
            <a:lvl7pPr>
              <a:spcBef>
                <a:spcPts val="600"/>
              </a:spcBef>
              <a:buClrTx/>
              <a:defRPr sz="1600">
                <a:solidFill>
                  <a:schemeClr val="bg1"/>
                </a:solidFill>
              </a:defRPr>
            </a:lvl7pPr>
            <a:lvl8pPr>
              <a:spcBef>
                <a:spcPts val="600"/>
              </a:spcBef>
              <a:buClrTx/>
              <a:defRPr sz="1600">
                <a:solidFill>
                  <a:schemeClr val="bg1"/>
                </a:solidFill>
              </a:defRPr>
            </a:lvl8pPr>
            <a:lvl9pPr>
              <a:defRPr sz="1600"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pic>
        <p:nvPicPr>
          <p:cNvPr id="7" name="Graphic 6" descr="CVS Health logo.">
            <a:extLst>
              <a:ext uri="{FF2B5EF4-FFF2-40B4-BE49-F238E27FC236}">
                <a16:creationId xmlns:a16="http://schemas.microsoft.com/office/drawing/2014/main" id="{99394496-8368-4B56-8235-99713340C2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279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F4177E-CDDD-476F-9590-4FA690787A3F}"/>
              </a:ext>
            </a:extLst>
          </p:cNvPr>
          <p:cNvSpPr/>
          <p:nvPr userDrawn="1"/>
        </p:nvSpPr>
        <p:spPr>
          <a:xfrm>
            <a:off x="0" y="0"/>
            <a:ext cx="405815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C794590-BFF7-4D91-A4D6-07347CD38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707" y="1"/>
            <a:ext cx="2959073" cy="6425581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</a:t>
            </a:r>
            <a:br>
              <a:rPr lang="en-US"/>
            </a:br>
            <a:r>
              <a:rPr lang="en-US"/>
              <a:t>here for one panel comparison slide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9BBBC8D-0164-48BE-8C39-97B2E9C688A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4907514" y="2971853"/>
            <a:ext cx="2368913" cy="2592183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1800" b="1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1800"/>
              </a:spcBef>
              <a:buClrTx/>
              <a:buFontTx/>
              <a:buNone/>
              <a:defRPr lang="en-US" sz="1500" baseline="0" dirty="0" smtClean="0">
                <a:solidFill>
                  <a:schemeClr val="tx2"/>
                </a:solidFill>
              </a:defRPr>
            </a:lvl2pPr>
            <a:lvl3pPr marL="171450" indent="0">
              <a:buClrTx/>
              <a:buFont typeface="Arial" panose="020B0604020202020204" pitchFamily="34" charset="0"/>
              <a:buNone/>
              <a:defRPr lang="en-US" sz="1600" baseline="0" dirty="0" smtClean="0">
                <a:solidFill>
                  <a:schemeClr val="tx2"/>
                </a:solidFill>
              </a:defRPr>
            </a:lvl3pPr>
            <a:lvl4pPr>
              <a:buClrTx/>
              <a:defRPr lang="en-US" sz="1600" baseline="0" dirty="0" smtClean="0">
                <a:solidFill>
                  <a:schemeClr val="tx2"/>
                </a:solidFill>
              </a:defRPr>
            </a:lvl4pPr>
            <a:lvl5pPr>
              <a:buClrTx/>
              <a:defRPr lang="en-US" sz="1600" baseline="0" dirty="0">
                <a:solidFill>
                  <a:schemeClr val="tx2"/>
                </a:solidFill>
              </a:defRPr>
            </a:lvl5pPr>
            <a:lvl6pPr>
              <a:buClrTx/>
              <a:defRPr sz="1600" baseline="0">
                <a:solidFill>
                  <a:schemeClr val="tx2"/>
                </a:solidFill>
              </a:defRPr>
            </a:lvl6pPr>
            <a:lvl7pPr>
              <a:buClrTx/>
              <a:defRPr sz="1600" baseline="0">
                <a:solidFill>
                  <a:schemeClr val="tx2"/>
                </a:solidFill>
              </a:defRPr>
            </a:lvl7pPr>
            <a:lvl8pPr>
              <a:buClrTx/>
              <a:defRPr sz="1600" baseline="0">
                <a:solidFill>
                  <a:schemeClr val="tx2"/>
                </a:solidFill>
              </a:defRPr>
            </a:lvl8pPr>
            <a:lvl9pPr>
              <a:buClrTx/>
              <a:defRPr sz="1600">
                <a:solidFill>
                  <a:schemeClr val="tx2"/>
                </a:solidFill>
              </a:defRPr>
            </a:lvl9pPr>
          </a:lstStyle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1CA36B9-1028-43DB-A308-5411C7D185BC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8972065" y="2971853"/>
            <a:ext cx="2368913" cy="2592183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1800" b="1" cap="none" baseline="0" dirty="0" smtClean="0">
                <a:solidFill>
                  <a:schemeClr val="accent2"/>
                </a:solidFill>
                <a:latin typeface="+mn-lt"/>
              </a:defRPr>
            </a:lvl1pPr>
            <a:lvl2pPr marL="0" indent="0" algn="ctr">
              <a:spcBef>
                <a:spcPts val="1800"/>
              </a:spcBef>
              <a:buClrTx/>
              <a:buFontTx/>
              <a:buNone/>
              <a:defRPr lang="en-US" sz="1500" dirty="0" smtClean="0">
                <a:solidFill>
                  <a:schemeClr val="tx2"/>
                </a:solidFill>
              </a:defRPr>
            </a:lvl2pPr>
            <a:lvl3pPr marL="171450" indent="0">
              <a:buClrTx/>
              <a:buFont typeface="Arial" panose="020B0604020202020204" pitchFamily="34" charset="0"/>
              <a:buNone/>
              <a:defRPr lang="en-US" sz="1600" baseline="0" dirty="0" smtClean="0">
                <a:solidFill>
                  <a:schemeClr val="bg1"/>
                </a:solidFill>
              </a:defRPr>
            </a:lvl3pPr>
            <a:lvl4pPr>
              <a:buClrTx/>
              <a:defRPr lang="en-US" sz="1600" baseline="0" dirty="0" smtClean="0">
                <a:solidFill>
                  <a:schemeClr val="bg1"/>
                </a:solidFill>
              </a:defRPr>
            </a:lvl4pPr>
            <a:lvl5pPr>
              <a:buClrTx/>
              <a:defRPr lang="en-US" sz="1600" baseline="0" dirty="0">
                <a:solidFill>
                  <a:schemeClr val="bg1"/>
                </a:solidFill>
              </a:defRPr>
            </a:lvl5pPr>
            <a:lvl6pPr>
              <a:buClrTx/>
              <a:defRPr sz="1600" baseline="0">
                <a:solidFill>
                  <a:schemeClr val="bg1"/>
                </a:solidFill>
              </a:defRPr>
            </a:lvl6pPr>
            <a:lvl7pPr>
              <a:buClrTx/>
              <a:defRPr sz="1600">
                <a:solidFill>
                  <a:schemeClr val="bg1"/>
                </a:solidFill>
              </a:defRPr>
            </a:lvl7pPr>
            <a:lvl8pPr>
              <a:buClrTx/>
              <a:defRPr sz="1600" baseline="0">
                <a:solidFill>
                  <a:schemeClr val="bg1"/>
                </a:solidFill>
              </a:defRPr>
            </a:lvl8pPr>
            <a:lvl9pPr>
              <a:buClrTx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668665DB-9D44-4B88-9F03-E82A2FF5D152}"/>
              </a:ext>
            </a:extLst>
          </p:cNvPr>
          <p:cNvSpPr txBox="1">
            <a:spLocks/>
          </p:cNvSpPr>
          <p:nvPr userDrawn="1"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FE9336-BB34-4CCC-8274-05D8119178BD}"/>
              </a:ext>
            </a:extLst>
          </p:cNvPr>
          <p:cNvSpPr txBox="1"/>
          <p:nvPr userDrawn="1"/>
        </p:nvSpPr>
        <p:spPr>
          <a:xfrm>
            <a:off x="859758" y="6425582"/>
            <a:ext cx="804881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>
                <a:solidFill>
                  <a:schemeClr val="tx2"/>
                </a:solidFill>
                <a:latin typeface="+mn-lt"/>
              </a:rPr>
              <a:t>©2023 CVS Health and/or one of its affiliates. Confidential and proprietary.</a:t>
            </a:r>
          </a:p>
        </p:txBody>
      </p:sp>
      <p:pic>
        <p:nvPicPr>
          <p:cNvPr id="10" name="Graphic 9" descr="CVS Health logo">
            <a:extLst>
              <a:ext uri="{FF2B5EF4-FFF2-40B4-BE49-F238E27FC236}">
                <a16:creationId xmlns:a16="http://schemas.microsoft.com/office/drawing/2014/main" id="{4556B8A3-577E-4258-B8ED-A7943CC515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9517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FACB8A6-3813-48D2-B8CE-038DD1E42B32}"/>
              </a:ext>
            </a:extLst>
          </p:cNvPr>
          <p:cNvSpPr/>
          <p:nvPr userDrawn="1"/>
        </p:nvSpPr>
        <p:spPr>
          <a:xfrm>
            <a:off x="1" y="6241774"/>
            <a:ext cx="5587246" cy="616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FE79D5-35B2-49F2-B15D-DA1A165F3786}"/>
              </a:ext>
            </a:extLst>
          </p:cNvPr>
          <p:cNvSpPr/>
          <p:nvPr userDrawn="1"/>
        </p:nvSpPr>
        <p:spPr>
          <a:xfrm>
            <a:off x="4062895" y="0"/>
            <a:ext cx="405815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E8E372-A3D9-43BC-A3BE-4011C8DA5B98}"/>
              </a:ext>
            </a:extLst>
          </p:cNvPr>
          <p:cNvSpPr/>
          <p:nvPr userDrawn="1"/>
        </p:nvSpPr>
        <p:spPr>
          <a:xfrm>
            <a:off x="8121046" y="0"/>
            <a:ext cx="407095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30E9904-95CA-4355-B234-1DDA8EC15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707" y="1"/>
            <a:ext cx="2959073" cy="6425581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here for two panel comparison slide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3E63A43E-9184-464B-AD62-08609C3C2EF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4907514" y="2971853"/>
            <a:ext cx="2368913" cy="2592183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1800"/>
              </a:spcBef>
              <a:buClrTx/>
              <a:buFontTx/>
              <a:buNone/>
              <a:defRPr lang="en-US" sz="1500" baseline="0" dirty="0" smtClean="0">
                <a:solidFill>
                  <a:schemeClr val="tx2"/>
                </a:solidFill>
              </a:defRPr>
            </a:lvl2pPr>
            <a:lvl3pPr marL="171450" indent="0">
              <a:buClrTx/>
              <a:buFont typeface="Arial" panose="020B0604020202020204" pitchFamily="34" charset="0"/>
              <a:buNone/>
              <a:defRPr lang="en-US" sz="1600" baseline="0" dirty="0" smtClean="0">
                <a:solidFill>
                  <a:schemeClr val="tx2"/>
                </a:solidFill>
              </a:defRPr>
            </a:lvl3pPr>
            <a:lvl4pPr>
              <a:buClrTx/>
              <a:defRPr lang="en-US" sz="1600" baseline="0" dirty="0" smtClean="0">
                <a:solidFill>
                  <a:schemeClr val="tx2"/>
                </a:solidFill>
              </a:defRPr>
            </a:lvl4pPr>
            <a:lvl5pPr>
              <a:buClrTx/>
              <a:defRPr lang="en-US" sz="1600" baseline="0" dirty="0">
                <a:solidFill>
                  <a:schemeClr val="tx2"/>
                </a:solidFill>
              </a:defRPr>
            </a:lvl5pPr>
            <a:lvl6pPr>
              <a:buClrTx/>
              <a:defRPr sz="1600" baseline="0">
                <a:solidFill>
                  <a:schemeClr val="tx2"/>
                </a:solidFill>
              </a:defRPr>
            </a:lvl6pPr>
            <a:lvl7pPr>
              <a:buClrTx/>
              <a:defRPr sz="1600" baseline="0">
                <a:solidFill>
                  <a:schemeClr val="tx2"/>
                </a:solidFill>
              </a:defRPr>
            </a:lvl7pPr>
            <a:lvl8pPr>
              <a:buClrTx/>
              <a:defRPr sz="1600" baseline="0">
                <a:solidFill>
                  <a:schemeClr val="tx2"/>
                </a:solidFill>
              </a:defRPr>
            </a:lvl8pPr>
            <a:lvl9pPr>
              <a:buClrTx/>
              <a:defRPr sz="1600">
                <a:solidFill>
                  <a:schemeClr val="tx2"/>
                </a:solidFill>
              </a:defRPr>
            </a:lvl9pPr>
          </a:lstStyle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C89E4A5-6F21-4ECD-BCA6-5B29AF1FC1C0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8972065" y="2971853"/>
            <a:ext cx="2368913" cy="2592183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1800" b="1" cap="none" baseline="0" dirty="0" smtClean="0">
                <a:solidFill>
                  <a:schemeClr val="tx2"/>
                </a:solidFill>
                <a:latin typeface="+mn-lt"/>
              </a:defRPr>
            </a:lvl1pPr>
            <a:lvl2pPr marL="0" indent="0" algn="ctr">
              <a:spcBef>
                <a:spcPts val="1800"/>
              </a:spcBef>
              <a:buClrTx/>
              <a:buFontTx/>
              <a:buNone/>
              <a:defRPr lang="en-US" sz="1500" dirty="0" smtClean="0">
                <a:solidFill>
                  <a:schemeClr val="tx2"/>
                </a:solidFill>
              </a:defRPr>
            </a:lvl2pPr>
            <a:lvl3pPr marL="171450" indent="0">
              <a:buClrTx/>
              <a:buFont typeface="Arial" panose="020B0604020202020204" pitchFamily="34" charset="0"/>
              <a:buNone/>
              <a:defRPr lang="en-US" sz="1600" baseline="0" dirty="0" smtClean="0">
                <a:solidFill>
                  <a:schemeClr val="bg1"/>
                </a:solidFill>
              </a:defRPr>
            </a:lvl3pPr>
            <a:lvl4pPr>
              <a:buClrTx/>
              <a:defRPr lang="en-US" sz="1600" baseline="0" dirty="0" smtClean="0">
                <a:solidFill>
                  <a:schemeClr val="bg1"/>
                </a:solidFill>
              </a:defRPr>
            </a:lvl4pPr>
            <a:lvl5pPr>
              <a:buClrTx/>
              <a:defRPr lang="en-US" sz="1600" baseline="0" dirty="0">
                <a:solidFill>
                  <a:schemeClr val="bg1"/>
                </a:solidFill>
              </a:defRPr>
            </a:lvl5pPr>
            <a:lvl6pPr>
              <a:buClrTx/>
              <a:defRPr sz="1600" baseline="0">
                <a:solidFill>
                  <a:schemeClr val="bg1"/>
                </a:solidFill>
              </a:defRPr>
            </a:lvl6pPr>
            <a:lvl7pPr>
              <a:buClrTx/>
              <a:defRPr sz="1600">
                <a:solidFill>
                  <a:schemeClr val="bg1"/>
                </a:solidFill>
              </a:defRPr>
            </a:lvl7pPr>
            <a:lvl8pPr>
              <a:buClrTx/>
              <a:defRPr sz="1600" baseline="0">
                <a:solidFill>
                  <a:schemeClr val="bg1"/>
                </a:solidFill>
              </a:defRPr>
            </a:lvl8pPr>
            <a:lvl9pPr>
              <a:buClrTx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5E0B0A3-49E5-4641-8D2C-BC31AF6815C4}"/>
              </a:ext>
            </a:extLst>
          </p:cNvPr>
          <p:cNvSpPr txBox="1">
            <a:spLocks/>
          </p:cNvSpPr>
          <p:nvPr userDrawn="1"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B46839-35D8-438B-B7A2-2B753DFD7A66}"/>
              </a:ext>
            </a:extLst>
          </p:cNvPr>
          <p:cNvSpPr txBox="1"/>
          <p:nvPr userDrawn="1"/>
        </p:nvSpPr>
        <p:spPr>
          <a:xfrm>
            <a:off x="859758" y="6425582"/>
            <a:ext cx="804881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>
                <a:solidFill>
                  <a:schemeClr val="tx2"/>
                </a:solidFill>
                <a:latin typeface="+mn-lt"/>
              </a:rPr>
              <a:t>©2023 CVS Health and/or one of its affiliates. Confidential and proprietary.</a:t>
            </a:r>
          </a:p>
        </p:txBody>
      </p:sp>
      <p:pic>
        <p:nvPicPr>
          <p:cNvPr id="12" name="Graphic 11" descr="CVS Health logo in white.">
            <a:extLst>
              <a:ext uri="{FF2B5EF4-FFF2-40B4-BE49-F238E27FC236}">
                <a16:creationId xmlns:a16="http://schemas.microsoft.com/office/drawing/2014/main" id="{DE198919-F3A5-469C-A629-47C5826376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421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</a:t>
            </a:r>
            <a:br>
              <a:rPr lang="en-US"/>
            </a:br>
            <a:r>
              <a:rPr lang="en-US"/>
              <a:t>for image and text slide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5300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2697E3D-9970-40A4-9967-1A38ED528B3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pic>
        <p:nvPicPr>
          <p:cNvPr id="5" name="Graphic 4" descr="CVS Health logo in white.">
            <a:extLst>
              <a:ext uri="{FF2B5EF4-FFF2-40B4-BE49-F238E27FC236}">
                <a16:creationId xmlns:a16="http://schemas.microsoft.com/office/drawing/2014/main" id="{8163FE3F-97F2-42A9-B07A-B67697B4DB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2873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3358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</a:t>
            </a:r>
            <a:br>
              <a:rPr lang="en-US"/>
            </a:br>
            <a:r>
              <a:rPr lang="en-US"/>
              <a:t>for image and text slide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6740693" y="1765300"/>
            <a:ext cx="4884168" cy="3977640"/>
          </a:xfrm>
        </p:spPr>
        <p:txBody>
          <a:bodyPr/>
          <a:lstStyle>
            <a:lvl1pPr>
              <a:buClrTx/>
              <a:defRPr cap="none" baseline="0">
                <a:solidFill>
                  <a:schemeClr val="tx2"/>
                </a:solidFill>
              </a:defRPr>
            </a:lvl1pPr>
            <a:lvl2pPr>
              <a:buClrTx/>
              <a:defRPr>
                <a:solidFill>
                  <a:schemeClr val="tx2"/>
                </a:solidFill>
              </a:defRPr>
            </a:lvl2pPr>
            <a:lvl3pPr>
              <a:buClrTx/>
              <a:defRPr>
                <a:solidFill>
                  <a:schemeClr val="tx2"/>
                </a:solidFill>
              </a:defRPr>
            </a:lvl3pPr>
            <a:lvl4pPr>
              <a:buClrTx/>
              <a:defRPr>
                <a:solidFill>
                  <a:schemeClr val="tx2"/>
                </a:solidFill>
              </a:defRPr>
            </a:lvl4pPr>
            <a:lvl5pPr>
              <a:buClrTx/>
              <a:defRPr>
                <a:solidFill>
                  <a:schemeClr val="tx2"/>
                </a:solidFill>
              </a:defRPr>
            </a:lvl5pPr>
            <a:lvl6pPr>
              <a:buClrTx/>
              <a:defRPr/>
            </a:lvl6pPr>
            <a:lvl7pPr>
              <a:buClrTx/>
              <a:defRPr/>
            </a:lvl7pPr>
            <a:lvl8pPr>
              <a:buClrTx/>
              <a:defRPr/>
            </a:lvl8pPr>
            <a:lvl9pPr>
              <a:buClrTx/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2697E3D-9970-40A4-9967-1A38ED528B3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825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nfographic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text and infographic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139F72-CEC0-495F-8477-192D60A880E2}"/>
              </a:ext>
            </a:extLst>
          </p:cNvPr>
          <p:cNvSpPr/>
          <p:nvPr userDrawn="1"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7" name="Graphic 6" descr="CVS Health logo.">
            <a:extLst>
              <a:ext uri="{FF2B5EF4-FFF2-40B4-BE49-F238E27FC236}">
                <a16:creationId xmlns:a16="http://schemas.microsoft.com/office/drawing/2014/main" id="{B59DA53D-FB46-42C9-9A73-236B2FE105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7371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nfographic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3358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text and infographic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6740693" y="1765300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139F72-CEC0-495F-8477-192D60A880E2}"/>
              </a:ext>
            </a:extLst>
          </p:cNvPr>
          <p:cNvSpPr/>
          <p:nvPr userDrawn="1"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CB4B9DEE-1CF0-47D1-934E-DB4356D62FF1}"/>
              </a:ext>
            </a:extLst>
          </p:cNvPr>
          <p:cNvSpPr txBox="1">
            <a:spLocks/>
          </p:cNvSpPr>
          <p:nvPr userDrawn="1"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35D44D1-CF2C-4331-B380-083F7ABF73CB}"/>
              </a:ext>
            </a:extLst>
          </p:cNvPr>
          <p:cNvSpPr txBox="1">
            <a:spLocks/>
          </p:cNvSpPr>
          <p:nvPr userDrawn="1"/>
        </p:nvSpPr>
        <p:spPr>
          <a:xfrm>
            <a:off x="859760" y="6376946"/>
            <a:ext cx="3860217" cy="2286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©2023 CVS Health and/or one of its affiliates.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5813472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nfographic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272A0B-3F66-4BE5-ABC2-DBBCAA266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text and infographic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64CD8D-F9FC-4E28-9F6A-6AB51FF354D5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A3D8E1-3CCE-42A5-88D6-38F615FADD4D}"/>
              </a:ext>
            </a:extLst>
          </p:cNvPr>
          <p:cNvSpPr/>
          <p:nvPr userDrawn="1"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" name="Graphic 5" descr="CVS Health logo.">
            <a:extLst>
              <a:ext uri="{FF2B5EF4-FFF2-40B4-BE49-F238E27FC236}">
                <a16:creationId xmlns:a16="http://schemas.microsoft.com/office/drawing/2014/main" id="{C97A688A-13B1-4480-9A65-4362859FCD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9260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nfographic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61167E6-91BB-4319-852F-02EF2DA543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358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text and infographic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A642C1-A41C-40AD-BDFB-B8D181AC8784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740693" y="1765300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FD3486-B3F5-43BE-9108-5DEA0679272C}"/>
              </a:ext>
            </a:extLst>
          </p:cNvPr>
          <p:cNvSpPr/>
          <p:nvPr userDrawn="1"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535CA040-9CF0-49AA-B5D4-DC4BFA2479C1}"/>
              </a:ext>
            </a:extLst>
          </p:cNvPr>
          <p:cNvSpPr txBox="1">
            <a:spLocks/>
          </p:cNvSpPr>
          <p:nvPr userDrawn="1"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3B4598AE-016B-45A4-877F-62C42E458969}"/>
              </a:ext>
            </a:extLst>
          </p:cNvPr>
          <p:cNvSpPr txBox="1">
            <a:spLocks/>
          </p:cNvSpPr>
          <p:nvPr userDrawn="1"/>
        </p:nvSpPr>
        <p:spPr>
          <a:xfrm>
            <a:off x="859760" y="6376946"/>
            <a:ext cx="3860217" cy="2286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©2023 CVS Health and/or one of its affiliates.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3744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high impac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1764792"/>
            <a:ext cx="4701240" cy="1463040"/>
          </a:xfrm>
        </p:spPr>
        <p:txBody>
          <a:bodyPr rIns="0" anchor="b"/>
          <a:lstStyle>
            <a:lvl1pPr marL="171450" indent="-171450">
              <a:lnSpc>
                <a:spcPct val="95000"/>
              </a:lnSpc>
              <a:tabLst>
                <a:tab pos="171450" algn="l"/>
              </a:tabLst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“	Click to add quote with image. Image should reflect the content of the quote.”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722800-BF6A-4FA2-8F5B-598FB160C2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3418" y="3590383"/>
            <a:ext cx="4573191" cy="16192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sz="1300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author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2697E3D-9970-40A4-9967-1A38ED528B3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pic>
        <p:nvPicPr>
          <p:cNvPr id="5" name="Graphic 4" descr="CVS Health logo in white.">
            <a:extLst>
              <a:ext uri="{FF2B5EF4-FFF2-40B4-BE49-F238E27FC236}">
                <a16:creationId xmlns:a16="http://schemas.microsoft.com/office/drawing/2014/main" id="{5C21479B-88BC-46B4-90DB-3F9721D742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7339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high 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2868" y="2180108"/>
            <a:ext cx="7170763" cy="1463040"/>
          </a:xfrm>
        </p:spPr>
        <p:txBody>
          <a:bodyPr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quote.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722800-BF6A-4FA2-8F5B-598FB160C2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2867" y="4020922"/>
            <a:ext cx="4573191" cy="16192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sz="13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AUTHOR</a:t>
            </a:r>
          </a:p>
        </p:txBody>
      </p:sp>
    </p:spTree>
    <p:extLst>
      <p:ext uri="{BB962C8B-B14F-4D97-AF65-F5344CB8AC3E}">
        <p14:creationId xmlns:p14="http://schemas.microsoft.com/office/powerpoint/2010/main" val="7859729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CE5400-9551-4441-A3A1-727FA18550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/>
              <a:t>Next steps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1970635" y="2110424"/>
            <a:ext cx="2506109" cy="3630620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3200" b="1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4200"/>
              </a:spcBef>
              <a:buClrTx/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 algn="l"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7663" indent="-173038" algn="l">
              <a:buClrTx/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1175" indent="-163513" algn="l">
              <a:buClrTx/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 algn="l">
              <a:buClrTx/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 algn="l">
              <a:buClrTx/>
              <a:buFont typeface="Arial" panose="020B0604020202020204" pitchFamily="34" charset="0"/>
              <a:buChar char="•"/>
              <a:defRPr sz="1300"/>
            </a:lvl7pPr>
            <a:lvl8pPr marL="1031875" indent="-171450" algn="l">
              <a:buClrTx/>
              <a:buFont typeface="Arial" panose="020B0604020202020204" pitchFamily="34" charset="0"/>
              <a:buChar char="–"/>
              <a:defRPr sz="1300"/>
            </a:lvl8pPr>
            <a:lvl9pPr marL="1203325" indent="-171450" algn="l">
              <a:buClrTx/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ctr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1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</a:t>
            </a:r>
          </a:p>
          <a:p>
            <a:pPr lvl="3"/>
            <a:r>
              <a:rPr lang="en-US"/>
              <a:t>Second-level</a:t>
            </a:r>
          </a:p>
          <a:p>
            <a:pPr lvl="4"/>
            <a:r>
              <a:rPr lang="en-US"/>
              <a:t>Third-level</a:t>
            </a:r>
          </a:p>
          <a:p>
            <a:pPr lvl="5"/>
            <a:r>
              <a:rPr lang="en-US"/>
              <a:t>Fourth-level</a:t>
            </a:r>
          </a:p>
          <a:p>
            <a:pPr lvl="6"/>
            <a:r>
              <a:rPr lang="en-US"/>
              <a:t>Fifth-level</a:t>
            </a:r>
          </a:p>
          <a:p>
            <a:pPr lvl="7"/>
            <a:r>
              <a:rPr lang="en-US"/>
              <a:t>Sixth-level</a:t>
            </a:r>
          </a:p>
          <a:p>
            <a:pPr lvl="8"/>
            <a:r>
              <a:rPr lang="en-US"/>
              <a:t>Seventh-level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820143" y="2110424"/>
            <a:ext cx="2506109" cy="3630620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3200" b="1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4200"/>
              </a:spcBef>
              <a:buClrTx/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 algn="l"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7663" indent="-173038" algn="l">
              <a:buClrTx/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1175" indent="-163513" algn="l">
              <a:buClrTx/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 algn="l">
              <a:buClrTx/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 algn="l">
              <a:buClrTx/>
              <a:buFont typeface="Arial" panose="020B0604020202020204" pitchFamily="34" charset="0"/>
              <a:buChar char="•"/>
              <a:defRPr sz="1300"/>
            </a:lvl7pPr>
            <a:lvl8pPr marL="1031875" indent="-171450" algn="l">
              <a:buClrTx/>
              <a:buFont typeface="Arial" panose="020B0604020202020204" pitchFamily="34" charset="0"/>
              <a:buChar char="–"/>
              <a:defRPr sz="1300"/>
            </a:lvl8pPr>
            <a:lvl9pPr marL="1203325" indent="-171450" algn="l">
              <a:buClrTx/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ctr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2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</a:t>
            </a:r>
          </a:p>
          <a:p>
            <a:pPr lvl="3"/>
            <a:r>
              <a:rPr lang="en-US"/>
              <a:t>Second-level</a:t>
            </a:r>
          </a:p>
          <a:p>
            <a:pPr lvl="4"/>
            <a:r>
              <a:rPr lang="en-US"/>
              <a:t>Third-level</a:t>
            </a:r>
          </a:p>
          <a:p>
            <a:pPr lvl="5"/>
            <a:r>
              <a:rPr lang="en-US"/>
              <a:t>Fourth-level</a:t>
            </a:r>
          </a:p>
          <a:p>
            <a:pPr lvl="6"/>
            <a:r>
              <a:rPr lang="en-US"/>
              <a:t>Fifth-level</a:t>
            </a:r>
          </a:p>
          <a:p>
            <a:pPr lvl="7"/>
            <a:r>
              <a:rPr lang="en-US"/>
              <a:t>Sixth-level</a:t>
            </a:r>
          </a:p>
          <a:p>
            <a:pPr lvl="8"/>
            <a:r>
              <a:rPr lang="en-US"/>
              <a:t>Seventh-level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7664668" y="2110424"/>
            <a:ext cx="2506109" cy="3630620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5000"/>
              </a:lnSpc>
              <a:buClrTx/>
              <a:defRPr lang="en-US" sz="3200" b="1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4200"/>
              </a:spcBef>
              <a:buClrTx/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 algn="l"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7663" indent="-173038" algn="l">
              <a:buClrTx/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1175" indent="-163513" algn="l">
              <a:buClrTx/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 algn="l">
              <a:buClrTx/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 algn="l">
              <a:buClrTx/>
              <a:buFont typeface="Arial" panose="020B0604020202020204" pitchFamily="34" charset="0"/>
              <a:buChar char="•"/>
              <a:defRPr sz="1300"/>
            </a:lvl7pPr>
            <a:lvl8pPr marL="1031875" indent="-171450" algn="l">
              <a:buClrTx/>
              <a:buFont typeface="Arial" panose="020B0604020202020204" pitchFamily="34" charset="0"/>
              <a:buChar char="–"/>
              <a:defRPr sz="1300"/>
            </a:lvl8pPr>
            <a:lvl9pPr marL="1203325" indent="-171450" algn="l">
              <a:buClrTx/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ctr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3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</a:t>
            </a:r>
          </a:p>
          <a:p>
            <a:pPr lvl="3"/>
            <a:r>
              <a:rPr lang="en-US"/>
              <a:t>Second-level</a:t>
            </a:r>
          </a:p>
          <a:p>
            <a:pPr lvl="4"/>
            <a:r>
              <a:rPr lang="en-US"/>
              <a:t>Third-level</a:t>
            </a:r>
          </a:p>
          <a:p>
            <a:pPr lvl="5"/>
            <a:r>
              <a:rPr lang="en-US"/>
              <a:t>Fourth-level</a:t>
            </a:r>
          </a:p>
          <a:p>
            <a:pPr lvl="6"/>
            <a:r>
              <a:rPr lang="en-US"/>
              <a:t>Fifth-level</a:t>
            </a:r>
          </a:p>
          <a:p>
            <a:pPr lvl="7"/>
            <a:r>
              <a:rPr lang="en-US"/>
              <a:t>Sixth-level</a:t>
            </a:r>
          </a:p>
          <a:p>
            <a:pPr lvl="8"/>
            <a:r>
              <a:rPr lang="en-US"/>
              <a:t>Seventh-level</a:t>
            </a:r>
          </a:p>
        </p:txBody>
      </p:sp>
    </p:spTree>
    <p:extLst>
      <p:ext uri="{BB962C8B-B14F-4D97-AF65-F5344CB8AC3E}">
        <p14:creationId xmlns:p14="http://schemas.microsoft.com/office/powerpoint/2010/main" val="17672123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318200F-1EB3-4B0D-BB1C-940C25A498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/>
              <a:t>In closing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8588453" cy="3977640"/>
          </a:xfrm>
        </p:spPr>
        <p:txBody>
          <a:bodyPr/>
          <a:lstStyle>
            <a:lvl1pPr>
              <a:lnSpc>
                <a:spcPct val="100000"/>
              </a:lnSpc>
              <a:buClrTx/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Tx/>
              <a:buFontTx/>
              <a:buNone/>
              <a:defRPr baseline="0">
                <a:solidFill>
                  <a:schemeClr val="tx2"/>
                </a:solidFill>
              </a:defRPr>
            </a:lvl2pPr>
            <a:lvl3pPr marL="173038" indent="-173038">
              <a:buClrTx/>
              <a:buFont typeface="Arial" panose="020B0604020202020204" pitchFamily="34" charset="0"/>
              <a:buChar char="•"/>
              <a:defRPr baseline="0">
                <a:solidFill>
                  <a:schemeClr val="tx2"/>
                </a:solidFill>
              </a:defRPr>
            </a:lvl3pPr>
            <a:lvl4pPr marL="347663" indent="-174625">
              <a:buClrTx/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4pPr>
            <a:lvl5pPr marL="509588" indent="-161925">
              <a:buClrTx/>
              <a:buFont typeface="Arial" panose="020B0604020202020204" pitchFamily="34" charset="0"/>
              <a:buChar char="•"/>
              <a:defRPr baseline="0">
                <a:solidFill>
                  <a:schemeClr val="tx2"/>
                </a:solidFill>
              </a:defRPr>
            </a:lvl5pPr>
            <a:lvl6pPr marL="682625" indent="-173038">
              <a:buClrTx/>
              <a:buFont typeface="Arial" panose="020B0604020202020204" pitchFamily="34" charset="0"/>
              <a:buChar char="–"/>
              <a:defRPr/>
            </a:lvl6pPr>
            <a:lvl7pPr marL="857250" indent="-174625">
              <a:buClrTx/>
              <a:buFont typeface="Arial" panose="020B0604020202020204" pitchFamily="34" charset="0"/>
              <a:buChar char="•"/>
              <a:defRPr/>
            </a:lvl7pPr>
            <a:lvl8pPr marL="1030288" indent="-173038">
              <a:buClrTx/>
              <a:buFont typeface="Arial" panose="020B0604020202020204" pitchFamily="34" charset="0"/>
              <a:buChar char="–"/>
              <a:defRPr/>
            </a:lvl8pPr>
            <a:lvl9pPr marL="1203325" indent="-173038">
              <a:buClrTx/>
              <a:buFont typeface="Arial" panose="020B0604020202020204" pitchFamily="34" charset="0"/>
              <a:buChar char="•"/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278932116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8145823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69146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ssib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51F70-C83F-4915-A55C-CF9D7C4CE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30" y="-344516"/>
            <a:ext cx="11026126" cy="264306"/>
          </a:xfrm>
        </p:spPr>
        <p:txBody>
          <a:bodyPr anchor="b"/>
          <a:lstStyle>
            <a:lvl1pPr>
              <a:defRPr sz="1400"/>
            </a:lvl1pPr>
          </a:lstStyle>
          <a:p>
            <a:r>
              <a:rPr lang="en-US"/>
              <a:t>Title for slide built on the blank accessibility master</a:t>
            </a:r>
          </a:p>
        </p:txBody>
      </p:sp>
    </p:spTree>
    <p:extLst>
      <p:ext uri="{BB962C8B-B14F-4D97-AF65-F5344CB8AC3E}">
        <p14:creationId xmlns:p14="http://schemas.microsoft.com/office/powerpoint/2010/main" val="2854787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AD57F1C3-026C-4E29-99D9-D207AB9AE85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accent6"/>
                </a:solidFill>
                <a:latin typeface="CVS Health Sans" panose="020B0504020202020204" pitchFamily="34" charset="0"/>
              </a:defRPr>
            </a:lvl1pPr>
          </a:lstStyle>
          <a:p>
            <a:r>
              <a:rPr lang="en-US"/>
              <a:t>BE SURE IMAGE IS </a:t>
            </a:r>
            <a:br>
              <a:rPr lang="en-US"/>
            </a:br>
            <a:r>
              <a:rPr lang="en-US"/>
              <a:t>DARK ENOUGH SO TYPE AND </a:t>
            </a:r>
            <a:br>
              <a:rPr lang="en-US"/>
            </a:br>
            <a:r>
              <a:rPr lang="en-US"/>
              <a:t>LOGO ARE READABLE</a:t>
            </a:r>
          </a:p>
          <a:p>
            <a:br>
              <a:rPr lang="en-US"/>
            </a:br>
            <a:r>
              <a:rPr lang="en-US"/>
              <a:t>Be sure to send image to </a:t>
            </a:r>
            <a:br>
              <a:rPr lang="en-US"/>
            </a:br>
            <a:r>
              <a:rPr lang="en-US"/>
              <a:t>back so logo sits on top of image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551DC1-11AC-42C9-8CB3-4FB83FD45B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938" y="1188272"/>
            <a:ext cx="3775713" cy="713232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Closing slide</a:t>
            </a:r>
          </a:p>
        </p:txBody>
      </p:sp>
      <p:pic>
        <p:nvPicPr>
          <p:cNvPr id="4" name="Graphic 3" descr="CVS Health logo.">
            <a:extLst>
              <a:ext uri="{FF2B5EF4-FFF2-40B4-BE49-F238E27FC236}">
                <a16:creationId xmlns:a16="http://schemas.microsoft.com/office/drawing/2014/main" id="{4241CE38-4CEB-4E8B-816C-5C169EC9AE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2044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C86AF3C-6D1C-4D8B-80F4-510F140C34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8732" y="3017954"/>
            <a:ext cx="9994538" cy="713232"/>
          </a:xfrm>
        </p:spPr>
        <p:txBody>
          <a:bodyPr/>
          <a:lstStyle>
            <a:lvl1pPr algn="ctr"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en-US"/>
              <a:t>Closing slide</a:t>
            </a:r>
          </a:p>
        </p:txBody>
      </p:sp>
    </p:spTree>
    <p:extLst>
      <p:ext uri="{BB962C8B-B14F-4D97-AF65-F5344CB8AC3E}">
        <p14:creationId xmlns:p14="http://schemas.microsoft.com/office/powerpoint/2010/main" val="347112299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S logo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 descr="CVS Health logo.">
            <a:extLst>
              <a:ext uri="{FF2B5EF4-FFF2-40B4-BE49-F238E27FC236}">
                <a16:creationId xmlns:a16="http://schemas.microsoft.com/office/drawing/2014/main" id="{3B724D08-4F05-4A11-9EB9-CD3B1FE611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26318" y="3030094"/>
            <a:ext cx="6539366" cy="79781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1268719-E45D-4DB9-A5CE-3920E9240B44}"/>
              </a:ext>
            </a:extLst>
          </p:cNvPr>
          <p:cNvSpPr/>
          <p:nvPr userDrawn="1"/>
        </p:nvSpPr>
        <p:spPr>
          <a:xfrm>
            <a:off x="1" y="5779008"/>
            <a:ext cx="12192000" cy="1078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7519E24-EA44-44E4-8587-7A08DC99D5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30" y="-347472"/>
            <a:ext cx="11026126" cy="264306"/>
          </a:xfrm>
        </p:spPr>
        <p:txBody>
          <a:bodyPr anchor="b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CVS Health logo on white background</a:t>
            </a:r>
          </a:p>
        </p:txBody>
      </p:sp>
    </p:spTree>
    <p:extLst>
      <p:ext uri="{BB962C8B-B14F-4D97-AF65-F5344CB8AC3E}">
        <p14:creationId xmlns:p14="http://schemas.microsoft.com/office/powerpoint/2010/main" val="32547240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S logo on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268719-E45D-4DB9-A5CE-3920E9240B44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33B14B6-B371-42B3-8BC3-E203B9570C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30" y="-347472"/>
            <a:ext cx="11026126" cy="264306"/>
          </a:xfrm>
        </p:spPr>
        <p:txBody>
          <a:bodyPr anchor="b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CVS Health logo on red background</a:t>
            </a:r>
          </a:p>
        </p:txBody>
      </p:sp>
      <p:pic>
        <p:nvPicPr>
          <p:cNvPr id="12" name="Graphic 11" descr="CVS Health logo in white.">
            <a:extLst>
              <a:ext uri="{FF2B5EF4-FFF2-40B4-BE49-F238E27FC236}">
                <a16:creationId xmlns:a16="http://schemas.microsoft.com/office/drawing/2014/main" id="{B559DD0B-4B08-444F-A6AA-A5A2ED1474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26318" y="3030094"/>
            <a:ext cx="6539366" cy="79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7187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-1587" y="0"/>
            <a:ext cx="12195175" cy="6858000"/>
          </a:xfrm>
          <a:solidFill>
            <a:schemeClr val="bg1">
              <a:lumMod val="75000"/>
            </a:schemeClr>
          </a:solidFill>
        </p:spPr>
        <p:txBody>
          <a:bodyPr rIns="457200"/>
          <a:lstStyle>
            <a:lvl1pPr algn="r">
              <a:defRPr sz="2000" b="1" baseline="0">
                <a:solidFill>
                  <a:schemeClr val="bg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add picture</a:t>
            </a:r>
          </a:p>
        </p:txBody>
      </p:sp>
      <p:sp>
        <p:nvSpPr>
          <p:cNvPr id="29" name="Title 1"/>
          <p:cNvSpPr>
            <a:spLocks noGrp="1"/>
          </p:cNvSpPr>
          <p:nvPr>
            <p:ph type="ctrTitle" hasCustomPrompt="1"/>
          </p:nvPr>
        </p:nvSpPr>
        <p:spPr>
          <a:xfrm>
            <a:off x="568818" y="850392"/>
            <a:ext cx="4179897" cy="5157216"/>
          </a:xfrm>
          <a:solidFill>
            <a:srgbClr val="CC0000">
              <a:alpha val="74902"/>
            </a:srgbClr>
          </a:solidFill>
        </p:spPr>
        <p:txBody>
          <a:bodyPr lIns="402336" tIns="457200" rIns="365760" bIns="182880" anchor="t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16991" y="2679062"/>
            <a:ext cx="393699" cy="0"/>
          </a:xfrm>
          <a:prstGeom prst="line">
            <a:avLst/>
          </a:prstGeom>
          <a:ln w="25400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991965" y="3063240"/>
            <a:ext cx="3283551" cy="1262324"/>
          </a:xfrm>
        </p:spPr>
        <p:txBody>
          <a:bodyPr/>
          <a:lstStyle>
            <a:lvl1pPr>
              <a:defRPr sz="15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5" name="Graphic 14" descr="CVS Health logo">
            <a:extLst>
              <a:ext uri="{FF2B5EF4-FFF2-40B4-BE49-F238E27FC236}">
                <a16:creationId xmlns:a16="http://schemas.microsoft.com/office/drawing/2014/main" id="{DCA7CAE5-6AC5-9442-BDF8-6E9A04A35E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4231" y="5243838"/>
            <a:ext cx="2277449" cy="27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39359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-1587" y="0"/>
            <a:ext cx="12195175" cy="6858000"/>
          </a:xfrm>
          <a:solidFill>
            <a:schemeClr val="bg1">
              <a:lumMod val="75000"/>
            </a:schemeClr>
          </a:solidFill>
        </p:spPr>
        <p:txBody>
          <a:bodyPr rIns="457200"/>
          <a:lstStyle>
            <a:lvl1pPr algn="r">
              <a:defRPr sz="2000" b="1" baseline="0">
                <a:solidFill>
                  <a:schemeClr val="bg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add picture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68818" y="850392"/>
            <a:ext cx="4179897" cy="5157216"/>
          </a:xfrm>
          <a:solidFill>
            <a:srgbClr val="FFFFFF">
              <a:alpha val="89804"/>
            </a:srgbClr>
          </a:solidFill>
        </p:spPr>
        <p:txBody>
          <a:bodyPr lIns="402336" tIns="457200" rIns="365760" bIns="182880" anchor="t">
            <a:no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A45137-D954-4F74-A043-F7DE2DC22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16991" y="2679062"/>
            <a:ext cx="393699" cy="0"/>
          </a:xfrm>
          <a:prstGeom prst="line">
            <a:avLst/>
          </a:prstGeom>
          <a:ln w="25400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989552" y="3063240"/>
            <a:ext cx="3283551" cy="1262324"/>
          </a:xfrm>
        </p:spPr>
        <p:txBody>
          <a:bodyPr/>
          <a:lstStyle>
            <a:lvl1pPr>
              <a:defRPr sz="15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5" name="Graphic 14" descr="CVS Health logo">
            <a:extLst>
              <a:ext uri="{FF2B5EF4-FFF2-40B4-BE49-F238E27FC236}">
                <a16:creationId xmlns:a16="http://schemas.microsoft.com/office/drawing/2014/main" id="{20283CA7-E5C8-1743-B657-BA1BA157B5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4231" y="5243838"/>
            <a:ext cx="2277449" cy="27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8437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717805" y="389319"/>
            <a:ext cx="9101035" cy="5724144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6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384048" y="1024128"/>
            <a:ext cx="5806440" cy="444398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7223762" y="1167898"/>
            <a:ext cx="3685665" cy="89002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7223761" y="2825587"/>
            <a:ext cx="3682432" cy="2407316"/>
          </a:xfrm>
        </p:spPr>
        <p:txBody>
          <a:bodyPr>
            <a:noAutofit/>
          </a:bodyPr>
          <a:lstStyle>
            <a:lvl1pPr>
              <a:defRPr sz="15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Text here 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20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image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1" y="1"/>
            <a:ext cx="12192000" cy="6107113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127" cy="6108192"/>
          </a:xfrm>
          <a:solidFill>
            <a:srgbClr val="CC0000">
              <a:alpha val="69804"/>
            </a:srgbClr>
          </a:solidFill>
        </p:spPr>
        <p:txBody>
          <a:bodyPr rIns="0" anchor="ctr"/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488A55-A1E3-4589-84A6-891A58FB0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99151" y="2270492"/>
            <a:ext cx="393699" cy="1554480"/>
            <a:chOff x="5897615" y="2231631"/>
            <a:chExt cx="393596" cy="15544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3CD6507-4329-43F1-9783-C7A1ED84BBC5}"/>
                </a:ext>
              </a:extLst>
            </p:cNvPr>
            <p:cNvCxnSpPr/>
            <p:nvPr/>
          </p:nvCxnSpPr>
          <p:spPr>
            <a:xfrm>
              <a:off x="5897615" y="2231631"/>
              <a:ext cx="393596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CA169C1-F273-430E-82C8-6CC1089786DA}"/>
                </a:ext>
              </a:extLst>
            </p:cNvPr>
            <p:cNvCxnSpPr/>
            <p:nvPr/>
          </p:nvCxnSpPr>
          <p:spPr>
            <a:xfrm>
              <a:off x="5897615" y="3786111"/>
              <a:ext cx="393596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" y="6261904"/>
            <a:ext cx="4445836" cy="596096"/>
          </a:xfrm>
          <a:prstGeom prst="rect">
            <a:avLst/>
          </a:prstGeom>
          <a:solidFill>
            <a:schemeClr val="bg1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66506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image_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1" y="1"/>
            <a:ext cx="12192000" cy="6107113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127" cy="6108192"/>
          </a:xfrm>
          <a:solidFill>
            <a:schemeClr val="accent5">
              <a:alpha val="69804"/>
            </a:schemeClr>
          </a:solidFill>
        </p:spPr>
        <p:txBody>
          <a:bodyPr rIns="0" anchor="ctr"/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488A55-A1E3-4589-84A6-891A58FB0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99151" y="2270492"/>
            <a:ext cx="393699" cy="1554480"/>
            <a:chOff x="5897615" y="2231631"/>
            <a:chExt cx="393596" cy="15544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3CD6507-4329-43F1-9783-C7A1ED84BBC5}"/>
                </a:ext>
              </a:extLst>
            </p:cNvPr>
            <p:cNvCxnSpPr/>
            <p:nvPr/>
          </p:nvCxnSpPr>
          <p:spPr>
            <a:xfrm>
              <a:off x="5897615" y="2231631"/>
              <a:ext cx="393596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CA169C1-F273-430E-82C8-6CC1089786DA}"/>
                </a:ext>
              </a:extLst>
            </p:cNvPr>
            <p:cNvCxnSpPr/>
            <p:nvPr/>
          </p:nvCxnSpPr>
          <p:spPr>
            <a:xfrm>
              <a:off x="5897615" y="3786111"/>
              <a:ext cx="393596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" y="6261904"/>
            <a:ext cx="4445836" cy="596096"/>
          </a:xfrm>
          <a:prstGeom prst="rect">
            <a:avLst/>
          </a:prstGeom>
          <a:solidFill>
            <a:schemeClr val="bg1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8255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imag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1" y="1"/>
            <a:ext cx="12192000" cy="6107113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127" cy="6108192"/>
          </a:xfrm>
          <a:solidFill>
            <a:srgbClr val="0B315E">
              <a:alpha val="69804"/>
            </a:srgbClr>
          </a:solidFill>
        </p:spPr>
        <p:txBody>
          <a:bodyPr rIns="0" anchor="ctr"/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488A55-A1E3-4589-84A6-891A58FB0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99151" y="2270492"/>
            <a:ext cx="393699" cy="1554480"/>
            <a:chOff x="5897615" y="2231631"/>
            <a:chExt cx="393596" cy="15544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3CD6507-4329-43F1-9783-C7A1ED84BBC5}"/>
                </a:ext>
              </a:extLst>
            </p:cNvPr>
            <p:cNvCxnSpPr/>
            <p:nvPr/>
          </p:nvCxnSpPr>
          <p:spPr>
            <a:xfrm>
              <a:off x="5897615" y="2231631"/>
              <a:ext cx="393596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CA169C1-F273-430E-82C8-6CC1089786DA}"/>
                </a:ext>
              </a:extLst>
            </p:cNvPr>
            <p:cNvCxnSpPr/>
            <p:nvPr/>
          </p:nvCxnSpPr>
          <p:spPr>
            <a:xfrm>
              <a:off x="5897615" y="3786111"/>
              <a:ext cx="393596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" y="6261904"/>
            <a:ext cx="4445836" cy="596096"/>
          </a:xfrm>
          <a:prstGeom prst="rect">
            <a:avLst/>
          </a:prstGeom>
          <a:solidFill>
            <a:schemeClr val="bg1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034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>
              <a:defRPr sz="3200" b="1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30229537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20D3DB-63F4-412F-96CC-3E84E34BE0CE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122237504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111EDB-A7DC-4D3C-BA73-E639327B03EF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B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8DD2AFC-8349-4DB3-855A-645AB85DF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21638195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B6C09C-1569-4654-BB41-00C9680D2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649224"/>
            <a:ext cx="10382997" cy="767080"/>
          </a:xfrm>
        </p:spPr>
        <p:txBody>
          <a:bodyPr anchor="t"/>
          <a:lstStyle>
            <a:lvl1pPr>
              <a:defRPr baseline="0"/>
            </a:lvl1pPr>
          </a:lstStyle>
          <a:p>
            <a:r>
              <a:rPr lang="en-US"/>
              <a:t>Click to add title for three-column with text and pictograms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876397E4-B71C-46AA-956F-3D980F86C3D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14332" y="3474720"/>
            <a:ext cx="2926080" cy="2278380"/>
          </a:xfrm>
        </p:spPr>
        <p:txBody>
          <a:bodyPr/>
          <a:lstStyle>
            <a:lvl1pPr algn="ctr">
              <a:spcBef>
                <a:spcPts val="1200"/>
              </a:spcBef>
              <a:defRPr sz="2000" b="1"/>
            </a:lvl1pPr>
            <a:lvl2pPr marL="0" indent="0" algn="ctr">
              <a:spcBef>
                <a:spcPts val="1200"/>
              </a:spcBef>
              <a:buFontTx/>
              <a:buNone/>
              <a:defRPr sz="1500" baseline="0"/>
            </a:lvl2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Descriptor text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9553113-2B4B-401B-B370-4B3C744FACE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629476" y="3474720"/>
            <a:ext cx="2926080" cy="2278380"/>
          </a:xfrm>
        </p:spPr>
        <p:txBody>
          <a:bodyPr/>
          <a:lstStyle>
            <a:lvl1pPr algn="ctr">
              <a:spcBef>
                <a:spcPts val="1200"/>
              </a:spcBef>
              <a:defRPr sz="2000" b="1"/>
            </a:lvl1pPr>
            <a:lvl2pPr marL="0" indent="0" algn="ctr">
              <a:spcBef>
                <a:spcPts val="1200"/>
              </a:spcBef>
              <a:buFontTx/>
              <a:buNone/>
              <a:defRPr sz="1500"/>
            </a:lvl2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Descriptor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57CE74-CA0B-4C5C-9F24-0A4DDE0192E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44620" y="3474720"/>
            <a:ext cx="2926080" cy="2278380"/>
          </a:xfrm>
        </p:spPr>
        <p:txBody>
          <a:bodyPr/>
          <a:lstStyle>
            <a:lvl1pPr algn="ctr">
              <a:spcBef>
                <a:spcPts val="1200"/>
              </a:spcBef>
              <a:defRPr sz="2000" b="1"/>
            </a:lvl1pPr>
            <a:lvl2pPr marL="0" indent="0" algn="ctr">
              <a:spcBef>
                <a:spcPts val="1200"/>
              </a:spcBef>
              <a:buFontTx/>
              <a:buNone/>
              <a:defRPr sz="1500"/>
            </a:lvl2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Descriptor text</a:t>
            </a:r>
          </a:p>
        </p:txBody>
      </p:sp>
    </p:spTree>
    <p:extLst>
      <p:ext uri="{BB962C8B-B14F-4D97-AF65-F5344CB8AC3E}">
        <p14:creationId xmlns:p14="http://schemas.microsoft.com/office/powerpoint/2010/main" val="13254389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ntent with Journ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36CF014F-B23E-4DD0-8A88-40A65BDAD14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1001" y="384048"/>
            <a:ext cx="11430000" cy="5723065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26009B7-5F33-4D7E-A4F7-6CA681DDE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417" y="645676"/>
            <a:ext cx="9590735" cy="501558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 for five-column journey layout</a:t>
            </a:r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956EEDF9-B18F-4AFB-9E04-CA990EBDD6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3418" y="1147235"/>
            <a:ext cx="4502150" cy="663575"/>
          </a:xfrm>
        </p:spPr>
        <p:txBody>
          <a:bodyPr>
            <a:noAutofit/>
          </a:bodyPr>
          <a:lstStyle>
            <a:lvl1pPr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7C11469D-9EC8-4519-836A-687F6608159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75002" y="3794760"/>
            <a:ext cx="11442124" cy="2312352"/>
          </a:xfrm>
          <a:solidFill>
            <a:srgbClr val="FFFFFF">
              <a:alpha val="89804"/>
            </a:srgbClr>
          </a:solidFill>
        </p:spPr>
        <p:txBody>
          <a:bodyPr lIns="731520" tIns="292608" rIns="9144000" bIns="365760"/>
          <a:lstStyle>
            <a:lvl1pPr>
              <a:defRPr sz="2000" b="1"/>
            </a:lvl1pPr>
            <a:lvl2pPr marL="0" indent="0">
              <a:buFontTx/>
              <a:buNone/>
              <a:defRPr sz="1500"/>
            </a:lvl2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Descriptor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A75E45-8148-442F-822D-E9C73BA8CBE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181494" y="4087368"/>
            <a:ext cx="1554480" cy="1647866"/>
          </a:xfrm>
        </p:spPr>
        <p:txBody>
          <a:bodyPr/>
          <a:lstStyle>
            <a:lvl1pPr>
              <a:defRPr sz="2000" b="1"/>
            </a:lvl1pPr>
            <a:lvl2pPr marL="0" indent="0">
              <a:buFontTx/>
              <a:buNone/>
              <a:defRPr sz="1500"/>
            </a:lvl2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Descriptor text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E5F229D-5445-4481-B37A-7C803D7A4E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292104" y="4087368"/>
            <a:ext cx="1554480" cy="1647866"/>
          </a:xfrm>
        </p:spPr>
        <p:txBody>
          <a:bodyPr/>
          <a:lstStyle>
            <a:lvl1pPr>
              <a:defRPr sz="2000" b="1"/>
            </a:lvl1pPr>
            <a:lvl2pPr marL="0" indent="0">
              <a:buFontTx/>
              <a:buNone/>
              <a:defRPr sz="1500"/>
            </a:lvl2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Descriptor text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3FBD4EE-F77B-494E-85B2-4353717063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10332" y="4087368"/>
            <a:ext cx="1552597" cy="1647866"/>
          </a:xfrm>
        </p:spPr>
        <p:txBody>
          <a:bodyPr/>
          <a:lstStyle>
            <a:lvl1pPr>
              <a:defRPr sz="2000" b="1"/>
            </a:lvl1pPr>
            <a:lvl2pPr marL="0" indent="0">
              <a:buFontTx/>
              <a:buNone/>
              <a:defRPr sz="1500"/>
            </a:lvl2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Descriptor text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ABAA180E-9385-446C-8FE0-5A75D6AC5FA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522127" y="4087368"/>
            <a:ext cx="1600200" cy="1647866"/>
          </a:xfrm>
        </p:spPr>
        <p:txBody>
          <a:bodyPr/>
          <a:lstStyle>
            <a:lvl1pPr>
              <a:defRPr sz="2000" b="1"/>
            </a:lvl1pPr>
            <a:lvl2pPr marL="0" indent="0">
              <a:buFontTx/>
              <a:buNone/>
              <a:defRPr sz="1500"/>
            </a:lvl2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Descriptor text</a:t>
            </a:r>
          </a:p>
        </p:txBody>
      </p:sp>
    </p:spTree>
    <p:extLst>
      <p:ext uri="{BB962C8B-B14F-4D97-AF65-F5344CB8AC3E}">
        <p14:creationId xmlns:p14="http://schemas.microsoft.com/office/powerpoint/2010/main" val="390725569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left re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D01347EA-A5E7-49A1-A514-68318CFEBC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4148" y="384048"/>
            <a:ext cx="11432977" cy="5724144"/>
          </a:xfrm>
          <a:solidFill>
            <a:schemeClr val="bg1">
              <a:lumMod val="75000"/>
            </a:schemeClr>
          </a:solidFill>
        </p:spPr>
        <p:txBody>
          <a:bodyPr rIns="228600"/>
          <a:lstStyle>
            <a:lvl1pPr algn="r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02D166E-0ECA-42FC-92B4-4E1210F30C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442" y="0"/>
            <a:ext cx="5318557" cy="5724144"/>
          </a:xfrm>
          <a:solidFill>
            <a:srgbClr val="CC0000">
              <a:alpha val="74902"/>
            </a:srgbClr>
          </a:solidFill>
        </p:spPr>
        <p:txBody>
          <a:bodyPr lIns="566928" tIns="822960" rIns="182880" bIns="182880"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1844AFB-2CD7-4A47-A791-8BD9C1F3A6E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1344518" y="2103120"/>
            <a:ext cx="4115872" cy="3154680"/>
          </a:xfrm>
        </p:spPr>
        <p:txBody>
          <a:bodyPr/>
          <a:lstStyle>
            <a:lvl1pPr>
              <a:defRPr sz="1500" cap="none" baseline="0">
                <a:solidFill>
                  <a:schemeClr val="bg1"/>
                </a:solidFill>
              </a:defRPr>
            </a:lvl1pPr>
            <a:lvl2pPr marL="171450" indent="-171450">
              <a:defRPr sz="1500">
                <a:solidFill>
                  <a:schemeClr val="bg1"/>
                </a:solidFill>
              </a:defRPr>
            </a:lvl2pPr>
            <a:lvl3pPr marL="347663" indent="-176213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bg1"/>
                </a:solidFill>
              </a:defRPr>
            </a:lvl3pPr>
            <a:lvl4pPr marL="509588" indent="-161925">
              <a:spcBef>
                <a:spcPts val="600"/>
              </a:spcBef>
              <a:defRPr sz="1500">
                <a:solidFill>
                  <a:schemeClr val="bg1"/>
                </a:solidFill>
              </a:defRPr>
            </a:lvl4pPr>
            <a:lvl5pPr marL="682625" indent="-173038">
              <a:spcBef>
                <a:spcPts val="600"/>
              </a:spcBef>
              <a:defRPr sz="1500">
                <a:solidFill>
                  <a:schemeClr val="bg1"/>
                </a:solidFill>
              </a:defRPr>
            </a:lvl5pPr>
            <a:lvl6pPr marL="857250" indent="-174625">
              <a:defRPr sz="1500">
                <a:solidFill>
                  <a:schemeClr val="bg1"/>
                </a:solidFill>
              </a:defRPr>
            </a:lvl6pPr>
            <a:lvl7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bg1"/>
                </a:solidFill>
              </a:defRPr>
            </a:lvl7pPr>
            <a:lvl8pPr marL="1203325" indent="-1746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8pPr>
            <a:lvl9pPr marL="1377950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370801592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right re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A4D12A02-A360-46A7-8D87-07E27C95D1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4148" y="384048"/>
            <a:ext cx="11432977" cy="572414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231775" indent="0" algn="l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A5028E0-B9C4-4F1E-B493-C01E099850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0"/>
            <a:ext cx="5323194" cy="5724144"/>
          </a:xfrm>
          <a:solidFill>
            <a:srgbClr val="CC0000">
              <a:alpha val="74902"/>
            </a:srgbClr>
          </a:solidFill>
        </p:spPr>
        <p:txBody>
          <a:bodyPr lIns="566928" tIns="822960" rIns="182880" bIns="182880"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BB2D2B8-9FB8-4A09-A965-EDE29B294B69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667712" y="2103120"/>
            <a:ext cx="4115872" cy="3154680"/>
          </a:xfrm>
        </p:spPr>
        <p:txBody>
          <a:bodyPr/>
          <a:lstStyle>
            <a:lvl1pPr>
              <a:defRPr sz="1500" cap="none" baseline="0">
                <a:solidFill>
                  <a:schemeClr val="bg1"/>
                </a:solidFill>
              </a:defRPr>
            </a:lvl1pPr>
            <a:lvl2pPr marL="171450" indent="-171450">
              <a:defRPr sz="1500">
                <a:solidFill>
                  <a:schemeClr val="bg1"/>
                </a:solidFill>
              </a:defRPr>
            </a:lvl2pPr>
            <a:lvl3pPr marL="347663" indent="-176213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bg1"/>
                </a:solidFill>
              </a:defRPr>
            </a:lvl3pPr>
            <a:lvl4pPr marL="509588" indent="-161925">
              <a:spcBef>
                <a:spcPts val="600"/>
              </a:spcBef>
              <a:defRPr sz="1500">
                <a:solidFill>
                  <a:schemeClr val="bg1"/>
                </a:solidFill>
              </a:defRPr>
            </a:lvl4pPr>
            <a:lvl5pPr marL="682625" indent="-173038">
              <a:spcBef>
                <a:spcPts val="600"/>
              </a:spcBef>
              <a:defRPr sz="1500">
                <a:solidFill>
                  <a:schemeClr val="bg1"/>
                </a:solidFill>
              </a:defRPr>
            </a:lvl5pPr>
            <a:lvl6pPr marL="857250" indent="-174625">
              <a:defRPr sz="1500">
                <a:solidFill>
                  <a:schemeClr val="bg1"/>
                </a:solidFill>
              </a:defRPr>
            </a:lvl6pPr>
            <a:lvl7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bg1"/>
                </a:solidFill>
              </a:defRPr>
            </a:lvl7pPr>
            <a:lvl8pPr marL="1203325" indent="-1746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8pPr>
            <a:lvl9pPr marL="1377950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151302027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left whit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3D055086-58AC-42CE-888E-C815208128D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4148" y="384048"/>
            <a:ext cx="11432977" cy="5724144"/>
          </a:xfrm>
          <a:solidFill>
            <a:schemeClr val="bg1">
              <a:lumMod val="75000"/>
            </a:schemeClr>
          </a:solidFill>
        </p:spPr>
        <p:txBody>
          <a:bodyPr rIns="228600"/>
          <a:lstStyle>
            <a:lvl1pPr algn="r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E6573A-5FD6-4334-99D2-D89E563A34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442" y="0"/>
            <a:ext cx="5318557" cy="5724144"/>
          </a:xfrm>
          <a:solidFill>
            <a:srgbClr val="FFFFFF">
              <a:alpha val="89804"/>
            </a:srgbClr>
          </a:solidFill>
        </p:spPr>
        <p:txBody>
          <a:bodyPr lIns="566928" tIns="822960" rIns="182880" bIns="182880" anchor="t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C96A496-EE5B-40C6-8F1E-8D08A089A294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1344518" y="2103120"/>
            <a:ext cx="4115872" cy="3154680"/>
          </a:xfrm>
        </p:spPr>
        <p:txBody>
          <a:bodyPr/>
          <a:lstStyle>
            <a:lvl1pPr>
              <a:defRPr sz="1500" cap="none" baseline="0">
                <a:solidFill>
                  <a:schemeClr val="tx2"/>
                </a:solidFill>
              </a:defRPr>
            </a:lvl1pPr>
            <a:lvl2pPr marL="171450" indent="-171450">
              <a:defRPr sz="1500">
                <a:solidFill>
                  <a:schemeClr val="tx2"/>
                </a:solidFill>
              </a:defRPr>
            </a:lvl2pPr>
            <a:lvl3pPr marL="347663" indent="-176213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3pPr>
            <a:lvl4pPr marL="509588" indent="-161925">
              <a:spcBef>
                <a:spcPts val="600"/>
              </a:spcBef>
              <a:defRPr sz="1500">
                <a:solidFill>
                  <a:schemeClr val="tx2"/>
                </a:solidFill>
              </a:defRPr>
            </a:lvl4pPr>
            <a:lvl5pPr marL="682625" indent="-173038">
              <a:spcBef>
                <a:spcPts val="600"/>
              </a:spcBef>
              <a:defRPr sz="1500">
                <a:solidFill>
                  <a:schemeClr val="tx2"/>
                </a:solidFill>
              </a:defRPr>
            </a:lvl5pPr>
            <a:lvl6pPr marL="857250" indent="-174625">
              <a:defRPr sz="1500">
                <a:solidFill>
                  <a:schemeClr val="tx2"/>
                </a:solidFill>
              </a:defRPr>
            </a:lvl6pPr>
            <a:lvl7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tx2"/>
                </a:solidFill>
              </a:defRPr>
            </a:lvl7pPr>
            <a:lvl8pPr marL="1203325" indent="-1746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8pPr>
            <a:lvl9pPr marL="1377950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190944981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right whit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54CB2024-EDB7-4027-B7B3-F640F2EC12E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4148" y="384048"/>
            <a:ext cx="11432977" cy="572414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231775" indent="0" algn="l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66DF86-B4A3-42B6-8919-C55C8B1577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0"/>
            <a:ext cx="5323194" cy="5724144"/>
          </a:xfrm>
          <a:solidFill>
            <a:srgbClr val="FFFFFF">
              <a:alpha val="89804"/>
            </a:srgbClr>
          </a:solidFill>
        </p:spPr>
        <p:txBody>
          <a:bodyPr lIns="566928" tIns="822960" rIns="182880" bIns="182880" anchor="t">
            <a:no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0552F6-0A47-41DD-9EA5-4D6D279BD2A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667712" y="2103120"/>
            <a:ext cx="4115872" cy="3154680"/>
          </a:xfrm>
        </p:spPr>
        <p:txBody>
          <a:bodyPr/>
          <a:lstStyle>
            <a:lvl1pPr>
              <a:defRPr sz="1500" cap="none" baseline="0">
                <a:solidFill>
                  <a:schemeClr val="tx2"/>
                </a:solidFill>
              </a:defRPr>
            </a:lvl1pPr>
            <a:lvl2pPr marL="171450" indent="-171450">
              <a:defRPr sz="1500">
                <a:solidFill>
                  <a:schemeClr val="tx2"/>
                </a:solidFill>
              </a:defRPr>
            </a:lvl2pPr>
            <a:lvl3pPr marL="347663" indent="-176213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3pPr>
            <a:lvl4pPr marL="509588" indent="-161925">
              <a:spcBef>
                <a:spcPts val="600"/>
              </a:spcBef>
              <a:defRPr sz="1500">
                <a:solidFill>
                  <a:schemeClr val="tx2"/>
                </a:solidFill>
              </a:defRPr>
            </a:lvl4pPr>
            <a:lvl5pPr marL="682625" indent="-173038">
              <a:spcBef>
                <a:spcPts val="600"/>
              </a:spcBef>
              <a:defRPr sz="1500">
                <a:solidFill>
                  <a:schemeClr val="tx2"/>
                </a:solidFill>
              </a:defRPr>
            </a:lvl5pPr>
            <a:lvl6pPr marL="857250" indent="-174625">
              <a:defRPr sz="1500">
                <a:solidFill>
                  <a:schemeClr val="tx2"/>
                </a:solidFill>
              </a:defRPr>
            </a:lvl6pPr>
            <a:lvl7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tx2"/>
                </a:solidFill>
              </a:defRPr>
            </a:lvl7pPr>
            <a:lvl8pPr marL="1203325" indent="-1746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8pPr>
            <a:lvl9pPr marL="1377950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340936528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left blu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384148" y="384048"/>
            <a:ext cx="11432977" cy="5724144"/>
          </a:xfrm>
          <a:solidFill>
            <a:schemeClr val="bg1">
              <a:lumMod val="75000"/>
            </a:schemeClr>
          </a:solidFill>
        </p:spPr>
        <p:txBody>
          <a:bodyPr rIns="228600"/>
          <a:lstStyle>
            <a:lvl1pPr algn="r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B3AA7B-BFA1-4F3B-8433-5B996FE11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442" y="0"/>
            <a:ext cx="5318557" cy="5724144"/>
          </a:xfrm>
          <a:solidFill>
            <a:srgbClr val="0B315E">
              <a:alpha val="85098"/>
            </a:srgbClr>
          </a:solidFill>
        </p:spPr>
        <p:txBody>
          <a:bodyPr lIns="566928" tIns="822960" rIns="182880" bIns="182880"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7D4864B-4462-4B16-A8C6-1DC8862069AA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1344518" y="2103120"/>
            <a:ext cx="4115872" cy="3154680"/>
          </a:xfrm>
        </p:spPr>
        <p:txBody>
          <a:bodyPr/>
          <a:lstStyle>
            <a:lvl1pPr>
              <a:defRPr sz="1500" cap="none" baseline="0">
                <a:solidFill>
                  <a:schemeClr val="bg1"/>
                </a:solidFill>
              </a:defRPr>
            </a:lvl1pPr>
            <a:lvl2pPr marL="171450" indent="-171450">
              <a:defRPr sz="1500">
                <a:solidFill>
                  <a:schemeClr val="bg1"/>
                </a:solidFill>
              </a:defRPr>
            </a:lvl2pPr>
            <a:lvl3pPr marL="347663" indent="-176213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bg1"/>
                </a:solidFill>
              </a:defRPr>
            </a:lvl3pPr>
            <a:lvl4pPr marL="509588" indent="-161925">
              <a:spcBef>
                <a:spcPts val="600"/>
              </a:spcBef>
              <a:defRPr sz="1500">
                <a:solidFill>
                  <a:schemeClr val="bg1"/>
                </a:solidFill>
              </a:defRPr>
            </a:lvl4pPr>
            <a:lvl5pPr marL="682625" indent="-173038">
              <a:spcBef>
                <a:spcPts val="600"/>
              </a:spcBef>
              <a:defRPr sz="1500">
                <a:solidFill>
                  <a:schemeClr val="bg1"/>
                </a:solidFill>
              </a:defRPr>
            </a:lvl5pPr>
            <a:lvl6pPr marL="857250" indent="-174625">
              <a:defRPr sz="1500">
                <a:solidFill>
                  <a:schemeClr val="bg1"/>
                </a:solidFill>
              </a:defRPr>
            </a:lvl6pPr>
            <a:lvl7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bg1"/>
                </a:solidFill>
              </a:defRPr>
            </a:lvl7pPr>
            <a:lvl8pPr marL="1203325" indent="-1746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8pPr>
            <a:lvl9pPr marL="1377950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335251494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right blu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384148" y="384048"/>
            <a:ext cx="11432977" cy="572414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231775" indent="0" algn="l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3148CBB-91E1-498A-B884-AECB778C0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0"/>
            <a:ext cx="5323194" cy="5724144"/>
          </a:xfrm>
          <a:solidFill>
            <a:srgbClr val="0B315E">
              <a:alpha val="85098"/>
            </a:srgbClr>
          </a:solidFill>
        </p:spPr>
        <p:txBody>
          <a:bodyPr lIns="566928" tIns="822960" rIns="182880" bIns="182880"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F62E717-3D00-4196-812F-72CF9487567D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667712" y="2103120"/>
            <a:ext cx="4115872" cy="3154680"/>
          </a:xfrm>
        </p:spPr>
        <p:txBody>
          <a:bodyPr/>
          <a:lstStyle>
            <a:lvl1pPr>
              <a:defRPr sz="1500" cap="none" baseline="0">
                <a:solidFill>
                  <a:schemeClr val="bg1"/>
                </a:solidFill>
              </a:defRPr>
            </a:lvl1pPr>
            <a:lvl2pPr marL="171450" indent="-171450">
              <a:defRPr sz="1500">
                <a:solidFill>
                  <a:schemeClr val="bg1"/>
                </a:solidFill>
              </a:defRPr>
            </a:lvl2pPr>
            <a:lvl3pPr marL="347663" indent="-176213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bg1"/>
                </a:solidFill>
              </a:defRPr>
            </a:lvl3pPr>
            <a:lvl4pPr marL="509588" indent="-161925">
              <a:spcBef>
                <a:spcPts val="600"/>
              </a:spcBef>
              <a:defRPr sz="1500">
                <a:solidFill>
                  <a:schemeClr val="bg1"/>
                </a:solidFill>
              </a:defRPr>
            </a:lvl4pPr>
            <a:lvl5pPr marL="682625" indent="-173038">
              <a:spcBef>
                <a:spcPts val="600"/>
              </a:spcBef>
              <a:defRPr sz="1500">
                <a:solidFill>
                  <a:schemeClr val="bg1"/>
                </a:solidFill>
              </a:defRPr>
            </a:lvl5pPr>
            <a:lvl6pPr marL="857250" indent="-174625">
              <a:defRPr sz="1500">
                <a:solidFill>
                  <a:schemeClr val="bg1"/>
                </a:solidFill>
              </a:defRPr>
            </a:lvl6pPr>
            <a:lvl7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bg1"/>
                </a:solidFill>
              </a:defRPr>
            </a:lvl7pPr>
            <a:lvl8pPr marL="1203325" indent="-1746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8pPr>
            <a:lvl9pPr marL="1377950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408992819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with white box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18986E69-701C-42B3-B14B-5B9A1444F1A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1001" y="384048"/>
            <a:ext cx="11430000" cy="572414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8BE8D4-0273-4958-B950-4410BF4CC9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6346" y="3081528"/>
            <a:ext cx="4774411" cy="2551176"/>
          </a:xfrm>
          <a:solidFill>
            <a:srgbClr val="FFFFFF"/>
          </a:solidFill>
        </p:spPr>
        <p:txBody>
          <a:bodyPr lIns="182880" tIns="457200" rIns="182880" anchor="t">
            <a:noAutofit/>
          </a:bodyPr>
          <a:lstStyle>
            <a:lvl1pPr algn="ctr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Main key point here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B6FFC798-0A25-41EF-9946-E74888704E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82294" y="4332244"/>
            <a:ext cx="4200808" cy="663575"/>
          </a:xfrm>
        </p:spPr>
        <p:txBody>
          <a:bodyPr>
            <a:noAutofit/>
          </a:bodyPr>
          <a:lstStyle>
            <a:lvl1pPr algn="ctr"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Descriptor text</a:t>
            </a:r>
          </a:p>
        </p:txBody>
      </p:sp>
    </p:spTree>
    <p:extLst>
      <p:ext uri="{BB962C8B-B14F-4D97-AF65-F5344CB8AC3E}">
        <p14:creationId xmlns:p14="http://schemas.microsoft.com/office/powerpoint/2010/main" val="381102539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1A63108-01D5-41AB-9EF7-B337048006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8952" y="2500845"/>
            <a:ext cx="4187136" cy="1208557"/>
          </a:xfrm>
        </p:spPr>
        <p:txBody>
          <a:bodyPr anchor="ctr">
            <a:noAutofit/>
          </a:bodyPr>
          <a:lstStyle>
            <a:lvl1pPr algn="r">
              <a:defRPr sz="32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Data slide title</a:t>
            </a:r>
          </a:p>
        </p:txBody>
      </p:sp>
    </p:spTree>
    <p:extLst>
      <p:ext uri="{BB962C8B-B14F-4D97-AF65-F5344CB8AC3E}">
        <p14:creationId xmlns:p14="http://schemas.microsoft.com/office/powerpoint/2010/main" val="30506560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99ADB1-05D5-4EAD-9BF8-BCE2304A7465}"/>
              </a:ext>
            </a:extLst>
          </p:cNvPr>
          <p:cNvSpPr/>
          <p:nvPr userDrawn="1"/>
        </p:nvSpPr>
        <p:spPr>
          <a:xfrm>
            <a:off x="393294" y="384048"/>
            <a:ext cx="3639312" cy="5724144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CVS Health Sans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E8922E-C133-4E9D-8AE5-B9A88B509E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1247" y="3611880"/>
            <a:ext cx="2734859" cy="606582"/>
          </a:xfrm>
        </p:spPr>
        <p:txBody>
          <a:bodyPr anchor="t"/>
          <a:lstStyle>
            <a:lvl1pPr marL="117475" indent="-117475">
              <a:spcBef>
                <a:spcPts val="1200"/>
              </a:spcBef>
              <a:tabLst>
                <a:tab pos="117475" algn="l"/>
              </a:tabLst>
              <a:defRPr sz="2000"/>
            </a:lvl1pPr>
            <a:lvl2pPr marL="117475" indent="0">
              <a:buFontTx/>
              <a:buNone/>
              <a:defRPr/>
            </a:lvl2pPr>
            <a:lvl3pPr marL="117475" indent="0">
              <a:defRPr/>
            </a:lvl3pPr>
          </a:lstStyle>
          <a:p>
            <a:pPr lvl="1"/>
            <a:r>
              <a:rPr lang="en-US"/>
              <a:t>Author here</a:t>
            </a:r>
          </a:p>
        </p:txBody>
      </p: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F3114042-1628-4900-8364-5F3F4EA6D3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65293" y="384048"/>
            <a:ext cx="7545765" cy="572414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BF72BF-6CEF-4ADA-93C8-6FB4194A7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1246" y="841248"/>
            <a:ext cx="2734859" cy="2651760"/>
          </a:xfrm>
        </p:spPr>
        <p:txBody>
          <a:bodyPr anchor="b"/>
          <a:lstStyle>
            <a:lvl1pPr marL="117475" indent="-117475">
              <a:lnSpc>
                <a:spcPct val="100000"/>
              </a:lnSpc>
              <a:tabLst>
                <a:tab pos="117475" algn="l"/>
              </a:tabLst>
              <a:defRPr sz="2000" b="0"/>
            </a:lvl1pPr>
          </a:lstStyle>
          <a:p>
            <a:r>
              <a:rPr lang="en-US"/>
              <a:t>“	Add a quote here. Make sure to include closing quote mark.”</a:t>
            </a:r>
          </a:p>
        </p:txBody>
      </p:sp>
    </p:spTree>
    <p:extLst>
      <p:ext uri="{BB962C8B-B14F-4D97-AF65-F5344CB8AC3E}">
        <p14:creationId xmlns:p14="http://schemas.microsoft.com/office/powerpoint/2010/main" val="188644579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lef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E96B7D-96F7-4EF1-83A2-1101BEEF3887}"/>
              </a:ext>
            </a:extLst>
          </p:cNvPr>
          <p:cNvSpPr/>
          <p:nvPr userDrawn="1"/>
        </p:nvSpPr>
        <p:spPr>
          <a:xfrm>
            <a:off x="393294" y="384048"/>
            <a:ext cx="3639312" cy="57241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CVS Health Sans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13D1E-7E64-42B7-8EA6-D800640A3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6057" y="2353322"/>
            <a:ext cx="2864494" cy="1690242"/>
          </a:xfrm>
        </p:spPr>
        <p:txBody>
          <a:bodyPr anchor="ctr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Main key point here</a:t>
            </a:r>
          </a:p>
        </p:txBody>
      </p:sp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E1E31FCE-7759-4235-8803-6826C9DCEC7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65293" y="384048"/>
            <a:ext cx="7545765" cy="572414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2609429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75D67C-2BF7-49B0-848A-B3B00A9D33BF}"/>
              </a:ext>
            </a:extLst>
          </p:cNvPr>
          <p:cNvSpPr/>
          <p:nvPr userDrawn="1"/>
        </p:nvSpPr>
        <p:spPr>
          <a:xfrm>
            <a:off x="393294" y="384048"/>
            <a:ext cx="3639312" cy="57241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CVS Health Sans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FA46B7-5841-498B-82BA-189426FD5A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6057" y="2353322"/>
            <a:ext cx="2864494" cy="1690242"/>
          </a:xfrm>
        </p:spPr>
        <p:txBody>
          <a:bodyPr anchor="ctr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Main key point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6F1E52-8E2E-4152-9F15-10C9CCB20146}"/>
              </a:ext>
            </a:extLst>
          </p:cNvPr>
          <p:cNvSpPr/>
          <p:nvPr userDrawn="1"/>
        </p:nvSpPr>
        <p:spPr>
          <a:xfrm>
            <a:off x="4265293" y="384048"/>
            <a:ext cx="7545707" cy="5724144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03269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5CA1F-4240-4602-9BCE-C5A4DD7D03C9}"/>
              </a:ext>
            </a:extLst>
          </p:cNvPr>
          <p:cNvSpPr/>
          <p:nvPr userDrawn="1"/>
        </p:nvSpPr>
        <p:spPr>
          <a:xfrm>
            <a:off x="393294" y="384048"/>
            <a:ext cx="3639312" cy="5724144"/>
          </a:xfrm>
          <a:prstGeom prst="rect">
            <a:avLst/>
          </a:prstGeom>
          <a:solidFill>
            <a:srgbClr val="0B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CVS Health Sans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2B703BF-57D7-44B0-A2A6-42286624F9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6057" y="2353322"/>
            <a:ext cx="2864494" cy="1690242"/>
          </a:xfrm>
        </p:spPr>
        <p:txBody>
          <a:bodyPr anchor="ctr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Main key point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B03DA0-A7BD-4BF3-A74D-74FF41083AA4}"/>
              </a:ext>
            </a:extLst>
          </p:cNvPr>
          <p:cNvSpPr/>
          <p:nvPr userDrawn="1"/>
        </p:nvSpPr>
        <p:spPr>
          <a:xfrm>
            <a:off x="4265293" y="384048"/>
            <a:ext cx="7545707" cy="5724144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31589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righ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5"/>
          <p:cNvSpPr>
            <a:spLocks noGrp="1"/>
          </p:cNvSpPr>
          <p:nvPr>
            <p:ph type="pic" sz="quarter" idx="18"/>
          </p:nvPr>
        </p:nvSpPr>
        <p:spPr>
          <a:xfrm>
            <a:off x="393294" y="384048"/>
            <a:ext cx="7545765" cy="572414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8167719" y="384048"/>
            <a:ext cx="3639312" cy="57241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CVS Health Sans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1FF0497-F9C8-4016-899B-3B35773D1F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986" y="2353322"/>
            <a:ext cx="2864494" cy="1690242"/>
          </a:xfrm>
        </p:spPr>
        <p:txBody>
          <a:bodyPr anchor="ctr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Main key point here</a:t>
            </a:r>
          </a:p>
        </p:txBody>
      </p:sp>
    </p:spTree>
    <p:extLst>
      <p:ext uri="{BB962C8B-B14F-4D97-AF65-F5344CB8AC3E}">
        <p14:creationId xmlns:p14="http://schemas.microsoft.com/office/powerpoint/2010/main" val="271896384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righ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FCC6671F-C7F4-4670-B18C-6C0DEC86BD8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3294" y="384048"/>
            <a:ext cx="7545765" cy="572414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9F17DB-23BC-4547-8F26-EF60DE5F906A}"/>
              </a:ext>
            </a:extLst>
          </p:cNvPr>
          <p:cNvSpPr/>
          <p:nvPr userDrawn="1"/>
        </p:nvSpPr>
        <p:spPr>
          <a:xfrm>
            <a:off x="8167719" y="384048"/>
            <a:ext cx="3639312" cy="5724144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CVS Health Sans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398F8E1-81C5-43DF-9E44-7560787FBD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986" y="2353322"/>
            <a:ext cx="2864494" cy="1690242"/>
          </a:xfrm>
        </p:spPr>
        <p:txBody>
          <a:bodyPr anchor="ctr"/>
          <a:lstStyle>
            <a:lvl1pPr algn="ctr"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US"/>
              <a:t>Main key point here</a:t>
            </a:r>
          </a:p>
        </p:txBody>
      </p:sp>
    </p:spTree>
    <p:extLst>
      <p:ext uri="{BB962C8B-B14F-4D97-AF65-F5344CB8AC3E}">
        <p14:creationId xmlns:p14="http://schemas.microsoft.com/office/powerpoint/2010/main" val="340589799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AA90D6A-6A50-4593-8B6E-4ED03D36A1ED}"/>
              </a:ext>
            </a:extLst>
          </p:cNvPr>
          <p:cNvSpPr/>
          <p:nvPr userDrawn="1"/>
        </p:nvSpPr>
        <p:spPr>
          <a:xfrm>
            <a:off x="395726" y="384048"/>
            <a:ext cx="7545707" cy="5724144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AA8204-C754-4229-95F2-FEC283A55893}"/>
              </a:ext>
            </a:extLst>
          </p:cNvPr>
          <p:cNvSpPr/>
          <p:nvPr userDrawn="1"/>
        </p:nvSpPr>
        <p:spPr>
          <a:xfrm>
            <a:off x="8167719" y="384048"/>
            <a:ext cx="3639312" cy="57241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CVS Health Sans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26EF1E-6A37-420A-83BE-9C74A6B91F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8986" y="2353322"/>
            <a:ext cx="2864494" cy="1690242"/>
          </a:xfrm>
        </p:spPr>
        <p:txBody>
          <a:bodyPr anchor="ctr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Main key point here</a:t>
            </a:r>
          </a:p>
        </p:txBody>
      </p:sp>
    </p:spTree>
    <p:extLst>
      <p:ext uri="{BB962C8B-B14F-4D97-AF65-F5344CB8AC3E}">
        <p14:creationId xmlns:p14="http://schemas.microsoft.com/office/powerpoint/2010/main" val="196055213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649224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one-column layout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74880"/>
            <a:ext cx="8588453" cy="3987745"/>
          </a:xfrm>
        </p:spPr>
        <p:txBody>
          <a:bodyPr/>
          <a:lstStyle>
            <a:lvl1pPr>
              <a:defRPr sz="2000" b="1" cap="none" baseline="0">
                <a:solidFill>
                  <a:schemeClr val="tx2"/>
                </a:solidFill>
              </a:defRPr>
            </a:lvl1pPr>
            <a:lvl2pPr marL="0" indent="0">
              <a:buFontTx/>
              <a:buNone/>
              <a:defRPr sz="1500">
                <a:solidFill>
                  <a:schemeClr val="tx2"/>
                </a:solidFill>
              </a:defRPr>
            </a:lvl2pPr>
            <a:lvl3pPr marL="173038" indent="-173038">
              <a:spcBef>
                <a:spcPts val="12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3pPr>
            <a:lvl4pPr marL="347663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4pPr>
            <a:lvl5pPr marL="509588" indent="-1619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5pPr>
            <a:lvl6pPr marL="682625" indent="-173038">
              <a:buFont typeface="Arial" panose="020B0604020202020204" pitchFamily="34" charset="0"/>
              <a:buChar char="–"/>
              <a:defRPr sz="1500" baseline="0"/>
            </a:lvl6pPr>
            <a:lvl7pPr marL="857250" indent="-174625">
              <a:spcBef>
                <a:spcPts val="600"/>
              </a:spcBef>
              <a:buFont typeface="Arial" panose="020B0604020202020204" pitchFamily="34" charset="0"/>
              <a:buChar char="•"/>
              <a:defRPr sz="1500" baseline="0">
                <a:solidFill>
                  <a:schemeClr val="tx2"/>
                </a:solidFill>
              </a:defRPr>
            </a:lvl7pPr>
            <a:lvl8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tx2"/>
                </a:solidFill>
              </a:defRPr>
            </a:lvl8pPr>
            <a:lvl9pPr marL="1203325" indent="-173038">
              <a:spcBef>
                <a:spcPts val="600"/>
              </a:spcBef>
              <a:buFont typeface="Arial" panose="020B0604020202020204" pitchFamily="34" charset="0"/>
              <a:buChar char="•"/>
              <a:defRPr sz="1500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203999546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out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649224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one-column layout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76585"/>
            <a:ext cx="8588453" cy="3977640"/>
          </a:xfrm>
        </p:spPr>
        <p:txBody>
          <a:bodyPr/>
          <a:lstStyle>
            <a:lvl1pPr>
              <a:defRPr sz="1500" cap="none" baseline="0">
                <a:solidFill>
                  <a:schemeClr val="tx2"/>
                </a:solidFill>
              </a:defRPr>
            </a:lvl1pPr>
            <a:lvl2pPr marL="171450" indent="-171450">
              <a:defRPr sz="1500">
                <a:solidFill>
                  <a:schemeClr val="tx2"/>
                </a:solidFill>
              </a:defRPr>
            </a:lvl2pPr>
            <a:lvl3pPr marL="347663" indent="-176213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3pPr>
            <a:lvl4pPr marL="509588" indent="-161925">
              <a:spcBef>
                <a:spcPts val="600"/>
              </a:spcBef>
              <a:defRPr sz="1500">
                <a:solidFill>
                  <a:schemeClr val="tx2"/>
                </a:solidFill>
              </a:defRPr>
            </a:lvl4pPr>
            <a:lvl5pPr marL="682625" indent="-173038">
              <a:spcBef>
                <a:spcPts val="600"/>
              </a:spcBef>
              <a:defRPr sz="1500">
                <a:solidFill>
                  <a:schemeClr val="tx2"/>
                </a:solidFill>
              </a:defRPr>
            </a:lvl5pPr>
            <a:lvl6pPr marL="857250" indent="-174625">
              <a:defRPr sz="1500"/>
            </a:lvl6pPr>
            <a:lvl7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tx2"/>
                </a:solidFill>
              </a:defRPr>
            </a:lvl7pPr>
            <a:lvl8pPr marL="1203325" indent="-1746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8pPr>
            <a:lvl9pPr marL="1377950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246881116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649224"/>
            <a:ext cx="9667726" cy="71323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for two-column layout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5" hasCustomPrompt="1"/>
          </p:nvPr>
        </p:nvSpPr>
        <p:spPr bwMode="gray">
          <a:xfrm>
            <a:off x="557929" y="1773937"/>
            <a:ext cx="5030510" cy="3984133"/>
          </a:xfrm>
        </p:spPr>
        <p:txBody>
          <a:bodyPr/>
          <a:lstStyle>
            <a:lvl1pPr>
              <a:defRPr sz="2000" b="1" cap="none" baseline="0">
                <a:solidFill>
                  <a:schemeClr val="tx2"/>
                </a:solidFill>
              </a:defRPr>
            </a:lvl1pPr>
            <a:lvl2pPr marL="0" indent="0">
              <a:buFontTx/>
              <a:buNone/>
              <a:defRPr sz="1500">
                <a:solidFill>
                  <a:schemeClr val="tx2"/>
                </a:solidFill>
              </a:defRPr>
            </a:lvl2pPr>
            <a:lvl3pPr marL="173038" indent="-173038">
              <a:spcBef>
                <a:spcPts val="12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3pPr>
            <a:lvl4pPr marL="347663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4pPr>
            <a:lvl5pPr marL="509588" indent="-1619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5pPr>
            <a:lvl6pPr marL="682625" indent="-173038">
              <a:buFont typeface="Arial" panose="020B0604020202020204" pitchFamily="34" charset="0"/>
              <a:buChar char="–"/>
              <a:defRPr sz="1500" baseline="0"/>
            </a:lvl6pPr>
            <a:lvl7pPr marL="857250" indent="-174625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7pPr>
            <a:lvl8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600">
                <a:solidFill>
                  <a:schemeClr val="tx2"/>
                </a:solidFill>
              </a:defRPr>
            </a:lvl8pPr>
            <a:lvl9pPr marL="1203325" indent="-173038">
              <a:spcBef>
                <a:spcPts val="600"/>
              </a:spcBef>
              <a:buFont typeface="Arial" panose="020B0604020202020204" pitchFamily="34" charset="0"/>
              <a:buChar char="•"/>
              <a:defRPr sz="1600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6" hasCustomPrompt="1"/>
          </p:nvPr>
        </p:nvSpPr>
        <p:spPr bwMode="gray">
          <a:xfrm>
            <a:off x="6393321" y="1773937"/>
            <a:ext cx="5030510" cy="3984133"/>
          </a:xfrm>
        </p:spPr>
        <p:txBody>
          <a:bodyPr/>
          <a:lstStyle>
            <a:lvl1pPr>
              <a:defRPr sz="2000" b="1" cap="none" baseline="0">
                <a:solidFill>
                  <a:schemeClr val="tx2"/>
                </a:solidFill>
              </a:defRPr>
            </a:lvl1pPr>
            <a:lvl2pPr marL="0" indent="0">
              <a:buFontTx/>
              <a:buNone/>
              <a:defRPr sz="1500">
                <a:solidFill>
                  <a:schemeClr val="tx2"/>
                </a:solidFill>
              </a:defRPr>
            </a:lvl2pPr>
            <a:lvl3pPr marL="173038" indent="-173038">
              <a:spcBef>
                <a:spcPts val="12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3pPr>
            <a:lvl4pPr marL="347663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4pPr>
            <a:lvl5pPr marL="509588" indent="-1619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5pPr>
            <a:lvl6pPr marL="682625" indent="-173038">
              <a:buFont typeface="Arial" panose="020B0604020202020204" pitchFamily="34" charset="0"/>
              <a:buChar char="–"/>
              <a:defRPr sz="1500" baseline="0"/>
            </a:lvl6pPr>
            <a:lvl7pPr marL="857250" indent="-174625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7pPr>
            <a:lvl8pPr marL="857250" indent="0">
              <a:spcBef>
                <a:spcPts val="600"/>
              </a:spcBef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8pPr>
            <a:lvl9pPr marL="1203325" indent="-173038">
              <a:spcBef>
                <a:spcPts val="600"/>
              </a:spcBef>
              <a:buFont typeface="Arial" panose="020B0604020202020204" pitchFamily="34" charset="0"/>
              <a:buChar char="•"/>
              <a:defRPr sz="1600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9149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649224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three-column layout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5" hasCustomPrompt="1"/>
          </p:nvPr>
        </p:nvSpPr>
        <p:spPr bwMode="gray">
          <a:xfrm>
            <a:off x="570062" y="1773936"/>
            <a:ext cx="3461080" cy="3975080"/>
          </a:xfrm>
        </p:spPr>
        <p:txBody>
          <a:bodyPr/>
          <a:lstStyle>
            <a:lvl1pPr>
              <a:defRPr sz="2000" b="1" cap="none" baseline="0">
                <a:solidFill>
                  <a:schemeClr val="tx2"/>
                </a:solidFill>
              </a:defRPr>
            </a:lvl1pPr>
            <a:lvl2pPr marL="0" indent="0">
              <a:buFontTx/>
              <a:buNone/>
              <a:defRPr sz="1500">
                <a:solidFill>
                  <a:schemeClr val="tx2"/>
                </a:solidFill>
              </a:defRPr>
            </a:lvl2pPr>
            <a:lvl3pPr marL="173038" indent="-173038">
              <a:spcBef>
                <a:spcPts val="12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3pPr>
            <a:lvl4pPr marL="347663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4pPr>
            <a:lvl5pPr marL="509588" indent="-1619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5pPr>
            <a:lvl6pPr marL="682625" indent="-173038">
              <a:buFont typeface="Arial" panose="020B0604020202020204" pitchFamily="34" charset="0"/>
              <a:buChar char="–"/>
              <a:defRPr sz="1500"/>
            </a:lvl6pPr>
            <a:lvl7pPr marL="857250" indent="-174625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7pPr>
            <a:lvl8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600">
                <a:solidFill>
                  <a:schemeClr val="tx2"/>
                </a:solidFill>
              </a:defRPr>
            </a:lvl8pPr>
            <a:lvl9pPr marL="1203325" indent="-173038">
              <a:spcBef>
                <a:spcPts val="600"/>
              </a:spcBef>
              <a:buFont typeface="Arial" panose="020B0604020202020204" pitchFamily="34" charset="0"/>
              <a:buChar char="•"/>
              <a:defRPr sz="1600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6" hasCustomPrompt="1"/>
          </p:nvPr>
        </p:nvSpPr>
        <p:spPr bwMode="gray">
          <a:xfrm>
            <a:off x="4362277" y="1773936"/>
            <a:ext cx="3461080" cy="3975080"/>
          </a:xfrm>
        </p:spPr>
        <p:txBody>
          <a:bodyPr/>
          <a:lstStyle>
            <a:lvl1pPr>
              <a:defRPr sz="2000" b="1" cap="none" baseline="0">
                <a:solidFill>
                  <a:schemeClr val="tx2"/>
                </a:solidFill>
              </a:defRPr>
            </a:lvl1pPr>
            <a:lvl2pPr marL="0" indent="0">
              <a:buFontTx/>
              <a:buNone/>
              <a:defRPr sz="1500">
                <a:solidFill>
                  <a:schemeClr val="tx2"/>
                </a:solidFill>
              </a:defRPr>
            </a:lvl2pPr>
            <a:lvl3pPr marL="173038" indent="-173038">
              <a:spcBef>
                <a:spcPts val="12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3pPr>
            <a:lvl4pPr marL="347663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4pPr>
            <a:lvl5pPr marL="509588" indent="-1619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5pPr>
            <a:lvl6pPr marL="682625" indent="-173038">
              <a:buFont typeface="Arial" panose="020B0604020202020204" pitchFamily="34" charset="0"/>
              <a:buChar char="–"/>
              <a:defRPr sz="1500" baseline="0"/>
            </a:lvl6pPr>
            <a:lvl7pPr marL="857250" indent="-174625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7pPr>
            <a:lvl8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600">
                <a:solidFill>
                  <a:schemeClr val="tx2"/>
                </a:solidFill>
              </a:defRPr>
            </a:lvl8pPr>
            <a:lvl9pPr marL="1203325" indent="-174625">
              <a:spcBef>
                <a:spcPts val="600"/>
              </a:spcBef>
              <a:buFont typeface="Arial" panose="020B0604020202020204" pitchFamily="34" charset="0"/>
              <a:buChar char="•"/>
              <a:defRPr sz="1600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7" hasCustomPrompt="1"/>
          </p:nvPr>
        </p:nvSpPr>
        <p:spPr bwMode="gray">
          <a:xfrm>
            <a:off x="8154491" y="1773936"/>
            <a:ext cx="3461080" cy="3975080"/>
          </a:xfrm>
        </p:spPr>
        <p:txBody>
          <a:bodyPr/>
          <a:lstStyle>
            <a:lvl1pPr>
              <a:defRPr sz="2000" b="1" cap="none" baseline="0">
                <a:solidFill>
                  <a:schemeClr val="tx2"/>
                </a:solidFill>
              </a:defRPr>
            </a:lvl1pPr>
            <a:lvl2pPr marL="0" indent="0">
              <a:buFontTx/>
              <a:buNone/>
              <a:defRPr sz="1500">
                <a:solidFill>
                  <a:schemeClr val="tx2"/>
                </a:solidFill>
              </a:defRPr>
            </a:lvl2pPr>
            <a:lvl3pPr marL="173038" indent="-173038">
              <a:spcBef>
                <a:spcPts val="12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3pPr>
            <a:lvl4pPr marL="347663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4pPr>
            <a:lvl5pPr marL="509588" indent="-1619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5pPr>
            <a:lvl6pPr marL="682625" indent="-173038">
              <a:buFont typeface="Arial" panose="020B0604020202020204" pitchFamily="34" charset="0"/>
              <a:buChar char="–"/>
              <a:defRPr sz="1500"/>
            </a:lvl6pPr>
            <a:lvl7pPr marL="682625" indent="0">
              <a:spcBef>
                <a:spcPts val="600"/>
              </a:spcBef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7pPr>
            <a:lvl8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600">
                <a:solidFill>
                  <a:schemeClr val="tx2"/>
                </a:solidFill>
              </a:defRPr>
            </a:lvl8pPr>
            <a:lvl9pPr marL="1203325" indent="-174625">
              <a:spcBef>
                <a:spcPts val="600"/>
              </a:spcBef>
              <a:buFont typeface="Arial" panose="020B0604020202020204" pitchFamily="34" charset="0"/>
              <a:buChar char="•"/>
              <a:defRPr sz="1600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326571295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649224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four-column layout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929" y="1773845"/>
            <a:ext cx="2506109" cy="3988781"/>
          </a:xfrm>
        </p:spPr>
        <p:txBody>
          <a:bodyPr vert="horz" lIns="0" tIns="0" rIns="0" bIns="0" rtlCol="0">
            <a:noAutofit/>
          </a:bodyPr>
          <a:lstStyle>
            <a:lvl1pPr>
              <a:buClr>
                <a:schemeClr val="tx1"/>
              </a:buClr>
              <a:defRPr lang="en-US" sz="2000" b="1" cap="none" baseline="0" dirty="0" smtClean="0">
                <a:solidFill>
                  <a:schemeClr val="tx2"/>
                </a:solidFill>
              </a:defRPr>
            </a:lvl1pPr>
            <a:lvl2pPr marL="0" indent="0">
              <a:buClr>
                <a:schemeClr val="tx1"/>
              </a:buClr>
              <a:buNone/>
              <a:defRPr lang="en-US" sz="15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5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5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5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 hasCustomPrompt="1"/>
          </p:nvPr>
        </p:nvSpPr>
        <p:spPr bwMode="gray">
          <a:xfrm>
            <a:off x="3406743" y="1773845"/>
            <a:ext cx="2506109" cy="3988781"/>
          </a:xfrm>
        </p:spPr>
        <p:txBody>
          <a:bodyPr vert="horz" lIns="0" tIns="0" rIns="0" bIns="0" rtlCol="0">
            <a:noAutofit/>
          </a:bodyPr>
          <a:lstStyle>
            <a:lvl1pPr>
              <a:buClr>
                <a:schemeClr val="tx1"/>
              </a:buClr>
              <a:defRPr lang="en-US" sz="2000" b="1" cap="none" baseline="0" dirty="0" smtClean="0">
                <a:solidFill>
                  <a:schemeClr val="tx2"/>
                </a:solidFill>
              </a:defRPr>
            </a:lvl1pPr>
            <a:lvl2pPr marL="0" indent="0">
              <a:buClr>
                <a:schemeClr val="tx1"/>
              </a:buClr>
              <a:buNone/>
              <a:defRPr lang="en-US" sz="15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5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5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500" baseline="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8" hasCustomPrompt="1"/>
          </p:nvPr>
        </p:nvSpPr>
        <p:spPr bwMode="gray">
          <a:xfrm>
            <a:off x="6255557" y="1773845"/>
            <a:ext cx="2506109" cy="3988781"/>
          </a:xfrm>
        </p:spPr>
        <p:txBody>
          <a:bodyPr vert="horz" lIns="0" tIns="0" rIns="0" bIns="0" rtlCol="0">
            <a:noAutofit/>
          </a:bodyPr>
          <a:lstStyle>
            <a:lvl1pPr>
              <a:buClr>
                <a:schemeClr val="tx1"/>
              </a:buClr>
              <a:defRPr lang="en-US" sz="2000" b="1" cap="none" baseline="0" dirty="0" smtClean="0">
                <a:solidFill>
                  <a:schemeClr val="tx2"/>
                </a:solidFill>
              </a:defRPr>
            </a:lvl1pPr>
            <a:lvl2pPr marL="0" indent="0" algn="l">
              <a:buClr>
                <a:schemeClr val="tx1"/>
              </a:buClr>
              <a:buNone/>
              <a:defRPr lang="en-US" sz="15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5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500" dirty="0" smtClean="0">
                <a:solidFill>
                  <a:schemeClr val="tx2"/>
                </a:solidFill>
              </a:defRPr>
            </a:lvl4pPr>
            <a:lvl5pPr marL="511175" indent="-165100">
              <a:buClr>
                <a:schemeClr val="tx1"/>
              </a:buClr>
              <a:buFont typeface="Arial" panose="020B0604020202020204" pitchFamily="34" charset="0"/>
              <a:buChar char="•"/>
              <a:defRPr lang="en-US" sz="15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3" hasCustomPrompt="1"/>
          </p:nvPr>
        </p:nvSpPr>
        <p:spPr bwMode="gray">
          <a:xfrm>
            <a:off x="9104371" y="1773845"/>
            <a:ext cx="2506109" cy="3988781"/>
          </a:xfrm>
        </p:spPr>
        <p:txBody>
          <a:bodyPr vert="horz" lIns="0" tIns="0" rIns="0" bIns="0" rtlCol="0">
            <a:noAutofit/>
          </a:bodyPr>
          <a:lstStyle>
            <a:lvl1pPr>
              <a:buClr>
                <a:schemeClr val="tx1"/>
              </a:buClr>
              <a:defRPr lang="en-US" sz="2000" b="1" cap="none" baseline="0" dirty="0" smtClean="0">
                <a:solidFill>
                  <a:schemeClr val="tx2"/>
                </a:solidFill>
              </a:defRPr>
            </a:lvl1pPr>
            <a:lvl2pPr marL="0" indent="0" algn="l">
              <a:buClr>
                <a:schemeClr val="tx1"/>
              </a:buClr>
              <a:buNone/>
              <a:defRPr lang="en-US" sz="15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5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500" dirty="0" smtClean="0">
                <a:solidFill>
                  <a:schemeClr val="tx2"/>
                </a:solidFill>
              </a:defRPr>
            </a:lvl4pPr>
            <a:lvl5pPr marL="511175" indent="-165100">
              <a:buClr>
                <a:schemeClr val="tx1"/>
              </a:buClr>
              <a:buFont typeface="Arial" panose="020B0604020202020204" pitchFamily="34" charset="0"/>
              <a:buChar char="•"/>
              <a:defRPr lang="en-US" sz="15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338330240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649224"/>
            <a:ext cx="9667726" cy="71323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2212337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Gra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81001" y="384048"/>
            <a:ext cx="11430000" cy="5724144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3418" y="649224"/>
            <a:ext cx="9667726" cy="71323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8139325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94762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ssib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0C78D-4F6B-45F8-AB04-A56A0B1F3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-347472"/>
            <a:ext cx="9667726" cy="262719"/>
          </a:xfrm>
        </p:spPr>
        <p:txBody>
          <a:bodyPr anchor="b"/>
          <a:lstStyle>
            <a:lvl1pPr>
              <a:defRPr sz="1400"/>
            </a:lvl1pPr>
          </a:lstStyle>
          <a:p>
            <a:r>
              <a:rPr lang="en-US"/>
              <a:t>Title for slide built on the blank accessibility master</a:t>
            </a:r>
          </a:p>
        </p:txBody>
      </p:sp>
    </p:spTree>
    <p:extLst>
      <p:ext uri="{BB962C8B-B14F-4D97-AF65-F5344CB8AC3E}">
        <p14:creationId xmlns:p14="http://schemas.microsoft.com/office/powerpoint/2010/main" val="107880731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E165B92E-6E75-4AE3-9A66-2BE7D7974F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0"/>
            <a:ext cx="12191999" cy="685800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algn="ctr">
              <a:defRPr b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83F15B-6875-4795-A8F5-FC92953B665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9335" y="1207606"/>
            <a:ext cx="3395987" cy="3538233"/>
          </a:xfrm>
        </p:spPr>
        <p:txBody>
          <a:bodyPr anchor="ctr">
            <a:noAutofit/>
          </a:bodyPr>
          <a:lstStyle>
            <a:lvl1pPr algn="l">
              <a:lnSpc>
                <a:spcPct val="90000"/>
              </a:lnSpc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Closing text</a:t>
            </a:r>
          </a:p>
        </p:txBody>
      </p:sp>
      <p:pic>
        <p:nvPicPr>
          <p:cNvPr id="12" name="Graphic 11" descr="CVS Health logo">
            <a:extLst>
              <a:ext uri="{FF2B5EF4-FFF2-40B4-BE49-F238E27FC236}">
                <a16:creationId xmlns:a16="http://schemas.microsoft.com/office/drawing/2014/main" id="{74D3A37F-E0DA-446E-B173-2DDBFF7349E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23385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VS logo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253777D-5108-48F4-BAF8-16EF5CA96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-347472"/>
            <a:ext cx="9667726" cy="262719"/>
          </a:xfrm>
        </p:spPr>
        <p:txBody>
          <a:bodyPr anchor="b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CVS Health logo on white background</a:t>
            </a:r>
          </a:p>
        </p:txBody>
      </p:sp>
      <p:pic>
        <p:nvPicPr>
          <p:cNvPr id="11" name="Graphic 10" descr="CVS Health logo">
            <a:extLst>
              <a:ext uri="{FF2B5EF4-FFF2-40B4-BE49-F238E27FC236}">
                <a16:creationId xmlns:a16="http://schemas.microsoft.com/office/drawing/2014/main" id="{46110AA6-C52C-424B-900D-B5FA490F05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26232" y="3026665"/>
            <a:ext cx="6539663" cy="79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5033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VS logo on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268719-E45D-4DB9-A5CE-3920E9240B44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C1C0A90-CD75-4DD6-80F4-EDD3FD0CF4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-347472"/>
            <a:ext cx="9667726" cy="262719"/>
          </a:xfrm>
        </p:spPr>
        <p:txBody>
          <a:bodyPr anchor="b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CVS Health logo on red background</a:t>
            </a:r>
          </a:p>
        </p:txBody>
      </p:sp>
      <p:pic>
        <p:nvPicPr>
          <p:cNvPr id="12" name="Graphic 11" descr="CVS Health logo">
            <a:extLst>
              <a:ext uri="{FF2B5EF4-FFF2-40B4-BE49-F238E27FC236}">
                <a16:creationId xmlns:a16="http://schemas.microsoft.com/office/drawing/2014/main" id="{B68A7D5F-95B8-5A4D-95DF-7F1C0D295E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26232" y="3026665"/>
            <a:ext cx="6539663" cy="79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61040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veryda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sz="15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2" name="Graphic 11" descr="CVS Health logo.">
            <a:extLst>
              <a:ext uri="{FF2B5EF4-FFF2-40B4-BE49-F238E27FC236}">
                <a16:creationId xmlns:a16="http://schemas.microsoft.com/office/drawing/2014/main" id="{EB139D66-8476-4A6C-8269-A32651B9DC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  <p:pic>
        <p:nvPicPr>
          <p:cNvPr id="21" name="Picture 20" descr="Red outline hear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169" y="1016179"/>
            <a:ext cx="5222470" cy="434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36381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two 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929" y="1767532"/>
            <a:ext cx="5238478" cy="3973512"/>
          </a:xfrm>
        </p:spPr>
        <p:txBody>
          <a:bodyPr vert="horz" lIns="0" tIns="0" rIns="0" bIns="0" rtlCol="0">
            <a:noAutofit/>
          </a:bodyPr>
          <a:lstStyle>
            <a:lvl1pPr>
              <a:buClr>
                <a:schemeClr val="tx1"/>
              </a:buClr>
              <a:defRPr lang="en-US" sz="1800" b="1" cap="none" baseline="0" dirty="0" smtClean="0">
                <a:solidFill>
                  <a:schemeClr val="tx2"/>
                </a:solidFill>
              </a:defRPr>
            </a:lvl1pPr>
            <a:lvl2pPr marL="0" indent="0">
              <a:buClr>
                <a:schemeClr val="tx1"/>
              </a:buClr>
              <a:buNone/>
              <a:defRPr lang="en-US" baseline="0" dirty="0" smtClean="0">
                <a:solidFill>
                  <a:schemeClr val="tx2"/>
                </a:solidFill>
              </a:defRPr>
            </a:lvl2pPr>
            <a:lvl3pPr marL="171450" indent="-171450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baseline="0" dirty="0" smtClean="0">
                <a:solidFill>
                  <a:schemeClr val="tx2"/>
                </a:solidFill>
              </a:defRPr>
            </a:lvl3pPr>
            <a:lvl4pPr marL="342900" indent="-171450">
              <a:buClr>
                <a:schemeClr val="tx1"/>
              </a:buClr>
              <a:buFont typeface="Arial" panose="020B0604020202020204" pitchFamily="34" charset="0"/>
              <a:buChar char="–"/>
              <a:defRPr lang="en-US" baseline="0" dirty="0" smtClean="0">
                <a:solidFill>
                  <a:schemeClr val="tx2"/>
                </a:solidFill>
              </a:defRPr>
            </a:lvl4pPr>
            <a:lvl5pPr marL="514350" indent="-171450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1450">
              <a:buClr>
                <a:schemeClr val="tx1"/>
              </a:buClr>
              <a:buFont typeface="Arial" panose="020B0604020202020204" pitchFamily="34" charset="0"/>
              <a:buChar char="–"/>
              <a:defRPr baseline="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/>
            </a:lvl7pPr>
            <a:lvl8pPr marL="1031875" indent="-171450">
              <a:buFont typeface="Arial" panose="020B0604020202020204" pitchFamily="34" charset="0"/>
              <a:buChar char="–"/>
              <a:defRPr/>
            </a:lvl8pPr>
            <a:lvl9pPr marL="1203325" indent="-171450">
              <a:buFont typeface="Arial" panose="020B0604020202020204" pitchFamily="34" charset="0"/>
              <a:buChar char="•"/>
              <a:defRPr baseline="0"/>
            </a:lvl9pPr>
          </a:lstStyle>
          <a:p>
            <a:pPr lvl="0"/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6384175" y="1767532"/>
            <a:ext cx="5238478" cy="3973512"/>
          </a:xfrm>
        </p:spPr>
        <p:txBody>
          <a:bodyPr vert="horz" lIns="0" tIns="0" rIns="0" bIns="0" rtlCol="0">
            <a:noAutofit/>
          </a:bodyPr>
          <a:lstStyle>
            <a:lvl1pPr>
              <a:buClr>
                <a:schemeClr val="tx1"/>
              </a:buClr>
              <a:defRPr lang="en-US" sz="1800" b="1" cap="none" baseline="0" dirty="0" smtClean="0">
                <a:solidFill>
                  <a:schemeClr val="tx2"/>
                </a:solidFill>
              </a:defRPr>
            </a:lvl1pPr>
            <a:lvl2pPr marL="0" indent="0">
              <a:buClr>
                <a:schemeClr val="tx1"/>
              </a:buClr>
              <a:buNone/>
              <a:defRPr lang="en-US" baseline="0" dirty="0" smtClean="0">
                <a:solidFill>
                  <a:schemeClr val="tx2"/>
                </a:solidFill>
              </a:defRPr>
            </a:lvl2pPr>
            <a:lvl3pPr marL="171450" indent="-171450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baseline="0" dirty="0" smtClean="0">
                <a:solidFill>
                  <a:schemeClr val="tx2"/>
                </a:solidFill>
              </a:defRPr>
            </a:lvl3pPr>
            <a:lvl4pPr marL="342900" indent="-171450">
              <a:buClr>
                <a:schemeClr val="tx1"/>
              </a:buClr>
              <a:buFont typeface="Arial" panose="020B0604020202020204" pitchFamily="34" charset="0"/>
              <a:buChar char="–"/>
              <a:defRPr lang="en-US" baseline="0" dirty="0" smtClean="0">
                <a:solidFill>
                  <a:schemeClr val="tx2"/>
                </a:solidFill>
              </a:defRPr>
            </a:lvl4pPr>
            <a:lvl5pPr marL="514350" indent="-171450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1450">
              <a:buClr>
                <a:schemeClr val="tx1"/>
              </a:buClr>
              <a:buFont typeface="Arial" panose="020B0604020202020204" pitchFamily="34" charset="0"/>
              <a:buChar char="–"/>
              <a:defRPr baseline="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/>
            </a:lvl7pPr>
            <a:lvl8pPr marL="1031875" indent="-171450">
              <a:buFont typeface="Arial" panose="020B0604020202020204" pitchFamily="34" charset="0"/>
              <a:buChar char="–"/>
              <a:defRPr/>
            </a:lvl8pPr>
            <a:lvl9pPr marL="1203325" indent="-171450">
              <a:buFont typeface="Arial" panose="020B0604020202020204" pitchFamily="34" charset="0"/>
              <a:buChar char="•"/>
              <a:defRPr baseline="0"/>
            </a:lvl9pPr>
          </a:lstStyle>
          <a:p>
            <a:pPr lvl="0"/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264786350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40197-A262-DAE7-573B-CDD6A9C42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03F15-3D31-47DB-23E1-C609C3C37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1AE4A-0D53-6D51-82C8-0BC37064D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3F38F-B00F-0A4C-A751-2EDD17BB65FB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D6436-6B72-6A43-2919-07BA3471D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6C5A7-DC1A-78C8-BFD1-CA4C4EC75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5A6B-C6B6-8742-A860-6691F11B7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29809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sz="15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2" name="Graphic 11" descr="CVS Health logo.">
            <a:extLst>
              <a:ext uri="{FF2B5EF4-FFF2-40B4-BE49-F238E27FC236}">
                <a16:creationId xmlns:a16="http://schemas.microsoft.com/office/drawing/2014/main" id="{EB139D66-8476-4A6C-8269-A32651B9DC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  <p:pic>
        <p:nvPicPr>
          <p:cNvPr id="21" name="Picture 20" descr="Red outline heart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169" y="1016179"/>
            <a:ext cx="5222470" cy="434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8424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29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lang="en-US" sz="15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1" name="Graphic 10" descr="CVS Health logo.">
            <a:extLst>
              <a:ext uri="{FF2B5EF4-FFF2-40B4-BE49-F238E27FC236}">
                <a16:creationId xmlns:a16="http://schemas.microsoft.com/office/drawing/2014/main" id="{E2CF043F-8065-47E0-BB4A-3C892424CE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91488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88F0CF77-4F25-43F9-BB7C-C01DDDDCDF0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accent6"/>
                </a:solidFill>
                <a:latin typeface="CVS Health Sans" panose="020B0504020202020204" pitchFamily="34" charset="0"/>
              </a:defRPr>
            </a:lvl1pPr>
          </a:lstStyle>
          <a:p>
            <a:r>
              <a:rPr lang="en-US"/>
              <a:t>BE SURE IMAGE IS </a:t>
            </a:r>
            <a:br>
              <a:rPr lang="en-US"/>
            </a:br>
            <a:r>
              <a:rPr lang="en-US"/>
              <a:t>DARK ENOUGH SO TYPE AND </a:t>
            </a:r>
            <a:br>
              <a:rPr lang="en-US"/>
            </a:br>
            <a:r>
              <a:rPr lang="en-US"/>
              <a:t>LOGO ARE READABLE</a:t>
            </a:r>
          </a:p>
          <a:p>
            <a:br>
              <a:rPr lang="en-US"/>
            </a:br>
            <a:r>
              <a:rPr lang="en-US"/>
              <a:t>Be sure to send image to </a:t>
            </a:r>
            <a:br>
              <a:rPr lang="en-US"/>
            </a:br>
            <a:r>
              <a:rPr lang="en-US"/>
              <a:t>back so logo sits on top of image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sz="1500" b="1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bg1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2" name="Graphic 11" descr="CVS Health logo in white.">
            <a:extLst>
              <a:ext uri="{FF2B5EF4-FFF2-40B4-BE49-F238E27FC236}">
                <a16:creationId xmlns:a16="http://schemas.microsoft.com/office/drawing/2014/main" id="{1A4ABFD4-BEC4-40BD-B29A-2C7FFDFAFD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602644"/>
      </p:ext>
    </p:extLst>
  </p:cSld>
  <p:clrMapOvr>
    <a:masterClrMapping/>
  </p:clrMapOvr>
  <p:hf hdr="0" dt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357" y="4634747"/>
            <a:ext cx="10564071" cy="795528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357" y="5578043"/>
            <a:ext cx="10564071" cy="48846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5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>
                <a:solidFill>
                  <a:schemeClr val="tx2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presenter information</a:t>
            </a:r>
          </a:p>
          <a:p>
            <a:pPr lvl="1"/>
            <a:r>
              <a:rPr lang="en-US"/>
              <a:t>Title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2323A7D-5761-4AEF-8E75-65750A20EB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35800" y="6371584"/>
            <a:ext cx="2798793" cy="201168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defRPr sz="1200" b="0">
                <a:solidFill>
                  <a:schemeClr val="tx2"/>
                </a:solidFill>
                <a:latin typeface="+mn-lt"/>
              </a:defRPr>
            </a:lvl1pPr>
            <a:lvl2pPr algn="r">
              <a:defRPr b="1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add date</a:t>
            </a:r>
          </a:p>
          <a:p>
            <a:pPr lvl="1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F869ED5-AC1E-4039-94B8-07F41FF5B23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"/>
            <a:ext cx="12192000" cy="43505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lnSpc>
                <a:spcPct val="80000"/>
              </a:lnSpc>
              <a:defRPr sz="6600" b="1" baseline="0">
                <a:solidFill>
                  <a:schemeClr val="bg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IMAGE</a:t>
            </a:r>
          </a:p>
        </p:txBody>
      </p:sp>
      <p:pic>
        <p:nvPicPr>
          <p:cNvPr id="5" name="Graphic 4" descr="CVS Health logo in white.">
            <a:extLst>
              <a:ext uri="{FF2B5EF4-FFF2-40B4-BE49-F238E27FC236}">
                <a16:creationId xmlns:a16="http://schemas.microsoft.com/office/drawing/2014/main" id="{463D5C17-C939-4A2E-BEF3-DFD46A1A90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42715"/>
      </p:ext>
    </p:extLst>
  </p:cSld>
  <p:clrMapOvr>
    <a:masterClrMapping/>
  </p:clrMapOvr>
  <p:hf hdr="0" dt="0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67FAB20-8704-40ED-BC6D-0EE8309B35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"/>
            <a:ext cx="12192000" cy="43505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lnSpc>
                <a:spcPct val="80000"/>
              </a:lnSpc>
              <a:defRPr sz="6600" b="1" baseline="0">
                <a:solidFill>
                  <a:schemeClr val="bg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475144-A8AF-4C31-A022-05A109EC64D7}"/>
              </a:ext>
            </a:extLst>
          </p:cNvPr>
          <p:cNvSpPr/>
          <p:nvPr/>
        </p:nvSpPr>
        <p:spPr>
          <a:xfrm>
            <a:off x="1" y="4350554"/>
            <a:ext cx="12192000" cy="2507447"/>
          </a:xfrm>
          <a:prstGeom prst="rect">
            <a:avLst/>
          </a:prstGeom>
          <a:solidFill>
            <a:srgbClr val="0B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357" y="4634747"/>
            <a:ext cx="10564071" cy="795528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5EBBC54-9455-4FAF-8A7A-A2C1CCBAE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7357" y="5578043"/>
            <a:ext cx="10564071" cy="48846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500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presenter information</a:t>
            </a:r>
          </a:p>
          <a:p>
            <a:pPr lvl="1"/>
            <a:r>
              <a:rPr lang="en-US"/>
              <a:t>Title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2323A7D-5761-4AEF-8E75-65750A20EB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35800" y="6371584"/>
            <a:ext cx="2798793" cy="201168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defRPr sz="1200" b="0">
                <a:solidFill>
                  <a:schemeClr val="bg1"/>
                </a:solidFill>
                <a:latin typeface="+mn-lt"/>
              </a:defRPr>
            </a:lvl1pPr>
            <a:lvl2pPr algn="r">
              <a:defRPr b="1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add date</a:t>
            </a:r>
          </a:p>
          <a:p>
            <a:pPr lvl="1"/>
            <a:endParaRPr lang="en-US"/>
          </a:p>
        </p:txBody>
      </p:sp>
      <p:pic>
        <p:nvPicPr>
          <p:cNvPr id="13" name="Graphic 12" descr="CVS Health logo.">
            <a:extLst>
              <a:ext uri="{FF2B5EF4-FFF2-40B4-BE49-F238E27FC236}">
                <a16:creationId xmlns:a16="http://schemas.microsoft.com/office/drawing/2014/main" id="{5669E773-2D25-4E2A-A2CC-EB0688AE5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493448"/>
      </p:ext>
    </p:extLst>
  </p:cSld>
  <p:clrMapOvr>
    <a:masterClrMapping/>
  </p:clrMapOvr>
  <p:hf hdr="0" dt="0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lang="en-US" sz="15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1" name="Graphic 10" descr="CVS Health logo.">
            <a:extLst>
              <a:ext uri="{FF2B5EF4-FFF2-40B4-BE49-F238E27FC236}">
                <a16:creationId xmlns:a16="http://schemas.microsoft.com/office/drawing/2014/main" id="{95320D2B-25CE-401D-AF25-18BF33EDD6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EBE87D4-5164-4D82-9272-C823D804D71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  <a:latin typeface="+mn-lt"/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664"/>
      </p:ext>
    </p:extLst>
  </p:cSld>
  <p:clrMapOvr>
    <a:masterClrMapping/>
  </p:clrMapOvr>
  <p:hf hd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7 Parter-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FF5A7F6-20C2-4507-801C-E1C2059285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7931" y="1637977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D005736-4228-4541-9830-748A037770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7930" y="3886593"/>
            <a:ext cx="3582950" cy="1262324"/>
          </a:xfrm>
        </p:spPr>
        <p:txBody>
          <a:bodyPr/>
          <a:lstStyle>
            <a:lvl1pPr>
              <a:defRPr lang="en-US" sz="15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3" name="Graphic 12" descr="CVS Health logo.">
            <a:extLst>
              <a:ext uri="{FF2B5EF4-FFF2-40B4-BE49-F238E27FC236}">
                <a16:creationId xmlns:a16="http://schemas.microsoft.com/office/drawing/2014/main" id="{23593BEE-172F-4A3B-8A76-6967A64A44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5836063"/>
            <a:ext cx="2872536" cy="350455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6871D9-AE12-49B5-A916-42628F61B8D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9347" y="566377"/>
            <a:ext cx="1463421" cy="649224"/>
          </a:xfrm>
          <a:solidFill>
            <a:schemeClr val="bg2"/>
          </a:solidFill>
        </p:spPr>
        <p:txBody>
          <a:bodyPr anchor="ctr"/>
          <a:lstStyle>
            <a:lvl1pPr algn="ctr">
              <a:defRPr sz="1100"/>
            </a:lvl1pPr>
          </a:lstStyle>
          <a:p>
            <a:r>
              <a:rPr lang="en-US"/>
              <a:t>PARTNER LOGO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466ABCE3-7885-437A-89A0-8897D7868BD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  <a:latin typeface="+mn-lt"/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66913"/>
      </p:ext>
    </p:extLst>
  </p:cSld>
  <p:clrMapOvr>
    <a:masterClrMapping/>
  </p:clrMapOvr>
  <p:hf hdr="0" dt="0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15A95E4-50A0-4442-B665-9A342851EB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57929" y="1755739"/>
            <a:ext cx="8588453" cy="3985305"/>
          </a:xfr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defRPr sz="18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177800" indent="-177800">
              <a:spcBef>
                <a:spcPts val="600"/>
              </a:spcBef>
              <a:buFont typeface="Arial" panose="020B0604020202020204" pitchFamily="34" charset="0"/>
              <a:buChar char="•"/>
              <a:defRPr sz="1300" baseline="0">
                <a:latin typeface="+mn-lt"/>
              </a:defRPr>
            </a:lvl3pPr>
            <a:lvl4pPr marL="342900" indent="-165100">
              <a:spcBef>
                <a:spcPts val="600"/>
              </a:spcBef>
              <a:buFont typeface="Arial" panose="020B0604020202020204" pitchFamily="34" charset="0"/>
              <a:buChar char="–"/>
              <a:defRPr sz="1300" baseline="0">
                <a:latin typeface="+mn-lt"/>
              </a:defRPr>
            </a:lvl4pPr>
            <a:lvl5pPr marL="520700" indent="-177800">
              <a:spcBef>
                <a:spcPts val="600"/>
              </a:spcBef>
              <a:buFont typeface="Arial" panose="020B0604020202020204" pitchFamily="34" charset="0"/>
              <a:buChar char="•"/>
              <a:defRPr sz="1300">
                <a:latin typeface="+mn-lt"/>
              </a:defRPr>
            </a:lvl5pPr>
            <a:lvl6pPr marL="685800" indent="-165100">
              <a:spcBef>
                <a:spcPts val="600"/>
              </a:spcBef>
              <a:buFont typeface="Arial" panose="020B0604020202020204" pitchFamily="34" charset="0"/>
              <a:buChar char="–"/>
              <a:defRPr sz="1300" baseline="0">
                <a:latin typeface="+mn-lt"/>
              </a:defRPr>
            </a:lvl6pPr>
            <a:lvl7pPr marL="863600" indent="-177800">
              <a:spcBef>
                <a:spcPts val="600"/>
              </a:spcBef>
              <a:buFont typeface="Arial" panose="020B0604020202020204" pitchFamily="34" charset="0"/>
              <a:buChar char="•"/>
              <a:defRPr sz="1300">
                <a:latin typeface="+mn-lt"/>
              </a:defRPr>
            </a:lvl7pPr>
            <a:lvl8pPr marL="1028700" indent="-165100">
              <a:spcBef>
                <a:spcPts val="600"/>
              </a:spcBef>
              <a:buFont typeface="Arial" panose="020B0604020202020204" pitchFamily="34" charset="0"/>
              <a:buChar char="–"/>
              <a:defRPr sz="1300">
                <a:latin typeface="+mn-lt"/>
              </a:defRPr>
            </a:lvl8pPr>
            <a:lvl9pPr marL="1206500" indent="-177800">
              <a:spcBef>
                <a:spcPts val="600"/>
              </a:spcBef>
              <a:buFont typeface="Arial" panose="020B0604020202020204" pitchFamily="34" charset="0"/>
              <a:buChar char="•"/>
              <a:defRPr sz="1300" baseline="0">
                <a:latin typeface="+mn-lt"/>
              </a:defRPr>
            </a:lvl9pPr>
          </a:lstStyle>
          <a:p>
            <a:pPr lvl="0"/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117523186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561DB31-BA0E-469A-88AC-4C37BFB0B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CD3DA619-C657-4377-909C-6D3A110F55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3652" y="1756549"/>
            <a:ext cx="3914652" cy="361473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300"/>
              </a:spcAft>
              <a:buNone/>
              <a:tabLst>
                <a:tab pos="568325" algn="r"/>
                <a:tab pos="1028700" algn="l"/>
              </a:tabLst>
              <a:defRPr sz="1300" b="1">
                <a:solidFill>
                  <a:schemeClr val="tx2"/>
                </a:solidFill>
                <a:latin typeface="+mn-lt"/>
              </a:defRPr>
            </a:lvl2pPr>
            <a:lvl3pPr marL="1028700" indent="0">
              <a:spcBef>
                <a:spcPts val="0"/>
              </a:spcBef>
              <a:spcAft>
                <a:spcPts val="1800"/>
              </a:spcAft>
              <a:buNone/>
              <a:defRPr sz="1300">
                <a:solidFill>
                  <a:schemeClr val="tx2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900"/>
              </a:spcAft>
              <a:buNone/>
              <a:defRPr sz="1300" i="1">
                <a:solidFill>
                  <a:schemeClr val="tx2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header</a:t>
            </a:r>
          </a:p>
          <a:p>
            <a:pPr lvl="1"/>
            <a:r>
              <a:rPr lang="en-US"/>
              <a:t>Tab to Time then tab to Agenda item</a:t>
            </a:r>
          </a:p>
          <a:p>
            <a:pPr lvl="2"/>
            <a:r>
              <a:rPr lang="en-US"/>
              <a:t>Speaker name and topic</a:t>
            </a:r>
          </a:p>
          <a:p>
            <a:pPr lvl="3"/>
            <a:r>
              <a:rPr lang="en-US"/>
              <a:t>Additional information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99D62640-4C2F-4EEE-8702-E19D55A971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3091" y="1756549"/>
            <a:ext cx="3912531" cy="361473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300"/>
              </a:spcAft>
              <a:buNone/>
              <a:tabLst>
                <a:tab pos="568325" algn="r"/>
                <a:tab pos="1028700" algn="l"/>
              </a:tabLst>
              <a:defRPr sz="1300" b="1">
                <a:solidFill>
                  <a:schemeClr val="tx2"/>
                </a:solidFill>
                <a:latin typeface="+mn-lt"/>
              </a:defRPr>
            </a:lvl2pPr>
            <a:lvl3pPr marL="1028700" indent="0">
              <a:spcBef>
                <a:spcPts val="0"/>
              </a:spcBef>
              <a:spcAft>
                <a:spcPts val="1800"/>
              </a:spcAft>
              <a:buNone/>
              <a:defRPr sz="1300">
                <a:solidFill>
                  <a:schemeClr val="tx2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900"/>
              </a:spcAft>
              <a:buNone/>
              <a:defRPr sz="1300" i="1">
                <a:solidFill>
                  <a:schemeClr val="tx2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header</a:t>
            </a:r>
          </a:p>
          <a:p>
            <a:pPr lvl="1"/>
            <a:r>
              <a:rPr lang="en-US"/>
              <a:t>Tab to Time then tab to Agenda item</a:t>
            </a:r>
          </a:p>
          <a:p>
            <a:pPr lvl="2"/>
            <a:r>
              <a:rPr lang="en-US"/>
              <a:t>Speaker name and topic</a:t>
            </a:r>
          </a:p>
          <a:p>
            <a:pPr lvl="3"/>
            <a:r>
              <a:rPr lang="en-US"/>
              <a:t>Additional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156880377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>
              <a:defRPr sz="3200" b="1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7147071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20D3DB-63F4-412F-96CC-3E84E34BE0CE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365770982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111EDB-A7DC-4D3C-BA73-E639327B03EF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B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8DD2AFC-8349-4DB3-855A-645AB85DF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182438299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ght heart pattern background.">
            <a:extLst>
              <a:ext uri="{FF2B5EF4-FFF2-40B4-BE49-F238E27FC236}">
                <a16:creationId xmlns:a16="http://schemas.microsoft.com/office/drawing/2014/main" id="{DCF51F69-B135-440B-B1C1-8877F65D92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4" t="-1" b="507"/>
          <a:stretch/>
        </p:blipFill>
        <p:spPr>
          <a:xfrm>
            <a:off x="-64" y="0"/>
            <a:ext cx="12192127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331546270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rk heart pattern background.">
            <a:extLst>
              <a:ext uri="{FF2B5EF4-FFF2-40B4-BE49-F238E27FC236}">
                <a16:creationId xmlns:a16="http://schemas.microsoft.com/office/drawing/2014/main" id="{A370D62A-AB1A-457C-AF9D-8363B2583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473" y="-9144"/>
            <a:ext cx="12222945" cy="687628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BD1AEB8-3322-4E67-A702-83F3092020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1955683640"/>
      </p:ext>
    </p:extLst>
  </p:cSld>
  <p:clrMapOvr>
    <a:masterClrMapping/>
  </p:clrMapOvr>
  <p:hf hdr="0" dt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out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one-column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8588453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161044585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one-column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8588453" cy="3977640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 sz="1800" b="1" cap="none" baseline="0">
                <a:solidFill>
                  <a:schemeClr val="tx2"/>
                </a:solidFill>
                <a:latin typeface="+mn-lt"/>
              </a:defRPr>
            </a:lvl1pPr>
            <a:lvl2pPr marL="0" indent="0">
              <a:buClr>
                <a:schemeClr val="tx1"/>
              </a:buClr>
              <a:buNone/>
              <a:defRPr sz="1300" baseline="0">
                <a:solidFill>
                  <a:schemeClr val="tx2"/>
                </a:solidFill>
              </a:defRPr>
            </a:lvl2pPr>
            <a:lvl3pPr marL="171450" indent="-171450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300" baseline="0">
                <a:solidFill>
                  <a:schemeClr val="tx2"/>
                </a:solidFill>
              </a:defRPr>
            </a:lvl3pPr>
            <a:lvl4pPr marL="342900" indent="-171450">
              <a:buClr>
                <a:schemeClr val="tx1"/>
              </a:buClr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4pPr>
            <a:lvl5pPr marL="515938" indent="-173038">
              <a:buClr>
                <a:schemeClr val="tx1"/>
              </a:buClr>
              <a:buFont typeface="Arial" panose="020B0604020202020204" pitchFamily="34" charset="0"/>
              <a:buChar char="•"/>
              <a:defRPr sz="1300">
                <a:solidFill>
                  <a:schemeClr val="tx2"/>
                </a:solidFill>
              </a:defRPr>
            </a:lvl5pPr>
            <a:lvl6pPr marL="687388" indent="-171450">
              <a:buClr>
                <a:schemeClr val="tx1"/>
              </a:buClr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 baseline="0"/>
            </a:lvl9pPr>
          </a:lstStyle>
          <a:p>
            <a:pPr lvl="0"/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242483811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two-column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929" y="1767532"/>
            <a:ext cx="5238478" cy="3973512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baseline="0" dirty="0" smtClean="0">
                <a:solidFill>
                  <a:schemeClr val="tx2"/>
                </a:solidFill>
              </a:defRPr>
            </a:lvl2pPr>
            <a:lvl3pPr marL="171450" indent="-171450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2900" indent="-171450">
              <a:buClr>
                <a:schemeClr val="tx1"/>
              </a:buClr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4350" indent="-171450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1450">
              <a:buClr>
                <a:schemeClr val="tx1"/>
              </a:buClr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 baseline="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6384175" y="1767532"/>
            <a:ext cx="5238478" cy="3973512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baseline="0" dirty="0" smtClean="0">
                <a:solidFill>
                  <a:schemeClr val="tx2"/>
                </a:solidFill>
              </a:defRPr>
            </a:lvl2pPr>
            <a:lvl3pPr marL="171450" indent="-171450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2900" indent="-171450">
              <a:buClr>
                <a:schemeClr val="tx1"/>
              </a:buClr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4350" indent="-171450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1450">
              <a:buClr>
                <a:schemeClr val="tx1"/>
              </a:buClr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 baseline="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332116039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three-column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930" y="1764792"/>
            <a:ext cx="3434085" cy="3988308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tabLst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1971" y="1764792"/>
            <a:ext cx="3434085" cy="3988308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tabLst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186012" y="1764792"/>
            <a:ext cx="3434085" cy="3988308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tabLst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98802877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four-column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929" y="1764792"/>
            <a:ext cx="2506109" cy="397764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3411600" y="1764792"/>
            <a:ext cx="2506109" cy="397764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6256125" y="1764792"/>
            <a:ext cx="2506109" cy="397764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2" hasCustomPrompt="1"/>
          </p:nvPr>
        </p:nvSpPr>
        <p:spPr bwMode="gray">
          <a:xfrm>
            <a:off x="9100650" y="1764792"/>
            <a:ext cx="2506109" cy="397764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355227577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ntent Journ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five-column journey layout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1064941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3153647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5242353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2" hasCustomPrompt="1"/>
          </p:nvPr>
        </p:nvSpPr>
        <p:spPr bwMode="gray">
          <a:xfrm>
            <a:off x="7331059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3" hasCustomPrompt="1"/>
          </p:nvPr>
        </p:nvSpPr>
        <p:spPr bwMode="gray">
          <a:xfrm>
            <a:off x="9419765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</p:spTree>
    <p:extLst>
      <p:ext uri="{BB962C8B-B14F-4D97-AF65-F5344CB8AC3E}">
        <p14:creationId xmlns:p14="http://schemas.microsoft.com/office/powerpoint/2010/main" val="166768150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chart layout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79139DC-E144-408E-AD8A-E4105642CD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70035" y="1752601"/>
            <a:ext cx="9051932" cy="297573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079436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chart with text layout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8" y="1767531"/>
            <a:ext cx="3439040" cy="2971800"/>
          </a:xfrm>
        </p:spPr>
        <p:txBody>
          <a:bodyPr/>
          <a:lstStyle>
            <a:lvl1pPr>
              <a:lnSpc>
                <a:spcPct val="100000"/>
              </a:lnSpc>
              <a:buClrTx/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Tx/>
              <a:buNone/>
              <a:defRPr baseline="0">
                <a:solidFill>
                  <a:schemeClr val="tx2"/>
                </a:solidFill>
              </a:defRPr>
            </a:lvl2pPr>
            <a:lvl3pPr marL="177800" indent="-177800"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sz="1300" baseline="0">
                <a:solidFill>
                  <a:schemeClr val="tx2"/>
                </a:solidFill>
              </a:defRPr>
            </a:lvl3pPr>
            <a:lvl4pPr marL="342900" indent="-165100">
              <a:buClrTx/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4pPr>
            <a:lvl5pPr marL="515938" indent="-173038">
              <a:buClrTx/>
              <a:buFont typeface="Arial" panose="020B0604020202020204" pitchFamily="34" charset="0"/>
              <a:buChar char="•"/>
              <a:defRPr sz="1300">
                <a:solidFill>
                  <a:schemeClr val="tx2"/>
                </a:solidFill>
              </a:defRPr>
            </a:lvl5pPr>
            <a:lvl6pPr marL="687388" indent="-171450">
              <a:buClrTx/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ClrTx/>
              <a:buFont typeface="Arial" panose="020B0604020202020204" pitchFamily="34" charset="0"/>
              <a:buChar char="•"/>
              <a:defRPr sz="1300"/>
            </a:lvl7pPr>
            <a:lvl8pPr marL="1031875" indent="-171450">
              <a:buClrTx/>
              <a:buFont typeface="Arial" panose="020B0604020202020204" pitchFamily="34" charset="0"/>
              <a:buChar char="–"/>
              <a:defRPr sz="1300"/>
            </a:lvl8pPr>
            <a:lvl9pPr marL="1203325" indent="-171450">
              <a:buClrTx/>
              <a:buFont typeface="Arial" panose="020B0604020202020204" pitchFamily="34" charset="0"/>
              <a:buChar char="•"/>
              <a:defRPr sz="1300" baseline="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79139DC-E144-408E-AD8A-E4105642CD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7653" y="1764793"/>
            <a:ext cx="7174286" cy="2975735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8772389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comparison slide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3474" y="3718012"/>
            <a:ext cx="3493918" cy="2023033"/>
          </a:xfrm>
          <a:noFill/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1200"/>
              </a:spcBef>
              <a:buClrTx/>
              <a:buFont typeface="Arial"/>
              <a:buNone/>
              <a:defRPr sz="1800" b="1">
                <a:solidFill>
                  <a:schemeClr val="accent2"/>
                </a:solidFill>
                <a:latin typeface="+mn-lt"/>
              </a:defRPr>
            </a:lvl1pPr>
            <a:lvl2pPr marL="0" indent="0" algn="ctr">
              <a:spcBef>
                <a:spcPts val="1200"/>
              </a:spcBef>
              <a:buClrTx/>
              <a:buFontTx/>
              <a:buNone/>
              <a:defRPr sz="1500">
                <a:solidFill>
                  <a:schemeClr val="tx2"/>
                </a:solidFill>
              </a:defRPr>
            </a:lvl2pPr>
            <a:lvl3pPr marL="404813" indent="-173038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3pPr>
            <a:lvl4pPr marL="631825" indent="-174625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804863" indent="-173038"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600">
                <a:solidFill>
                  <a:schemeClr val="tx2"/>
                </a:solidFill>
              </a:defRPr>
            </a:lvl5pPr>
            <a:lvl6pPr marL="977900" indent="-177800">
              <a:buClrTx/>
              <a:defRPr sz="1600"/>
            </a:lvl6pPr>
            <a:lvl7pPr marL="1143000" indent="-165100">
              <a:buClrTx/>
              <a:defRPr sz="1600"/>
            </a:lvl7pPr>
            <a:lvl8pPr marL="1320800" indent="-177800">
              <a:buClrTx/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139F72-CEC0-495F-8477-192D60A880E2}"/>
              </a:ext>
            </a:extLst>
          </p:cNvPr>
          <p:cNvSpPr/>
          <p:nvPr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1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380297" y="3718012"/>
            <a:ext cx="3493918" cy="2023033"/>
          </a:xfrm>
          <a:noFill/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1200"/>
              </a:spcBef>
              <a:buClrTx/>
              <a:buFont typeface="Arial"/>
              <a:buNone/>
              <a:defRPr sz="1800" b="1">
                <a:solidFill>
                  <a:schemeClr val="accent2"/>
                </a:solidFill>
                <a:latin typeface="+mn-lt"/>
              </a:defRPr>
            </a:lvl1pPr>
            <a:lvl2pPr marL="0" indent="0" algn="ctr">
              <a:spcBef>
                <a:spcPts val="1200"/>
              </a:spcBef>
              <a:buClrTx/>
              <a:buFontTx/>
              <a:buNone/>
              <a:defRPr sz="1500">
                <a:solidFill>
                  <a:schemeClr val="tx2"/>
                </a:solidFill>
              </a:defRPr>
            </a:lvl2pPr>
            <a:lvl3pPr marL="231775" indent="0">
              <a:spcBef>
                <a:spcPts val="600"/>
              </a:spcBef>
              <a:buClr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3pPr>
            <a:lvl4pPr marL="631825" indent="-174625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804863" indent="-173038"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600">
                <a:solidFill>
                  <a:schemeClr val="bg1"/>
                </a:solidFill>
              </a:defRPr>
            </a:lvl5pPr>
            <a:lvl6pPr>
              <a:spcBef>
                <a:spcPts val="600"/>
              </a:spcBef>
              <a:buClrTx/>
              <a:defRPr sz="1600">
                <a:solidFill>
                  <a:schemeClr val="bg1"/>
                </a:solidFill>
              </a:defRPr>
            </a:lvl6pPr>
            <a:lvl7pPr>
              <a:spcBef>
                <a:spcPts val="600"/>
              </a:spcBef>
              <a:buClrTx/>
              <a:defRPr sz="1600">
                <a:solidFill>
                  <a:schemeClr val="bg1"/>
                </a:solidFill>
              </a:defRPr>
            </a:lvl7pPr>
            <a:lvl8pPr>
              <a:spcBef>
                <a:spcPts val="600"/>
              </a:spcBef>
              <a:buClrTx/>
              <a:defRPr sz="1600">
                <a:solidFill>
                  <a:schemeClr val="bg1"/>
                </a:solidFill>
              </a:defRPr>
            </a:lvl8pPr>
            <a:lvl9pPr>
              <a:defRPr sz="1600"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pic>
        <p:nvPicPr>
          <p:cNvPr id="7" name="Graphic 6" descr="CVS Health logo.">
            <a:extLst>
              <a:ext uri="{FF2B5EF4-FFF2-40B4-BE49-F238E27FC236}">
                <a16:creationId xmlns:a16="http://schemas.microsoft.com/office/drawing/2014/main" id="{99394496-8368-4B56-8235-99713340C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7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ne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F4177E-CDDD-476F-9590-4FA690787A3F}"/>
              </a:ext>
            </a:extLst>
          </p:cNvPr>
          <p:cNvSpPr/>
          <p:nvPr/>
        </p:nvSpPr>
        <p:spPr>
          <a:xfrm>
            <a:off x="0" y="0"/>
            <a:ext cx="405815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C794590-BFF7-4D91-A4D6-07347CD38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707" y="1"/>
            <a:ext cx="2959073" cy="6425581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</a:t>
            </a:r>
            <a:br>
              <a:rPr lang="en-US"/>
            </a:br>
            <a:r>
              <a:rPr lang="en-US"/>
              <a:t>here for one panel comparison slide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9BBBC8D-0164-48BE-8C39-97B2E9C688A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4907514" y="2971853"/>
            <a:ext cx="2368913" cy="2592183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1800" b="1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1800"/>
              </a:spcBef>
              <a:buClrTx/>
              <a:buFontTx/>
              <a:buNone/>
              <a:defRPr lang="en-US" sz="1500" baseline="0" dirty="0" smtClean="0">
                <a:solidFill>
                  <a:schemeClr val="tx2"/>
                </a:solidFill>
              </a:defRPr>
            </a:lvl2pPr>
            <a:lvl3pPr marL="171450" indent="0">
              <a:buClrTx/>
              <a:buFont typeface="Arial" panose="020B0604020202020204" pitchFamily="34" charset="0"/>
              <a:buNone/>
              <a:defRPr lang="en-US" sz="1600" baseline="0" dirty="0" smtClean="0">
                <a:solidFill>
                  <a:schemeClr val="tx2"/>
                </a:solidFill>
              </a:defRPr>
            </a:lvl3pPr>
            <a:lvl4pPr>
              <a:buClrTx/>
              <a:defRPr lang="en-US" sz="1600" baseline="0" dirty="0" smtClean="0">
                <a:solidFill>
                  <a:schemeClr val="tx2"/>
                </a:solidFill>
              </a:defRPr>
            </a:lvl4pPr>
            <a:lvl5pPr>
              <a:buClrTx/>
              <a:defRPr lang="en-US" sz="1600" baseline="0" dirty="0">
                <a:solidFill>
                  <a:schemeClr val="tx2"/>
                </a:solidFill>
              </a:defRPr>
            </a:lvl5pPr>
            <a:lvl6pPr>
              <a:buClrTx/>
              <a:defRPr sz="1600" baseline="0">
                <a:solidFill>
                  <a:schemeClr val="tx2"/>
                </a:solidFill>
              </a:defRPr>
            </a:lvl6pPr>
            <a:lvl7pPr>
              <a:buClrTx/>
              <a:defRPr sz="1600" baseline="0">
                <a:solidFill>
                  <a:schemeClr val="tx2"/>
                </a:solidFill>
              </a:defRPr>
            </a:lvl7pPr>
            <a:lvl8pPr>
              <a:buClrTx/>
              <a:defRPr sz="1600" baseline="0">
                <a:solidFill>
                  <a:schemeClr val="tx2"/>
                </a:solidFill>
              </a:defRPr>
            </a:lvl8pPr>
            <a:lvl9pPr>
              <a:buClrTx/>
              <a:defRPr sz="1600">
                <a:solidFill>
                  <a:schemeClr val="tx2"/>
                </a:solidFill>
              </a:defRPr>
            </a:lvl9pPr>
          </a:lstStyle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1CA36B9-1028-43DB-A308-5411C7D185BC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8972065" y="2971853"/>
            <a:ext cx="2368913" cy="2592183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1800" b="1" cap="none" baseline="0" dirty="0" smtClean="0">
                <a:solidFill>
                  <a:schemeClr val="accent2"/>
                </a:solidFill>
                <a:latin typeface="+mn-lt"/>
              </a:defRPr>
            </a:lvl1pPr>
            <a:lvl2pPr marL="0" indent="0" algn="ctr">
              <a:spcBef>
                <a:spcPts val="1800"/>
              </a:spcBef>
              <a:buClrTx/>
              <a:buFontTx/>
              <a:buNone/>
              <a:defRPr lang="en-US" sz="1500" dirty="0" smtClean="0">
                <a:solidFill>
                  <a:schemeClr val="tx2"/>
                </a:solidFill>
              </a:defRPr>
            </a:lvl2pPr>
            <a:lvl3pPr marL="171450" indent="0">
              <a:buClrTx/>
              <a:buFont typeface="Arial" panose="020B0604020202020204" pitchFamily="34" charset="0"/>
              <a:buNone/>
              <a:defRPr lang="en-US" sz="1600" baseline="0" dirty="0" smtClean="0">
                <a:solidFill>
                  <a:schemeClr val="bg1"/>
                </a:solidFill>
              </a:defRPr>
            </a:lvl3pPr>
            <a:lvl4pPr>
              <a:buClrTx/>
              <a:defRPr lang="en-US" sz="1600" baseline="0" dirty="0" smtClean="0">
                <a:solidFill>
                  <a:schemeClr val="bg1"/>
                </a:solidFill>
              </a:defRPr>
            </a:lvl4pPr>
            <a:lvl5pPr>
              <a:buClrTx/>
              <a:defRPr lang="en-US" sz="1600" baseline="0" dirty="0">
                <a:solidFill>
                  <a:schemeClr val="bg1"/>
                </a:solidFill>
              </a:defRPr>
            </a:lvl5pPr>
            <a:lvl6pPr>
              <a:buClrTx/>
              <a:defRPr sz="1600" baseline="0">
                <a:solidFill>
                  <a:schemeClr val="bg1"/>
                </a:solidFill>
              </a:defRPr>
            </a:lvl6pPr>
            <a:lvl7pPr>
              <a:buClrTx/>
              <a:defRPr sz="1600">
                <a:solidFill>
                  <a:schemeClr val="bg1"/>
                </a:solidFill>
              </a:defRPr>
            </a:lvl7pPr>
            <a:lvl8pPr>
              <a:buClrTx/>
              <a:defRPr sz="1600" baseline="0">
                <a:solidFill>
                  <a:schemeClr val="bg1"/>
                </a:solidFill>
              </a:defRPr>
            </a:lvl8pPr>
            <a:lvl9pPr>
              <a:buClrTx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668665DB-9D44-4B88-9F03-E82A2FF5D152}"/>
              </a:ext>
            </a:extLst>
          </p:cNvPr>
          <p:cNvSpPr txBox="1">
            <a:spLocks/>
          </p:cNvSpPr>
          <p:nvPr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FE9336-BB34-4CCC-8274-05D8119178BD}"/>
              </a:ext>
            </a:extLst>
          </p:cNvPr>
          <p:cNvSpPr txBox="1"/>
          <p:nvPr/>
        </p:nvSpPr>
        <p:spPr>
          <a:xfrm>
            <a:off x="859758" y="6425582"/>
            <a:ext cx="804881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>
                <a:solidFill>
                  <a:schemeClr val="tx2"/>
                </a:solidFill>
                <a:latin typeface="+mn-lt"/>
              </a:rPr>
              <a:t>©2023 CVS Health and/or one of its affiliates. Confidential and proprietary.</a:t>
            </a:r>
          </a:p>
        </p:txBody>
      </p:sp>
      <p:pic>
        <p:nvPicPr>
          <p:cNvPr id="10" name="Graphic 9" descr="CVS Health logo">
            <a:extLst>
              <a:ext uri="{FF2B5EF4-FFF2-40B4-BE49-F238E27FC236}">
                <a16:creationId xmlns:a16="http://schemas.microsoft.com/office/drawing/2014/main" id="{4556B8A3-577E-4258-B8ED-A7943CC515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030398"/>
      </p:ext>
    </p:extLst>
  </p:cSld>
  <p:clrMapOvr>
    <a:masterClrMapping/>
  </p:clrMapOvr>
  <p:hf hdr="0" dt="0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FACB8A6-3813-48D2-B8CE-038DD1E42B32}"/>
              </a:ext>
            </a:extLst>
          </p:cNvPr>
          <p:cNvSpPr/>
          <p:nvPr/>
        </p:nvSpPr>
        <p:spPr>
          <a:xfrm>
            <a:off x="1" y="6241774"/>
            <a:ext cx="5587246" cy="616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FE79D5-35B2-49F2-B15D-DA1A165F3786}"/>
              </a:ext>
            </a:extLst>
          </p:cNvPr>
          <p:cNvSpPr/>
          <p:nvPr/>
        </p:nvSpPr>
        <p:spPr>
          <a:xfrm>
            <a:off x="4062895" y="0"/>
            <a:ext cx="405815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E8E372-A3D9-43BC-A3BE-4011C8DA5B98}"/>
              </a:ext>
            </a:extLst>
          </p:cNvPr>
          <p:cNvSpPr/>
          <p:nvPr/>
        </p:nvSpPr>
        <p:spPr>
          <a:xfrm>
            <a:off x="8121046" y="0"/>
            <a:ext cx="407095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30E9904-95CA-4355-B234-1DDA8EC15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707" y="1"/>
            <a:ext cx="2959073" cy="6425581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here for two panel comparison slide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3E63A43E-9184-464B-AD62-08609C3C2EF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4907514" y="2971853"/>
            <a:ext cx="2368913" cy="2592183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1800"/>
              </a:spcBef>
              <a:buClrTx/>
              <a:buFontTx/>
              <a:buNone/>
              <a:defRPr lang="en-US" sz="1500" baseline="0" dirty="0" smtClean="0">
                <a:solidFill>
                  <a:schemeClr val="tx2"/>
                </a:solidFill>
              </a:defRPr>
            </a:lvl2pPr>
            <a:lvl3pPr marL="171450" indent="0">
              <a:buClrTx/>
              <a:buFont typeface="Arial" panose="020B0604020202020204" pitchFamily="34" charset="0"/>
              <a:buNone/>
              <a:defRPr lang="en-US" sz="1600" baseline="0" dirty="0" smtClean="0">
                <a:solidFill>
                  <a:schemeClr val="tx2"/>
                </a:solidFill>
              </a:defRPr>
            </a:lvl3pPr>
            <a:lvl4pPr>
              <a:buClrTx/>
              <a:defRPr lang="en-US" sz="1600" baseline="0" dirty="0" smtClean="0">
                <a:solidFill>
                  <a:schemeClr val="tx2"/>
                </a:solidFill>
              </a:defRPr>
            </a:lvl4pPr>
            <a:lvl5pPr>
              <a:buClrTx/>
              <a:defRPr lang="en-US" sz="1600" baseline="0" dirty="0">
                <a:solidFill>
                  <a:schemeClr val="tx2"/>
                </a:solidFill>
              </a:defRPr>
            </a:lvl5pPr>
            <a:lvl6pPr>
              <a:buClrTx/>
              <a:defRPr sz="1600" baseline="0">
                <a:solidFill>
                  <a:schemeClr val="tx2"/>
                </a:solidFill>
              </a:defRPr>
            </a:lvl6pPr>
            <a:lvl7pPr>
              <a:buClrTx/>
              <a:defRPr sz="1600" baseline="0">
                <a:solidFill>
                  <a:schemeClr val="tx2"/>
                </a:solidFill>
              </a:defRPr>
            </a:lvl7pPr>
            <a:lvl8pPr>
              <a:buClrTx/>
              <a:defRPr sz="1600" baseline="0">
                <a:solidFill>
                  <a:schemeClr val="tx2"/>
                </a:solidFill>
              </a:defRPr>
            </a:lvl8pPr>
            <a:lvl9pPr>
              <a:buClrTx/>
              <a:defRPr sz="1600">
                <a:solidFill>
                  <a:schemeClr val="tx2"/>
                </a:solidFill>
              </a:defRPr>
            </a:lvl9pPr>
          </a:lstStyle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C89E4A5-6F21-4ECD-BCA6-5B29AF1FC1C0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8972065" y="2971853"/>
            <a:ext cx="2368913" cy="2592183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1800" b="1" cap="none" baseline="0" dirty="0" smtClean="0">
                <a:solidFill>
                  <a:schemeClr val="tx2"/>
                </a:solidFill>
                <a:latin typeface="+mn-lt"/>
              </a:defRPr>
            </a:lvl1pPr>
            <a:lvl2pPr marL="0" indent="0" algn="ctr">
              <a:spcBef>
                <a:spcPts val="1800"/>
              </a:spcBef>
              <a:buClrTx/>
              <a:buFontTx/>
              <a:buNone/>
              <a:defRPr lang="en-US" sz="1500" dirty="0" smtClean="0">
                <a:solidFill>
                  <a:schemeClr val="tx2"/>
                </a:solidFill>
              </a:defRPr>
            </a:lvl2pPr>
            <a:lvl3pPr marL="171450" indent="0">
              <a:buClrTx/>
              <a:buFont typeface="Arial" panose="020B0604020202020204" pitchFamily="34" charset="0"/>
              <a:buNone/>
              <a:defRPr lang="en-US" sz="1600" baseline="0" dirty="0" smtClean="0">
                <a:solidFill>
                  <a:schemeClr val="bg1"/>
                </a:solidFill>
              </a:defRPr>
            </a:lvl3pPr>
            <a:lvl4pPr>
              <a:buClrTx/>
              <a:defRPr lang="en-US" sz="1600" baseline="0" dirty="0" smtClean="0">
                <a:solidFill>
                  <a:schemeClr val="bg1"/>
                </a:solidFill>
              </a:defRPr>
            </a:lvl4pPr>
            <a:lvl5pPr>
              <a:buClrTx/>
              <a:defRPr lang="en-US" sz="1600" baseline="0" dirty="0">
                <a:solidFill>
                  <a:schemeClr val="bg1"/>
                </a:solidFill>
              </a:defRPr>
            </a:lvl5pPr>
            <a:lvl6pPr>
              <a:buClrTx/>
              <a:defRPr sz="1600" baseline="0">
                <a:solidFill>
                  <a:schemeClr val="bg1"/>
                </a:solidFill>
              </a:defRPr>
            </a:lvl6pPr>
            <a:lvl7pPr>
              <a:buClrTx/>
              <a:defRPr sz="1600">
                <a:solidFill>
                  <a:schemeClr val="bg1"/>
                </a:solidFill>
              </a:defRPr>
            </a:lvl7pPr>
            <a:lvl8pPr>
              <a:buClrTx/>
              <a:defRPr sz="1600" baseline="0">
                <a:solidFill>
                  <a:schemeClr val="bg1"/>
                </a:solidFill>
              </a:defRPr>
            </a:lvl8pPr>
            <a:lvl9pPr>
              <a:buClrTx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5E0B0A3-49E5-4641-8D2C-BC31AF6815C4}"/>
              </a:ext>
            </a:extLst>
          </p:cNvPr>
          <p:cNvSpPr txBox="1">
            <a:spLocks/>
          </p:cNvSpPr>
          <p:nvPr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B46839-35D8-438B-B7A2-2B753DFD7A66}"/>
              </a:ext>
            </a:extLst>
          </p:cNvPr>
          <p:cNvSpPr txBox="1"/>
          <p:nvPr/>
        </p:nvSpPr>
        <p:spPr>
          <a:xfrm>
            <a:off x="859758" y="6425582"/>
            <a:ext cx="804881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>
                <a:solidFill>
                  <a:schemeClr val="tx2"/>
                </a:solidFill>
                <a:latin typeface="+mn-lt"/>
              </a:rPr>
              <a:t>©2023 CVS Health and/or one of its affiliates. Confidential and proprietary.</a:t>
            </a:r>
          </a:p>
        </p:txBody>
      </p:sp>
      <p:pic>
        <p:nvPicPr>
          <p:cNvPr id="12" name="Graphic 11" descr="CVS Health logo in white.">
            <a:extLst>
              <a:ext uri="{FF2B5EF4-FFF2-40B4-BE49-F238E27FC236}">
                <a16:creationId xmlns:a16="http://schemas.microsoft.com/office/drawing/2014/main" id="{DE198919-F3A5-469C-A629-47C5826376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01031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</a:t>
            </a:r>
            <a:br>
              <a:rPr lang="en-US"/>
            </a:br>
            <a:r>
              <a:rPr lang="en-US"/>
              <a:t>for image and text slide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5300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2697E3D-9970-40A4-9967-1A38ED528B3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pic>
        <p:nvPicPr>
          <p:cNvPr id="5" name="Graphic 4" descr="CVS Health logo in white.">
            <a:extLst>
              <a:ext uri="{FF2B5EF4-FFF2-40B4-BE49-F238E27FC236}">
                <a16:creationId xmlns:a16="http://schemas.microsoft.com/office/drawing/2014/main" id="{8163FE3F-97F2-42A9-B07A-B67697B4DB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0533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3358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</a:t>
            </a:r>
            <a:br>
              <a:rPr lang="en-US"/>
            </a:br>
            <a:r>
              <a:rPr lang="en-US"/>
              <a:t>for image and text slide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6740693" y="1765300"/>
            <a:ext cx="4884168" cy="3977640"/>
          </a:xfrm>
        </p:spPr>
        <p:txBody>
          <a:bodyPr/>
          <a:lstStyle>
            <a:lvl1pPr>
              <a:buClrTx/>
              <a:defRPr cap="none" baseline="0">
                <a:solidFill>
                  <a:schemeClr val="tx2"/>
                </a:solidFill>
              </a:defRPr>
            </a:lvl1pPr>
            <a:lvl2pPr>
              <a:buClrTx/>
              <a:defRPr>
                <a:solidFill>
                  <a:schemeClr val="tx2"/>
                </a:solidFill>
              </a:defRPr>
            </a:lvl2pPr>
            <a:lvl3pPr>
              <a:buClrTx/>
              <a:defRPr>
                <a:solidFill>
                  <a:schemeClr val="tx2"/>
                </a:solidFill>
              </a:defRPr>
            </a:lvl3pPr>
            <a:lvl4pPr>
              <a:buClrTx/>
              <a:defRPr>
                <a:solidFill>
                  <a:schemeClr val="tx2"/>
                </a:solidFill>
              </a:defRPr>
            </a:lvl4pPr>
            <a:lvl5pPr>
              <a:buClrTx/>
              <a:defRPr>
                <a:solidFill>
                  <a:schemeClr val="tx2"/>
                </a:solidFill>
              </a:defRPr>
            </a:lvl5pPr>
            <a:lvl6pPr>
              <a:buClrTx/>
              <a:defRPr/>
            </a:lvl6pPr>
            <a:lvl7pPr>
              <a:buClrTx/>
              <a:defRPr/>
            </a:lvl7pPr>
            <a:lvl8pPr>
              <a:buClrTx/>
              <a:defRPr/>
            </a:lvl8pPr>
            <a:lvl9pPr>
              <a:buClrTx/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2697E3D-9970-40A4-9967-1A38ED528B3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8254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nfographic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text and infographic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139F72-CEC0-495F-8477-192D60A880E2}"/>
              </a:ext>
            </a:extLst>
          </p:cNvPr>
          <p:cNvSpPr/>
          <p:nvPr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7" name="Graphic 6" descr="CVS Health logo.">
            <a:extLst>
              <a:ext uri="{FF2B5EF4-FFF2-40B4-BE49-F238E27FC236}">
                <a16:creationId xmlns:a16="http://schemas.microsoft.com/office/drawing/2014/main" id="{B59DA53D-FB46-42C9-9A73-236B2FE105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95096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nfographic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3358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text and infographic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6740693" y="1765300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139F72-CEC0-495F-8477-192D60A880E2}"/>
              </a:ext>
            </a:extLst>
          </p:cNvPr>
          <p:cNvSpPr/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CB4B9DEE-1CF0-47D1-934E-DB4356D62FF1}"/>
              </a:ext>
            </a:extLst>
          </p:cNvPr>
          <p:cNvSpPr txBox="1">
            <a:spLocks/>
          </p:cNvSpPr>
          <p:nvPr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35D44D1-CF2C-4331-B380-083F7ABF73CB}"/>
              </a:ext>
            </a:extLst>
          </p:cNvPr>
          <p:cNvSpPr txBox="1">
            <a:spLocks/>
          </p:cNvSpPr>
          <p:nvPr/>
        </p:nvSpPr>
        <p:spPr>
          <a:xfrm>
            <a:off x="859760" y="6376946"/>
            <a:ext cx="3860217" cy="2286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©2023 CVS Health and/or one of its affiliates.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85028857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nfographic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272A0B-3F66-4BE5-ABC2-DBBCAA266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text and infographic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64CD8D-F9FC-4E28-9F6A-6AB51FF354D5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A3D8E1-3CCE-42A5-88D6-38F615FADD4D}"/>
              </a:ext>
            </a:extLst>
          </p:cNvPr>
          <p:cNvSpPr/>
          <p:nvPr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" name="Graphic 5" descr="CVS Health logo.">
            <a:extLst>
              <a:ext uri="{FF2B5EF4-FFF2-40B4-BE49-F238E27FC236}">
                <a16:creationId xmlns:a16="http://schemas.microsoft.com/office/drawing/2014/main" id="{C97A688A-13B1-4480-9A65-4362859FCD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319200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nfographic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61167E6-91BB-4319-852F-02EF2DA543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358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text and infographic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A642C1-A41C-40AD-BDFB-B8D181AC8784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740693" y="1765300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FD3486-B3F5-43BE-9108-5DEA0679272C}"/>
              </a:ext>
            </a:extLst>
          </p:cNvPr>
          <p:cNvSpPr/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535CA040-9CF0-49AA-B5D4-DC4BFA2479C1}"/>
              </a:ext>
            </a:extLst>
          </p:cNvPr>
          <p:cNvSpPr txBox="1">
            <a:spLocks/>
          </p:cNvSpPr>
          <p:nvPr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3B4598AE-016B-45A4-877F-62C42E458969}"/>
              </a:ext>
            </a:extLst>
          </p:cNvPr>
          <p:cNvSpPr txBox="1">
            <a:spLocks/>
          </p:cNvSpPr>
          <p:nvPr/>
        </p:nvSpPr>
        <p:spPr>
          <a:xfrm>
            <a:off x="859760" y="6376946"/>
            <a:ext cx="3860217" cy="2286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©2023 CVS Health and/or one of its affiliates.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229358160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or high impac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1764792"/>
            <a:ext cx="4701240" cy="1463040"/>
          </a:xfrm>
        </p:spPr>
        <p:txBody>
          <a:bodyPr rIns="0" anchor="b"/>
          <a:lstStyle>
            <a:lvl1pPr marL="171450" indent="-171450">
              <a:lnSpc>
                <a:spcPct val="95000"/>
              </a:lnSpc>
              <a:tabLst>
                <a:tab pos="171450" algn="l"/>
              </a:tabLst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“	Click to add quote with image. Image should reflect the content of the quote.”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722800-BF6A-4FA2-8F5B-598FB160C2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3418" y="3590383"/>
            <a:ext cx="4573191" cy="16192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sz="1300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author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2697E3D-9970-40A4-9967-1A38ED528B3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pic>
        <p:nvPicPr>
          <p:cNvPr id="5" name="Graphic 4" descr="CVS Health logo in white.">
            <a:extLst>
              <a:ext uri="{FF2B5EF4-FFF2-40B4-BE49-F238E27FC236}">
                <a16:creationId xmlns:a16="http://schemas.microsoft.com/office/drawing/2014/main" id="{5C21479B-88BC-46B4-90DB-3F9721D742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65162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or high 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2868" y="2180108"/>
            <a:ext cx="7170763" cy="1463040"/>
          </a:xfrm>
        </p:spPr>
        <p:txBody>
          <a:bodyPr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quote.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722800-BF6A-4FA2-8F5B-598FB160C2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2867" y="4020922"/>
            <a:ext cx="4573191" cy="16192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sz="13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AUTHOR</a:t>
            </a:r>
          </a:p>
        </p:txBody>
      </p:sp>
    </p:spTree>
    <p:extLst>
      <p:ext uri="{BB962C8B-B14F-4D97-AF65-F5344CB8AC3E}">
        <p14:creationId xmlns:p14="http://schemas.microsoft.com/office/powerpoint/2010/main" val="170447302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CE5400-9551-4441-A3A1-727FA18550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/>
              <a:t>Next steps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1970635" y="2110424"/>
            <a:ext cx="2506109" cy="3630620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3200" b="1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4200"/>
              </a:spcBef>
              <a:buClrTx/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 algn="l"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7663" indent="-173038" algn="l">
              <a:buClrTx/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1175" indent="-163513" algn="l">
              <a:buClrTx/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 algn="l">
              <a:buClrTx/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 algn="l">
              <a:buClrTx/>
              <a:buFont typeface="Arial" panose="020B0604020202020204" pitchFamily="34" charset="0"/>
              <a:buChar char="•"/>
              <a:defRPr sz="1300"/>
            </a:lvl7pPr>
            <a:lvl8pPr marL="1031875" indent="-171450" algn="l">
              <a:buClrTx/>
              <a:buFont typeface="Arial" panose="020B0604020202020204" pitchFamily="34" charset="0"/>
              <a:buChar char="–"/>
              <a:defRPr sz="1300"/>
            </a:lvl8pPr>
            <a:lvl9pPr marL="1203325" indent="-171450" algn="l">
              <a:buClrTx/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ctr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1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</a:t>
            </a:r>
          </a:p>
          <a:p>
            <a:pPr lvl="3"/>
            <a:r>
              <a:rPr lang="en-US"/>
              <a:t>Second-level</a:t>
            </a:r>
          </a:p>
          <a:p>
            <a:pPr lvl="4"/>
            <a:r>
              <a:rPr lang="en-US"/>
              <a:t>Third-level</a:t>
            </a:r>
          </a:p>
          <a:p>
            <a:pPr lvl="5"/>
            <a:r>
              <a:rPr lang="en-US"/>
              <a:t>Fourth-level</a:t>
            </a:r>
          </a:p>
          <a:p>
            <a:pPr lvl="6"/>
            <a:r>
              <a:rPr lang="en-US"/>
              <a:t>Fifth-level</a:t>
            </a:r>
          </a:p>
          <a:p>
            <a:pPr lvl="7"/>
            <a:r>
              <a:rPr lang="en-US"/>
              <a:t>Sixth-level</a:t>
            </a:r>
          </a:p>
          <a:p>
            <a:pPr lvl="8"/>
            <a:r>
              <a:rPr lang="en-US"/>
              <a:t>Seventh-level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820143" y="2110424"/>
            <a:ext cx="2506109" cy="3630620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3200" b="1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4200"/>
              </a:spcBef>
              <a:buClrTx/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 algn="l"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7663" indent="-173038" algn="l">
              <a:buClrTx/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1175" indent="-163513" algn="l">
              <a:buClrTx/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 algn="l">
              <a:buClrTx/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 algn="l">
              <a:buClrTx/>
              <a:buFont typeface="Arial" panose="020B0604020202020204" pitchFamily="34" charset="0"/>
              <a:buChar char="•"/>
              <a:defRPr sz="1300"/>
            </a:lvl7pPr>
            <a:lvl8pPr marL="1031875" indent="-171450" algn="l">
              <a:buClrTx/>
              <a:buFont typeface="Arial" panose="020B0604020202020204" pitchFamily="34" charset="0"/>
              <a:buChar char="–"/>
              <a:defRPr sz="1300"/>
            </a:lvl8pPr>
            <a:lvl9pPr marL="1203325" indent="-171450" algn="l">
              <a:buClrTx/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ctr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2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</a:t>
            </a:r>
          </a:p>
          <a:p>
            <a:pPr lvl="3"/>
            <a:r>
              <a:rPr lang="en-US"/>
              <a:t>Second-level</a:t>
            </a:r>
          </a:p>
          <a:p>
            <a:pPr lvl="4"/>
            <a:r>
              <a:rPr lang="en-US"/>
              <a:t>Third-level</a:t>
            </a:r>
          </a:p>
          <a:p>
            <a:pPr lvl="5"/>
            <a:r>
              <a:rPr lang="en-US"/>
              <a:t>Fourth-level</a:t>
            </a:r>
          </a:p>
          <a:p>
            <a:pPr lvl="6"/>
            <a:r>
              <a:rPr lang="en-US"/>
              <a:t>Fifth-level</a:t>
            </a:r>
          </a:p>
          <a:p>
            <a:pPr lvl="7"/>
            <a:r>
              <a:rPr lang="en-US"/>
              <a:t>Sixth-level</a:t>
            </a:r>
          </a:p>
          <a:p>
            <a:pPr lvl="8"/>
            <a:r>
              <a:rPr lang="en-US"/>
              <a:t>Seventh-level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7664668" y="2110424"/>
            <a:ext cx="2506109" cy="3630620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5000"/>
              </a:lnSpc>
              <a:buClrTx/>
              <a:defRPr lang="en-US" sz="3200" b="1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4200"/>
              </a:spcBef>
              <a:buClrTx/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 algn="l"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7663" indent="-173038" algn="l">
              <a:buClrTx/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1175" indent="-163513" algn="l">
              <a:buClrTx/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 algn="l">
              <a:buClrTx/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 algn="l">
              <a:buClrTx/>
              <a:buFont typeface="Arial" panose="020B0604020202020204" pitchFamily="34" charset="0"/>
              <a:buChar char="•"/>
              <a:defRPr sz="1300"/>
            </a:lvl7pPr>
            <a:lvl8pPr marL="1031875" indent="-171450" algn="l">
              <a:buClrTx/>
              <a:buFont typeface="Arial" panose="020B0604020202020204" pitchFamily="34" charset="0"/>
              <a:buChar char="–"/>
              <a:defRPr sz="1300"/>
            </a:lvl8pPr>
            <a:lvl9pPr marL="1203325" indent="-171450" algn="l">
              <a:buClrTx/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ctr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3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</a:t>
            </a:r>
          </a:p>
          <a:p>
            <a:pPr lvl="3"/>
            <a:r>
              <a:rPr lang="en-US"/>
              <a:t>Second-level</a:t>
            </a:r>
          </a:p>
          <a:p>
            <a:pPr lvl="4"/>
            <a:r>
              <a:rPr lang="en-US"/>
              <a:t>Third-level</a:t>
            </a:r>
          </a:p>
          <a:p>
            <a:pPr lvl="5"/>
            <a:r>
              <a:rPr lang="en-US"/>
              <a:t>Fourth-level</a:t>
            </a:r>
          </a:p>
          <a:p>
            <a:pPr lvl="6"/>
            <a:r>
              <a:rPr lang="en-US"/>
              <a:t>Fifth-level</a:t>
            </a:r>
          </a:p>
          <a:p>
            <a:pPr lvl="7"/>
            <a:r>
              <a:rPr lang="en-US"/>
              <a:t>Sixth-level</a:t>
            </a:r>
          </a:p>
          <a:p>
            <a:pPr lvl="8"/>
            <a:r>
              <a:rPr lang="en-US"/>
              <a:t>Seventh-level</a:t>
            </a:r>
          </a:p>
        </p:txBody>
      </p:sp>
    </p:spTree>
    <p:extLst>
      <p:ext uri="{BB962C8B-B14F-4D97-AF65-F5344CB8AC3E}">
        <p14:creationId xmlns:p14="http://schemas.microsoft.com/office/powerpoint/2010/main" val="298244836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318200F-1EB3-4B0D-BB1C-940C25A498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/>
              <a:t>In closing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8588453" cy="3977640"/>
          </a:xfrm>
        </p:spPr>
        <p:txBody>
          <a:bodyPr/>
          <a:lstStyle>
            <a:lvl1pPr>
              <a:lnSpc>
                <a:spcPct val="100000"/>
              </a:lnSpc>
              <a:buClrTx/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Tx/>
              <a:buFontTx/>
              <a:buNone/>
              <a:defRPr baseline="0">
                <a:solidFill>
                  <a:schemeClr val="tx2"/>
                </a:solidFill>
              </a:defRPr>
            </a:lvl2pPr>
            <a:lvl3pPr marL="173038" indent="-173038">
              <a:buClrTx/>
              <a:buFont typeface="Arial" panose="020B0604020202020204" pitchFamily="34" charset="0"/>
              <a:buChar char="•"/>
              <a:defRPr baseline="0">
                <a:solidFill>
                  <a:schemeClr val="tx2"/>
                </a:solidFill>
              </a:defRPr>
            </a:lvl3pPr>
            <a:lvl4pPr marL="347663" indent="-174625">
              <a:buClrTx/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4pPr>
            <a:lvl5pPr marL="509588" indent="-161925">
              <a:buClrTx/>
              <a:buFont typeface="Arial" panose="020B0604020202020204" pitchFamily="34" charset="0"/>
              <a:buChar char="•"/>
              <a:defRPr baseline="0">
                <a:solidFill>
                  <a:schemeClr val="tx2"/>
                </a:solidFill>
              </a:defRPr>
            </a:lvl5pPr>
            <a:lvl6pPr marL="682625" indent="-173038">
              <a:buClrTx/>
              <a:buFont typeface="Arial" panose="020B0604020202020204" pitchFamily="34" charset="0"/>
              <a:buChar char="–"/>
              <a:defRPr/>
            </a:lvl6pPr>
            <a:lvl7pPr marL="857250" indent="-174625">
              <a:buClrTx/>
              <a:buFont typeface="Arial" panose="020B0604020202020204" pitchFamily="34" charset="0"/>
              <a:buChar char="•"/>
              <a:defRPr/>
            </a:lvl7pPr>
            <a:lvl8pPr marL="1030288" indent="-173038">
              <a:buClrTx/>
              <a:buFont typeface="Arial" panose="020B0604020202020204" pitchFamily="34" charset="0"/>
              <a:buChar char="–"/>
              <a:defRPr/>
            </a:lvl8pPr>
            <a:lvl9pPr marL="1203325" indent="-173038">
              <a:buClrTx/>
              <a:buFont typeface="Arial" panose="020B0604020202020204" pitchFamily="34" charset="0"/>
              <a:buChar char="•"/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327691561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4010155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905192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Accessib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51F70-C83F-4915-A55C-CF9D7C4CE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30" y="-344516"/>
            <a:ext cx="11026126" cy="264306"/>
          </a:xfrm>
        </p:spPr>
        <p:txBody>
          <a:bodyPr anchor="b"/>
          <a:lstStyle>
            <a:lvl1pPr>
              <a:defRPr sz="1400"/>
            </a:lvl1pPr>
          </a:lstStyle>
          <a:p>
            <a:r>
              <a:rPr lang="en-US"/>
              <a:t>Title for slide built on the blank accessibility master</a:t>
            </a:r>
          </a:p>
        </p:txBody>
      </p:sp>
    </p:spTree>
    <p:extLst>
      <p:ext uri="{BB962C8B-B14F-4D97-AF65-F5344CB8AC3E}">
        <p14:creationId xmlns:p14="http://schemas.microsoft.com/office/powerpoint/2010/main" val="3401689239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AD57F1C3-026C-4E29-99D9-D207AB9AE85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accent6"/>
                </a:solidFill>
                <a:latin typeface="CVS Health Sans" panose="020B0504020202020204" pitchFamily="34" charset="0"/>
              </a:defRPr>
            </a:lvl1pPr>
          </a:lstStyle>
          <a:p>
            <a:r>
              <a:rPr lang="en-US"/>
              <a:t>BE SURE IMAGE IS </a:t>
            </a:r>
            <a:br>
              <a:rPr lang="en-US"/>
            </a:br>
            <a:r>
              <a:rPr lang="en-US"/>
              <a:t>DARK ENOUGH SO TYPE AND </a:t>
            </a:r>
            <a:br>
              <a:rPr lang="en-US"/>
            </a:br>
            <a:r>
              <a:rPr lang="en-US"/>
              <a:t>LOGO ARE READABLE</a:t>
            </a:r>
          </a:p>
          <a:p>
            <a:br>
              <a:rPr lang="en-US"/>
            </a:br>
            <a:r>
              <a:rPr lang="en-US"/>
              <a:t>Be sure to send image to </a:t>
            </a:r>
            <a:br>
              <a:rPr lang="en-US"/>
            </a:br>
            <a:r>
              <a:rPr lang="en-US"/>
              <a:t>back so logo sits on top of image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551DC1-11AC-42C9-8CB3-4FB83FD45B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938" y="1188272"/>
            <a:ext cx="3775713" cy="713232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Closing slide</a:t>
            </a:r>
          </a:p>
        </p:txBody>
      </p:sp>
      <p:pic>
        <p:nvPicPr>
          <p:cNvPr id="4" name="Graphic 3" descr="CVS Health logo.">
            <a:extLst>
              <a:ext uri="{FF2B5EF4-FFF2-40B4-BE49-F238E27FC236}">
                <a16:creationId xmlns:a16="http://schemas.microsoft.com/office/drawing/2014/main" id="{4241CE38-4CEB-4E8B-816C-5C169EC9AE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43781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C86AF3C-6D1C-4D8B-80F4-510F140C34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8732" y="3017954"/>
            <a:ext cx="9994538" cy="713232"/>
          </a:xfrm>
        </p:spPr>
        <p:txBody>
          <a:bodyPr/>
          <a:lstStyle>
            <a:lvl1pPr algn="ctr"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en-US"/>
              <a:t>Closing slide</a:t>
            </a:r>
          </a:p>
        </p:txBody>
      </p:sp>
    </p:spTree>
    <p:extLst>
      <p:ext uri="{BB962C8B-B14F-4D97-AF65-F5344CB8AC3E}">
        <p14:creationId xmlns:p14="http://schemas.microsoft.com/office/powerpoint/2010/main" val="131103211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S logo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 descr="CVS Health logo.">
            <a:extLst>
              <a:ext uri="{FF2B5EF4-FFF2-40B4-BE49-F238E27FC236}">
                <a16:creationId xmlns:a16="http://schemas.microsoft.com/office/drawing/2014/main" id="{3B724D08-4F05-4A11-9EB9-CD3B1FE611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26318" y="3030094"/>
            <a:ext cx="6539366" cy="79781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1268719-E45D-4DB9-A5CE-3920E9240B44}"/>
              </a:ext>
            </a:extLst>
          </p:cNvPr>
          <p:cNvSpPr/>
          <p:nvPr/>
        </p:nvSpPr>
        <p:spPr>
          <a:xfrm>
            <a:off x="1" y="5779008"/>
            <a:ext cx="12192000" cy="1078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7519E24-EA44-44E4-8587-7A08DC99D5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30" y="-347472"/>
            <a:ext cx="11026126" cy="264306"/>
          </a:xfrm>
        </p:spPr>
        <p:txBody>
          <a:bodyPr anchor="b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CVS Health logo on white background</a:t>
            </a:r>
          </a:p>
        </p:txBody>
      </p:sp>
    </p:spTree>
    <p:extLst>
      <p:ext uri="{BB962C8B-B14F-4D97-AF65-F5344CB8AC3E}">
        <p14:creationId xmlns:p14="http://schemas.microsoft.com/office/powerpoint/2010/main" val="421962971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S logo on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268719-E45D-4DB9-A5CE-3920E9240B44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33B14B6-B371-42B3-8BC3-E203B9570C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30" y="-347472"/>
            <a:ext cx="11026126" cy="264306"/>
          </a:xfrm>
        </p:spPr>
        <p:txBody>
          <a:bodyPr anchor="b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CVS Health logo on red background</a:t>
            </a:r>
          </a:p>
        </p:txBody>
      </p:sp>
      <p:pic>
        <p:nvPicPr>
          <p:cNvPr id="12" name="Graphic 11" descr="CVS Health logo in white.">
            <a:extLst>
              <a:ext uri="{FF2B5EF4-FFF2-40B4-BE49-F238E27FC236}">
                <a16:creationId xmlns:a16="http://schemas.microsoft.com/office/drawing/2014/main" id="{B559DD0B-4B08-444F-A6AA-A5A2ED1474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26318" y="3030094"/>
            <a:ext cx="6539366" cy="79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61013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77AE3C-489E-5CBA-8846-82995E83DAB0}"/>
              </a:ext>
            </a:extLst>
          </p:cNvPr>
          <p:cNvSpPr/>
          <p:nvPr userDrawn="1"/>
        </p:nvSpPr>
        <p:spPr bwMode="gray">
          <a:xfrm>
            <a:off x="1" y="0"/>
            <a:ext cx="12192000" cy="6858000"/>
          </a:xfrm>
          <a:prstGeom prst="rect">
            <a:avLst/>
          </a:prstGeom>
          <a:gradFill>
            <a:gsLst>
              <a:gs pos="100000">
                <a:srgbClr val="CCE6FF">
                  <a:alpha val="60000"/>
                </a:srgbClr>
              </a:gs>
              <a:gs pos="0">
                <a:schemeClr val="bg2">
                  <a:lumMod val="20000"/>
                  <a:lumOff val="80000"/>
                </a:schemeClr>
              </a:gs>
            </a:gsLst>
            <a:lin ang="0" scaled="0"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68818" y="850392"/>
            <a:ext cx="4179897" cy="5157216"/>
          </a:xfrm>
          <a:prstGeom prst="roundRect">
            <a:avLst>
              <a:gd name="adj" fmla="val 4392"/>
            </a:avLst>
          </a:prstGeom>
          <a:solidFill>
            <a:schemeClr val="bg1"/>
          </a:solidFill>
          <a:effectLst>
            <a:outerShdw blurRad="393700" sx="102000" sy="102000" algn="ctr" rotWithShape="0">
              <a:srgbClr val="000000">
                <a:alpha val="24000"/>
              </a:srgbClr>
            </a:outerShdw>
          </a:effectLst>
        </p:spPr>
        <p:txBody>
          <a:bodyPr lIns="402336" tIns="457200" rIns="365760" bIns="182880" anchor="t">
            <a:noAutofit/>
          </a:bodyPr>
          <a:lstStyle>
            <a:lvl1pPr algn="l">
              <a:defRPr sz="3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Presentation title here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A45137-D954-4F74-A043-F7DE2DC22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16991" y="2679062"/>
            <a:ext cx="393699" cy="0"/>
          </a:xfrm>
          <a:prstGeom prst="line">
            <a:avLst/>
          </a:prstGeom>
          <a:ln w="25400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989552" y="3063240"/>
            <a:ext cx="3283551" cy="1262324"/>
          </a:xfrm>
        </p:spPr>
        <p:txBody>
          <a:bodyPr/>
          <a:lstStyle>
            <a:lvl1pPr>
              <a:defRPr sz="15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5" name="Graphic 14" descr="CVS Health logo">
            <a:extLst>
              <a:ext uri="{FF2B5EF4-FFF2-40B4-BE49-F238E27FC236}">
                <a16:creationId xmlns:a16="http://schemas.microsoft.com/office/drawing/2014/main" id="{20283CA7-E5C8-1743-B657-BA1BA157B5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4231" y="5243838"/>
            <a:ext cx="2277449" cy="277853"/>
          </a:xfrm>
          <a:prstGeom prst="rect">
            <a:avLst/>
          </a:prstGeom>
        </p:spPr>
      </p:pic>
      <p:pic>
        <p:nvPicPr>
          <p:cNvPr id="5" name="Picture 4" descr="A white heart on a black background&#10;&#10;AI-generated content may be incorrect.">
            <a:extLst>
              <a:ext uri="{FF2B5EF4-FFF2-40B4-BE49-F238E27FC236}">
                <a16:creationId xmlns:a16="http://schemas.microsoft.com/office/drawing/2014/main" id="{3FC52C92-8C89-EA27-3697-48EF93DBA1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9000"/>
          </a:blip>
          <a:srcRect r="32615" b="22518"/>
          <a:stretch/>
        </p:blipFill>
        <p:spPr>
          <a:xfrm>
            <a:off x="5582296" y="347851"/>
            <a:ext cx="70304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35037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CVS red he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77AE3C-489E-5CBA-8846-82995E83DAB0}"/>
              </a:ext>
            </a:extLst>
          </p:cNvPr>
          <p:cNvSpPr/>
          <p:nvPr userDrawn="1"/>
        </p:nvSpPr>
        <p:spPr bwMode="gray">
          <a:xfrm>
            <a:off x="1" y="0"/>
            <a:ext cx="12192000" cy="6858000"/>
          </a:xfrm>
          <a:prstGeom prst="rect">
            <a:avLst/>
          </a:prstGeom>
          <a:gradFill>
            <a:gsLst>
              <a:gs pos="0">
                <a:srgbClr val="CCE6FF">
                  <a:alpha val="60000"/>
                </a:srgbClr>
              </a:gs>
              <a:gs pos="100000">
                <a:schemeClr val="bg2">
                  <a:lumMod val="20000"/>
                  <a:lumOff val="80000"/>
                </a:schemeClr>
              </a:gs>
            </a:gsLst>
            <a:lin ang="0" scaled="0"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pic>
        <p:nvPicPr>
          <p:cNvPr id="5" name="Picture 4" descr="A black background with a black rectangle&#10;&#10;AI-generated content may be incorrect.">
            <a:extLst>
              <a:ext uri="{FF2B5EF4-FFF2-40B4-BE49-F238E27FC236}">
                <a16:creationId xmlns:a16="http://schemas.microsoft.com/office/drawing/2014/main" id="{2DC8E44A-FC25-260F-0B85-E72272FC81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-39000"/>
                    </a14:imgEffect>
                  </a14:imgLayer>
                </a14:imgProps>
              </a:ext>
            </a:extLst>
          </a:blip>
          <a:srcRect t="1662" r="1662"/>
          <a:stretch>
            <a:fillRect/>
          </a:stretch>
        </p:blipFill>
        <p:spPr>
          <a:xfrm>
            <a:off x="1" y="0"/>
            <a:ext cx="4151976" cy="6858000"/>
          </a:xfrm>
          <a:prstGeom prst="rect">
            <a:avLst/>
          </a:prstGeom>
        </p:spPr>
      </p:pic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68818" y="850392"/>
            <a:ext cx="4179897" cy="5157216"/>
          </a:xfrm>
          <a:prstGeom prst="roundRect">
            <a:avLst>
              <a:gd name="adj" fmla="val 4392"/>
            </a:avLst>
          </a:prstGeom>
          <a:solidFill>
            <a:schemeClr val="bg1"/>
          </a:solidFill>
          <a:effectLst>
            <a:outerShdw blurRad="405399" sx="102000" sy="102000" algn="ctr" rotWithShape="0">
              <a:prstClr val="black">
                <a:alpha val="24000"/>
              </a:prstClr>
            </a:outerShdw>
          </a:effectLst>
        </p:spPr>
        <p:txBody>
          <a:bodyPr lIns="402336" tIns="457200" rIns="365760" bIns="182880" anchor="t">
            <a:noAutofit/>
          </a:bodyPr>
          <a:lstStyle>
            <a:lvl1pPr algn="l">
              <a:defRPr sz="3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Presentation title here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A45137-D954-4F74-A043-F7DE2DC22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16991" y="2679062"/>
            <a:ext cx="393699" cy="0"/>
          </a:xfrm>
          <a:prstGeom prst="line">
            <a:avLst/>
          </a:prstGeom>
          <a:ln w="25400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989552" y="3063240"/>
            <a:ext cx="3283551" cy="1262324"/>
          </a:xfrm>
        </p:spPr>
        <p:txBody>
          <a:bodyPr/>
          <a:lstStyle>
            <a:lvl1pPr>
              <a:defRPr sz="15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5" name="Graphic 14" descr="CVS Health logo">
            <a:extLst>
              <a:ext uri="{FF2B5EF4-FFF2-40B4-BE49-F238E27FC236}">
                <a16:creationId xmlns:a16="http://schemas.microsoft.com/office/drawing/2014/main" id="{20283CA7-E5C8-1743-B657-BA1BA157B5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4231" y="5243838"/>
            <a:ext cx="2277449" cy="27785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CDBA063-3976-EC32-5E70-0528308289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1629" y="1778562"/>
            <a:ext cx="6112460" cy="5070663"/>
          </a:xfrm>
          <a:prstGeom prst="rect">
            <a:avLst/>
          </a:prstGeom>
        </p:spPr>
      </p:pic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4D984B2-B1EF-E151-487E-0AA49228F56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8000"/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45071" y="0"/>
            <a:ext cx="6446929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62709F8-901B-6C17-A01F-82D5455440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89006" y="3416025"/>
            <a:ext cx="7472822" cy="619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163869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etna violet he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77AE3C-489E-5CBA-8846-82995E83DAB0}"/>
              </a:ext>
            </a:extLst>
          </p:cNvPr>
          <p:cNvSpPr/>
          <p:nvPr userDrawn="1"/>
        </p:nvSpPr>
        <p:spPr bwMode="gray">
          <a:xfrm>
            <a:off x="1" y="0"/>
            <a:ext cx="12192000" cy="6858000"/>
          </a:xfrm>
          <a:prstGeom prst="rect">
            <a:avLst/>
          </a:prstGeom>
          <a:gradFill>
            <a:gsLst>
              <a:gs pos="0">
                <a:srgbClr val="CCE6FF">
                  <a:alpha val="60000"/>
                </a:srgbClr>
              </a:gs>
              <a:gs pos="100000">
                <a:schemeClr val="bg2">
                  <a:lumMod val="20000"/>
                  <a:lumOff val="80000"/>
                </a:schemeClr>
              </a:gs>
            </a:gsLst>
            <a:lin ang="0" scaled="0"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pic>
        <p:nvPicPr>
          <p:cNvPr id="5" name="Picture 4" descr="A black background with a black rectangle&#10;&#10;AI-generated content may be incorrect.">
            <a:extLst>
              <a:ext uri="{FF2B5EF4-FFF2-40B4-BE49-F238E27FC236}">
                <a16:creationId xmlns:a16="http://schemas.microsoft.com/office/drawing/2014/main" id="{23FF501E-F57B-2286-4EF9-2664BFCE49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-39000"/>
                    </a14:imgEffect>
                  </a14:imgLayer>
                </a14:imgProps>
              </a:ext>
            </a:extLst>
          </a:blip>
          <a:srcRect t="1662" r="1662"/>
          <a:stretch>
            <a:fillRect/>
          </a:stretch>
        </p:blipFill>
        <p:spPr>
          <a:xfrm>
            <a:off x="1" y="0"/>
            <a:ext cx="4151976" cy="6858000"/>
          </a:xfrm>
          <a:prstGeom prst="rect">
            <a:avLst/>
          </a:prstGeom>
        </p:spPr>
      </p:pic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E1DD80A-CDE0-6022-3F9F-289770AC679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8000"/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45071" y="0"/>
            <a:ext cx="6446929" cy="6858000"/>
          </a:xfrm>
          <a:prstGeom prst="rect">
            <a:avLst/>
          </a:prstGeom>
        </p:spPr>
      </p:pic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68818" y="850392"/>
            <a:ext cx="4179897" cy="5157216"/>
          </a:xfrm>
          <a:prstGeom prst="roundRect">
            <a:avLst>
              <a:gd name="adj" fmla="val 4392"/>
            </a:avLst>
          </a:prstGeom>
          <a:solidFill>
            <a:schemeClr val="bg1"/>
          </a:solidFill>
          <a:effectLst>
            <a:outerShdw blurRad="405399" sx="102000" sy="102000" algn="ctr" rotWithShape="0">
              <a:prstClr val="black">
                <a:alpha val="24000"/>
              </a:prstClr>
            </a:outerShdw>
          </a:effectLst>
        </p:spPr>
        <p:txBody>
          <a:bodyPr lIns="402336" tIns="457200" rIns="365760" bIns="182880" anchor="t">
            <a:noAutofit/>
          </a:bodyPr>
          <a:lstStyle>
            <a:lvl1pPr algn="l">
              <a:defRPr sz="3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Presentation title here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A45137-D954-4F74-A043-F7DE2DC22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16991" y="2679062"/>
            <a:ext cx="393699" cy="0"/>
          </a:xfrm>
          <a:prstGeom prst="line">
            <a:avLst/>
          </a:prstGeom>
          <a:ln w="25400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989552" y="3063240"/>
            <a:ext cx="3283551" cy="1262324"/>
          </a:xfrm>
        </p:spPr>
        <p:txBody>
          <a:bodyPr/>
          <a:lstStyle>
            <a:lvl1pPr>
              <a:defRPr sz="15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5" name="Graphic 14" descr="CVS Health logo">
            <a:extLst>
              <a:ext uri="{FF2B5EF4-FFF2-40B4-BE49-F238E27FC236}">
                <a16:creationId xmlns:a16="http://schemas.microsoft.com/office/drawing/2014/main" id="{20283CA7-E5C8-1743-B657-BA1BA157B5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4231" y="5243838"/>
            <a:ext cx="2277449" cy="27785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C752950-A5BD-FCD8-E0D6-298099D819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89006" y="3416025"/>
            <a:ext cx="7472822" cy="61991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CDBA063-3976-EC32-5E70-0528308289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9187" y="1778562"/>
            <a:ext cx="6112460" cy="507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56253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General blue he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77AE3C-489E-5CBA-8846-82995E83DAB0}"/>
              </a:ext>
            </a:extLst>
          </p:cNvPr>
          <p:cNvSpPr/>
          <p:nvPr userDrawn="1"/>
        </p:nvSpPr>
        <p:spPr bwMode="gray">
          <a:xfrm>
            <a:off x="1" y="0"/>
            <a:ext cx="12192000" cy="6858000"/>
          </a:xfrm>
          <a:prstGeom prst="rect">
            <a:avLst/>
          </a:prstGeom>
          <a:gradFill>
            <a:gsLst>
              <a:gs pos="0">
                <a:srgbClr val="CCE6FF">
                  <a:alpha val="60000"/>
                </a:srgbClr>
              </a:gs>
              <a:gs pos="100000">
                <a:schemeClr val="bg2">
                  <a:lumMod val="20000"/>
                  <a:lumOff val="80000"/>
                </a:schemeClr>
              </a:gs>
            </a:gsLst>
            <a:lin ang="0" scaled="0"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pic>
        <p:nvPicPr>
          <p:cNvPr id="3" name="Picture 2" descr="A black background with a black rectangle&#10;&#10;AI-generated content may be incorrect.">
            <a:extLst>
              <a:ext uri="{FF2B5EF4-FFF2-40B4-BE49-F238E27FC236}">
                <a16:creationId xmlns:a16="http://schemas.microsoft.com/office/drawing/2014/main" id="{BF07630E-4610-8186-4BBC-32C92F66DB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-39000"/>
                    </a14:imgEffect>
                  </a14:imgLayer>
                </a14:imgProps>
              </a:ext>
            </a:extLst>
          </a:blip>
          <a:srcRect t="1662" r="1662"/>
          <a:stretch>
            <a:fillRect/>
          </a:stretch>
        </p:blipFill>
        <p:spPr>
          <a:xfrm>
            <a:off x="1" y="0"/>
            <a:ext cx="4151976" cy="6858000"/>
          </a:xfrm>
          <a:prstGeom prst="rect">
            <a:avLst/>
          </a:prstGeom>
        </p:spPr>
      </p:pic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731E3D3-B982-8BA9-AEE4-070A3A5691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8000"/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45071" y="0"/>
            <a:ext cx="6446929" cy="6858000"/>
          </a:xfrm>
          <a:prstGeom prst="rect">
            <a:avLst/>
          </a:prstGeom>
        </p:spPr>
      </p:pic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68818" y="850392"/>
            <a:ext cx="4179897" cy="5157216"/>
          </a:xfrm>
          <a:prstGeom prst="roundRect">
            <a:avLst>
              <a:gd name="adj" fmla="val 4392"/>
            </a:avLst>
          </a:prstGeom>
          <a:solidFill>
            <a:schemeClr val="bg1"/>
          </a:solidFill>
          <a:effectLst>
            <a:outerShdw blurRad="405399" sx="102000" sy="102000" algn="ctr" rotWithShape="0">
              <a:prstClr val="black">
                <a:alpha val="24000"/>
              </a:prstClr>
            </a:outerShdw>
          </a:effectLst>
        </p:spPr>
        <p:txBody>
          <a:bodyPr lIns="402336" tIns="457200" rIns="365760" bIns="182880" anchor="t">
            <a:noAutofit/>
          </a:bodyPr>
          <a:lstStyle>
            <a:lvl1pPr algn="l">
              <a:defRPr sz="3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Presentation title here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A45137-D954-4F74-A043-F7DE2DC22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16991" y="2679062"/>
            <a:ext cx="393699" cy="0"/>
          </a:xfrm>
          <a:prstGeom prst="line">
            <a:avLst/>
          </a:prstGeom>
          <a:ln w="25400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989552" y="3063240"/>
            <a:ext cx="3283551" cy="1262324"/>
          </a:xfrm>
        </p:spPr>
        <p:txBody>
          <a:bodyPr/>
          <a:lstStyle>
            <a:lvl1pPr>
              <a:defRPr sz="1500" b="1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5" name="Graphic 14" descr="CVS Health logo">
            <a:extLst>
              <a:ext uri="{FF2B5EF4-FFF2-40B4-BE49-F238E27FC236}">
                <a16:creationId xmlns:a16="http://schemas.microsoft.com/office/drawing/2014/main" id="{20283CA7-E5C8-1743-B657-BA1BA157B5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4231" y="5243838"/>
            <a:ext cx="2277449" cy="27785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C752950-A5BD-FCD8-E0D6-298099D819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89006" y="3416025"/>
            <a:ext cx="7472822" cy="61991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CDBA063-3976-EC32-5E70-0528308289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9187" y="1778562"/>
            <a:ext cx="6112460" cy="507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80201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or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38F9A1-FF1F-244F-4C9E-65B7F0F86342}"/>
              </a:ext>
            </a:extLst>
          </p:cNvPr>
          <p:cNvSpPr/>
          <p:nvPr userDrawn="1"/>
        </p:nvSpPr>
        <p:spPr bwMode="gray">
          <a:xfrm>
            <a:off x="1" y="0"/>
            <a:ext cx="12192000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85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373161" y="389319"/>
            <a:ext cx="9101035" cy="5724144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393700" sx="102000" sy="102000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126174" y="1167898"/>
            <a:ext cx="3685665" cy="890028"/>
          </a:xfrm>
        </p:spPr>
        <p:txBody>
          <a:bodyPr anchor="b">
            <a:noAutofit/>
          </a:bodyPr>
          <a:lstStyle>
            <a:lvl1pPr>
              <a:defRPr sz="32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Key message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126173" y="2620104"/>
            <a:ext cx="3682432" cy="2407316"/>
          </a:xfrm>
        </p:spPr>
        <p:txBody>
          <a:bodyPr>
            <a:noAutofit/>
          </a:bodyPr>
          <a:lstStyle>
            <a:lvl1pPr>
              <a:defRPr sz="15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Text here </a:t>
            </a:r>
            <a:br>
              <a:rPr lang="en-US"/>
            </a:br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5CBC3A9-D968-6604-BB57-4284C382AE6B}"/>
              </a:ext>
            </a:extLst>
          </p:cNvPr>
          <p:cNvSpPr/>
          <p:nvPr userDrawn="1"/>
        </p:nvSpPr>
        <p:spPr bwMode="gray">
          <a:xfrm>
            <a:off x="6012400" y="1024128"/>
            <a:ext cx="5806440" cy="4443984"/>
          </a:xfrm>
          <a:prstGeom prst="roundRect">
            <a:avLst>
              <a:gd name="adj" fmla="val 5236"/>
            </a:avLst>
          </a:prstGeom>
          <a:solidFill>
            <a:srgbClr val="8EBAE6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81AAA0-9041-B09E-E186-0C6D25B45A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23823" y="1612912"/>
            <a:ext cx="3682371" cy="2406650"/>
          </a:xfrm>
        </p:spPr>
        <p:txBody>
          <a:bodyPr/>
          <a:lstStyle/>
          <a:p>
            <a:r>
              <a:rPr lang="en-US"/>
              <a:t>Title here for first item on the agenda</a:t>
            </a:r>
          </a:p>
          <a:p>
            <a:r>
              <a:rPr lang="en-US"/>
              <a:t>Title here for second item</a:t>
            </a:r>
          </a:p>
          <a:p>
            <a:r>
              <a:rPr lang="en-US"/>
              <a:t>Title here for third item </a:t>
            </a:r>
          </a:p>
          <a:p>
            <a:r>
              <a:rPr lang="en-US"/>
              <a:t>Title here for last item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A48984A-E73F-D327-2EF3-EE8AC908FE1E}"/>
              </a:ext>
            </a:extLst>
          </p:cNvPr>
          <p:cNvGrpSpPr/>
          <p:nvPr userDrawn="1"/>
        </p:nvGrpSpPr>
        <p:grpSpPr>
          <a:xfrm>
            <a:off x="600094" y="5644359"/>
            <a:ext cx="348572" cy="280103"/>
            <a:chOff x="599937" y="5644358"/>
            <a:chExt cx="348481" cy="280103"/>
          </a:xfrm>
        </p:grpSpPr>
        <p:pic>
          <p:nvPicPr>
            <p:cNvPr id="8" name="Graphic 7" descr="CVS Health logo">
              <a:extLst>
                <a:ext uri="{FF2B5EF4-FFF2-40B4-BE49-F238E27FC236}">
                  <a16:creationId xmlns:a16="http://schemas.microsoft.com/office/drawing/2014/main" id="{C0F86FE1-9C65-B265-9E3F-123303BC51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9A4BDE7F-FE0B-DFD4-A1B2-6EFCCB6644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1595884960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it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38F9A1-FF1F-244F-4C9E-65B7F0F86342}"/>
              </a:ext>
            </a:extLst>
          </p:cNvPr>
          <p:cNvSpPr/>
          <p:nvPr userDrawn="1"/>
        </p:nvSpPr>
        <p:spPr bwMode="gray">
          <a:xfrm>
            <a:off x="1" y="0"/>
            <a:ext cx="12192000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85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373161" y="389319"/>
            <a:ext cx="11440916" cy="5724144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393700" sx="102000" sy="102000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774566" y="838190"/>
            <a:ext cx="4145700" cy="444348"/>
          </a:xfrm>
        </p:spPr>
        <p:txBody>
          <a:bodyPr anchor="b">
            <a:noAutofit/>
          </a:bodyPr>
          <a:lstStyle>
            <a:lvl1pPr>
              <a:defRPr sz="32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Executive summary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774566" y="1603450"/>
            <a:ext cx="3682432" cy="2407316"/>
          </a:xfrm>
        </p:spPr>
        <p:txBody>
          <a:bodyPr>
            <a:noAutofit/>
          </a:bodyPr>
          <a:lstStyle>
            <a:lvl1pPr>
              <a:defRPr sz="15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Text here </a:t>
            </a:r>
            <a:br>
              <a:rPr lang="en-US"/>
            </a:br>
            <a:endParaRPr lang="en-US"/>
          </a:p>
        </p:txBody>
      </p:sp>
      <p:pic>
        <p:nvPicPr>
          <p:cNvPr id="8" name="Graphic 7" descr="CVS Health logo">
            <a:extLst>
              <a:ext uri="{FF2B5EF4-FFF2-40B4-BE49-F238E27FC236}">
                <a16:creationId xmlns:a16="http://schemas.microsoft.com/office/drawing/2014/main" id="{C0F86FE1-9C65-B265-9E3F-123303BC51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4711"/>
          <a:stretch/>
        </p:blipFill>
        <p:spPr>
          <a:xfrm>
            <a:off x="11243335" y="605611"/>
            <a:ext cx="348199" cy="27785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34632FB-DA86-9636-9364-13994C68D12C}"/>
              </a:ext>
            </a:extLst>
          </p:cNvPr>
          <p:cNvGrpSpPr/>
          <p:nvPr userDrawn="1"/>
        </p:nvGrpSpPr>
        <p:grpSpPr>
          <a:xfrm>
            <a:off x="11242962" y="603361"/>
            <a:ext cx="348572" cy="280103"/>
            <a:chOff x="599937" y="5644358"/>
            <a:chExt cx="348481" cy="280103"/>
          </a:xfrm>
        </p:grpSpPr>
        <p:pic>
          <p:nvPicPr>
            <p:cNvPr id="5" name="Graphic 4" descr="CVS Health logo">
              <a:extLst>
                <a:ext uri="{FF2B5EF4-FFF2-40B4-BE49-F238E27FC236}">
                  <a16:creationId xmlns:a16="http://schemas.microsoft.com/office/drawing/2014/main" id="{EDD319A7-1F5D-E96A-3B2B-9C6F583332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643E7EC-3E30-4054-9056-9FE4D00054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405095838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tegic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38F9A1-FF1F-244F-4C9E-65B7F0F86342}"/>
              </a:ext>
            </a:extLst>
          </p:cNvPr>
          <p:cNvSpPr/>
          <p:nvPr userDrawn="1"/>
        </p:nvSpPr>
        <p:spPr bwMode="gray">
          <a:xfrm>
            <a:off x="1" y="0"/>
            <a:ext cx="12192000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3BA238-EF5D-BBB3-E231-444E5D1C45CC}"/>
              </a:ext>
            </a:extLst>
          </p:cNvPr>
          <p:cNvSpPr/>
          <p:nvPr userDrawn="1"/>
        </p:nvSpPr>
        <p:spPr bwMode="gray">
          <a:xfrm>
            <a:off x="1056093" y="2164112"/>
            <a:ext cx="636030" cy="635864"/>
          </a:xfrm>
          <a:prstGeom prst="ellipse">
            <a:avLst/>
          </a:prstGeom>
          <a:solidFill>
            <a:srgbClr val="77D7E8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0" cap="none" spc="0" normalizeH="0" baseline="0" noProof="0">
              <a:ln>
                <a:noFill/>
              </a:ln>
              <a:solidFill>
                <a:srgbClr val="F7F7F7"/>
              </a:solidFill>
              <a:effectLst/>
              <a:uLnTx/>
              <a:uFillTx/>
              <a:latin typeface="CVS Health Sans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4DEE46-D91C-C4D1-6C66-BD28F2BF4CAB}"/>
              </a:ext>
            </a:extLst>
          </p:cNvPr>
          <p:cNvSpPr txBox="1"/>
          <p:nvPr userDrawn="1"/>
        </p:nvSpPr>
        <p:spPr>
          <a:xfrm>
            <a:off x="971529" y="2151050"/>
            <a:ext cx="81618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0" i="0">
                <a:solidFill>
                  <a:srgbClr val="0B315E"/>
                </a:solidFill>
                <a:latin typeface="CVS Health Sans Light" panose="020B0404020202020204" pitchFamily="34" charset="0"/>
              </a:rPr>
              <a:t>?</a:t>
            </a:r>
          </a:p>
        </p:txBody>
      </p:sp>
      <p:sp>
        <p:nvSpPr>
          <p:cNvPr id="4" name="Rounded Rectangle 3"/>
          <p:cNvSpPr/>
          <p:nvPr userDrawn="1"/>
        </p:nvSpPr>
        <p:spPr>
          <a:xfrm>
            <a:off x="4496971" y="389319"/>
            <a:ext cx="7317105" cy="5724144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393700" sx="102000" sy="102000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056093" y="2908200"/>
            <a:ext cx="2833174" cy="1003138"/>
          </a:xfrm>
        </p:spPr>
        <p:txBody>
          <a:bodyPr anchor="b">
            <a:noAutofit/>
          </a:bodyPr>
          <a:lstStyle>
            <a:lvl1pPr>
              <a:defRPr sz="32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Strategic questions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016792" y="844075"/>
            <a:ext cx="3682432" cy="2407316"/>
          </a:xfrm>
        </p:spPr>
        <p:txBody>
          <a:bodyPr>
            <a:noAutofit/>
          </a:bodyPr>
          <a:lstStyle>
            <a:lvl1pPr>
              <a:defRPr sz="15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Text here </a:t>
            </a:r>
            <a:br>
              <a:rPr lang="en-US"/>
            </a:br>
            <a:endParaRPr lang="en-US"/>
          </a:p>
        </p:txBody>
      </p:sp>
      <p:pic>
        <p:nvPicPr>
          <p:cNvPr id="8" name="Graphic 7" descr="CVS Health logo">
            <a:extLst>
              <a:ext uri="{FF2B5EF4-FFF2-40B4-BE49-F238E27FC236}">
                <a16:creationId xmlns:a16="http://schemas.microsoft.com/office/drawing/2014/main" id="{C0F86FE1-9C65-B265-9E3F-123303BC51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4711"/>
          <a:stretch/>
        </p:blipFill>
        <p:spPr>
          <a:xfrm>
            <a:off x="11243335" y="605611"/>
            <a:ext cx="348199" cy="27785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2F0D9B8-CD46-3025-C5AB-0367C33FC599}"/>
              </a:ext>
            </a:extLst>
          </p:cNvPr>
          <p:cNvGrpSpPr/>
          <p:nvPr userDrawn="1"/>
        </p:nvGrpSpPr>
        <p:grpSpPr>
          <a:xfrm>
            <a:off x="11242962" y="603361"/>
            <a:ext cx="348572" cy="280103"/>
            <a:chOff x="599937" y="5644358"/>
            <a:chExt cx="348481" cy="280103"/>
          </a:xfrm>
        </p:grpSpPr>
        <p:pic>
          <p:nvPicPr>
            <p:cNvPr id="12" name="Graphic 11" descr="CVS Health logo">
              <a:extLst>
                <a:ext uri="{FF2B5EF4-FFF2-40B4-BE49-F238E27FC236}">
                  <a16:creationId xmlns:a16="http://schemas.microsoft.com/office/drawing/2014/main" id="{AB50F02F-7C97-E870-7DBE-0C6AFDBEA3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4CFD469-0338-EDC1-A6BD-30BB62AC44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511321536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38F9A1-FF1F-244F-4C9E-65B7F0F86342}"/>
              </a:ext>
            </a:extLst>
          </p:cNvPr>
          <p:cNvSpPr/>
          <p:nvPr userDrawn="1"/>
        </p:nvSpPr>
        <p:spPr bwMode="gray">
          <a:xfrm>
            <a:off x="1" y="0"/>
            <a:ext cx="12192000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373160" y="389319"/>
            <a:ext cx="11439057" cy="5724144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393700" sx="102000" sy="102000" algn="ctr" rotWithShape="0">
              <a:srgbClr val="000000">
                <a:alpha val="119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729282" y="744536"/>
            <a:ext cx="8472870" cy="448644"/>
          </a:xfrm>
        </p:spPr>
        <p:txBody>
          <a:bodyPr anchor="t">
            <a:noAutofit/>
          </a:bodyPr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Content slide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F8BF679-32D5-6D9D-E764-598AE77682B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729282" y="2609385"/>
            <a:ext cx="2506109" cy="3153240"/>
          </a:xfrm>
          <a:prstGeom prst="roundRect">
            <a:avLst>
              <a:gd name="adj" fmla="val 8211"/>
            </a:avLst>
          </a:prstGeom>
          <a:solidFill>
            <a:schemeClr val="bg1"/>
          </a:solidFill>
          <a:ln w="6350">
            <a:solidFill>
              <a:schemeClr val="bg2">
                <a:lumMod val="60000"/>
                <a:lumOff val="40000"/>
              </a:schemeClr>
            </a:solidFill>
          </a:ln>
          <a:effectLst/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16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A5D4F01-12EA-764D-2AE8-3643A5350C7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3398011" y="2609385"/>
            <a:ext cx="2506109" cy="3153240"/>
          </a:xfrm>
          <a:prstGeom prst="roundRect">
            <a:avLst>
              <a:gd name="adj" fmla="val 5540"/>
            </a:avLst>
          </a:prstGeom>
          <a:solidFill>
            <a:schemeClr val="bg1"/>
          </a:solidFill>
          <a:ln w="6350">
            <a:solidFill>
              <a:schemeClr val="bg2">
                <a:lumMod val="60000"/>
                <a:lumOff val="40000"/>
              </a:schemeClr>
            </a:solidFill>
          </a:ln>
          <a:effectLst/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16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baseline="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462AED5-6066-7066-320B-A1628B7121D5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6066740" y="2609385"/>
            <a:ext cx="2506109" cy="3153240"/>
          </a:xfrm>
          <a:prstGeom prst="roundRect">
            <a:avLst>
              <a:gd name="adj" fmla="val 8211"/>
            </a:avLst>
          </a:prstGeom>
          <a:solidFill>
            <a:schemeClr val="bg1"/>
          </a:solidFill>
          <a:ln w="6350">
            <a:solidFill>
              <a:schemeClr val="bg2">
                <a:lumMod val="60000"/>
                <a:lumOff val="40000"/>
              </a:schemeClr>
            </a:solidFill>
          </a:ln>
          <a:effectLst/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16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 algn="l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5100"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1562949-696D-3C96-20D5-0D7F1C2A544C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 bwMode="gray">
          <a:xfrm>
            <a:off x="8735469" y="2609385"/>
            <a:ext cx="2506109" cy="3153240"/>
          </a:xfrm>
          <a:prstGeom prst="roundRect">
            <a:avLst>
              <a:gd name="adj" fmla="val 7320"/>
            </a:avLst>
          </a:prstGeom>
          <a:solidFill>
            <a:schemeClr val="bg1"/>
          </a:solidFill>
          <a:ln w="6350">
            <a:solidFill>
              <a:schemeClr val="bg2">
                <a:lumMod val="60000"/>
                <a:lumOff val="40000"/>
              </a:schemeClr>
            </a:solidFill>
          </a:ln>
          <a:effectLst/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16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 algn="l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5100"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pic>
        <p:nvPicPr>
          <p:cNvPr id="8" name="Graphic 7" descr="CVS Health logo">
            <a:extLst>
              <a:ext uri="{FF2B5EF4-FFF2-40B4-BE49-F238E27FC236}">
                <a16:creationId xmlns:a16="http://schemas.microsoft.com/office/drawing/2014/main" id="{C0F86FE1-9C65-B265-9E3F-123303BC51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4711"/>
          <a:stretch/>
        </p:blipFill>
        <p:spPr>
          <a:xfrm>
            <a:off x="11241577" y="605611"/>
            <a:ext cx="348199" cy="277853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87885E8-5C6E-D4F2-8C81-57F7D31EFC6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8853" y="1266999"/>
            <a:ext cx="8473107" cy="95885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Key messages and overview slide</a:t>
            </a:r>
            <a:br>
              <a:rPr lang="en-US"/>
            </a:br>
            <a:r>
              <a:rPr lang="en-US"/>
              <a:t>Subtitle here</a:t>
            </a:r>
          </a:p>
        </p:txBody>
      </p:sp>
      <p:pic>
        <p:nvPicPr>
          <p:cNvPr id="18" name="Picture 17" descr="A whit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A923CD9D-6CB5-9CE8-5754-646F1F81BA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565161" y="0"/>
            <a:ext cx="5223735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2D976AF-E9D7-3F6D-1BC3-B5BD395ED077}"/>
              </a:ext>
            </a:extLst>
          </p:cNvPr>
          <p:cNvGrpSpPr/>
          <p:nvPr userDrawn="1"/>
        </p:nvGrpSpPr>
        <p:grpSpPr>
          <a:xfrm>
            <a:off x="11242962" y="603361"/>
            <a:ext cx="348572" cy="280103"/>
            <a:chOff x="599937" y="5644358"/>
            <a:chExt cx="348481" cy="280103"/>
          </a:xfrm>
        </p:grpSpPr>
        <p:pic>
          <p:nvPicPr>
            <p:cNvPr id="5" name="Graphic 4" descr="CVS Health logo">
              <a:extLst>
                <a:ext uri="{FF2B5EF4-FFF2-40B4-BE49-F238E27FC236}">
                  <a16:creationId xmlns:a16="http://schemas.microsoft.com/office/drawing/2014/main" id="{03006803-666F-9BCA-ADB8-547E3F1AE1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A64D63D9-D80A-6468-54B6-EED5D0D8AD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1033686776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BEAE97-543B-8CF8-976F-C0FA75C7C931}"/>
              </a:ext>
            </a:extLst>
          </p:cNvPr>
          <p:cNvSpPr/>
          <p:nvPr userDrawn="1"/>
        </p:nvSpPr>
        <p:spPr bwMode="gray">
          <a:xfrm>
            <a:off x="1" y="0"/>
            <a:ext cx="12192000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9690342-F539-05DF-B0DF-8A870E5B3A98}"/>
              </a:ext>
            </a:extLst>
          </p:cNvPr>
          <p:cNvSpPr/>
          <p:nvPr userDrawn="1"/>
        </p:nvSpPr>
        <p:spPr>
          <a:xfrm>
            <a:off x="7908275" y="389319"/>
            <a:ext cx="3903942" cy="5724144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28988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pic>
        <p:nvPicPr>
          <p:cNvPr id="8" name="Graphic 7" descr="CVS Health logo">
            <a:extLst>
              <a:ext uri="{FF2B5EF4-FFF2-40B4-BE49-F238E27FC236}">
                <a16:creationId xmlns:a16="http://schemas.microsoft.com/office/drawing/2014/main" id="{C0F86FE1-9C65-B265-9E3F-123303BC51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4711"/>
          <a:stretch/>
        </p:blipFill>
        <p:spPr>
          <a:xfrm>
            <a:off x="11241577" y="605611"/>
            <a:ext cx="348199" cy="277853"/>
          </a:xfrm>
          <a:prstGeom prst="rect">
            <a:avLst/>
          </a:prstGeo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157BF41-624D-F5BA-DAD7-4C7A585B78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96824" y="3910676"/>
            <a:ext cx="2926842" cy="856486"/>
          </a:xfrm>
        </p:spPr>
        <p:txBody>
          <a:bodyPr/>
          <a:lstStyle>
            <a:lvl1pPr>
              <a:defRPr sz="1400"/>
            </a:lvl1pPr>
          </a:lstStyle>
          <a:p>
            <a:pPr algn="ctr"/>
            <a:r>
              <a:rPr lang="en-US" b="1"/>
              <a:t>Presenter First Name</a:t>
            </a:r>
            <a:br>
              <a:rPr lang="en-US" b="1"/>
            </a:br>
            <a:r>
              <a:rPr lang="en-US" b="1"/>
              <a:t>Last Name</a:t>
            </a:r>
          </a:p>
          <a:p>
            <a:pPr algn="ctr"/>
            <a:r>
              <a:rPr lang="en-US"/>
              <a:t>Title, Company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5C36319-EE21-DFE2-EDB5-BD111A702E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789197" y="1538288"/>
            <a:ext cx="2142096" cy="2049462"/>
          </a:xfrm>
          <a:prstGeom prst="roundRect">
            <a:avLst>
              <a:gd name="adj" fmla="val 5785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98A49DC-ED66-8D01-F7D7-1540E7A114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5370" y="1628775"/>
            <a:ext cx="6856611" cy="448468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Suspendisse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rutrum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pretium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faucibus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.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Suspendisse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aliquam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augue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vel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malesuada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dictum, mi mi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ultricies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augue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quis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aliquet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ante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orci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sit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amet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felis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. Cras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nulla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magna,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iaculis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id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molestie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vel,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volutpat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non eros. Sed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vehicula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ultrices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lectus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, a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volutpat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neque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ultrices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ut.</a:t>
            </a:r>
            <a:endParaRPr lang="en-US" sz="1400" b="0" i="0" u="none" strike="noStrike">
              <a:solidFill>
                <a:srgbClr val="000000"/>
              </a:solidFill>
              <a:effectLst/>
              <a:latin typeface="CVS Health Sans" panose="020B0504020202020204" pitchFamily="34" charset="0"/>
            </a:endParaRPr>
          </a:p>
          <a:p>
            <a:r>
              <a:rPr lang="en-US" sz="1400" b="0">
                <a:latin typeface="CVS Health Sans" panose="020B0504020202020204" pitchFamily="34" charset="0"/>
              </a:rPr>
              <a:t>Lorem ipsum dolor sit </a:t>
            </a:r>
            <a:r>
              <a:rPr lang="en-US" sz="1400" b="0" err="1">
                <a:latin typeface="CVS Health Sans" panose="020B0504020202020204" pitchFamily="34" charset="0"/>
              </a:rPr>
              <a:t>amet</a:t>
            </a:r>
            <a:r>
              <a:rPr lang="en-US" sz="1400" b="0">
                <a:latin typeface="CVS Health Sans" panose="020B0504020202020204" pitchFamily="34" charset="0"/>
              </a:rPr>
              <a:t>, </a:t>
            </a:r>
            <a:r>
              <a:rPr lang="en-US" sz="1400" b="0" err="1">
                <a:latin typeface="CVS Health Sans" panose="020B0504020202020204" pitchFamily="34" charset="0"/>
              </a:rPr>
              <a:t>consectetur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adipiscing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elit</a:t>
            </a:r>
            <a:r>
              <a:rPr lang="en-US" sz="1400" b="0">
                <a:latin typeface="CVS Health Sans" panose="020B0504020202020204" pitchFamily="34" charset="0"/>
              </a:rPr>
              <a:t>. </a:t>
            </a:r>
            <a:r>
              <a:rPr lang="en-US" sz="1400" b="0" err="1">
                <a:latin typeface="CVS Health Sans" panose="020B0504020202020204" pitchFamily="34" charset="0"/>
              </a:rPr>
              <a:t>Mauris</a:t>
            </a:r>
            <a:r>
              <a:rPr lang="en-US" sz="1400" b="0">
                <a:latin typeface="CVS Health Sans" panose="020B0504020202020204" pitchFamily="34" charset="0"/>
              </a:rPr>
              <a:t> sed </a:t>
            </a:r>
            <a:r>
              <a:rPr lang="en-US" sz="1400" b="0" err="1">
                <a:latin typeface="CVS Health Sans" panose="020B0504020202020204" pitchFamily="34" charset="0"/>
              </a:rPr>
              <a:t>eleifend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nisl</a:t>
            </a:r>
            <a:r>
              <a:rPr lang="en-US" sz="1400" b="0">
                <a:latin typeface="CVS Health Sans" panose="020B0504020202020204" pitchFamily="34" charset="0"/>
              </a:rPr>
              <a:t>. Morbi </a:t>
            </a:r>
            <a:r>
              <a:rPr lang="en-US" sz="1400" b="0" err="1">
                <a:latin typeface="CVS Health Sans" panose="020B0504020202020204" pitchFamily="34" charset="0"/>
              </a:rPr>
              <a:t>congue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nunc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massa</a:t>
            </a:r>
            <a:r>
              <a:rPr lang="en-US" sz="1400" b="0">
                <a:latin typeface="CVS Health Sans" panose="020B0504020202020204" pitchFamily="34" charset="0"/>
              </a:rPr>
              <a:t>, at </a:t>
            </a:r>
            <a:r>
              <a:rPr lang="en-US" sz="1400" b="0" err="1">
                <a:latin typeface="CVS Health Sans" panose="020B0504020202020204" pitchFamily="34" charset="0"/>
              </a:rPr>
              <a:t>consequat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enim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eleifend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imperdiet</a:t>
            </a:r>
            <a:r>
              <a:rPr lang="en-US" sz="1400" b="0">
                <a:latin typeface="CVS Health Sans" panose="020B0504020202020204" pitchFamily="34" charset="0"/>
              </a:rPr>
              <a:t>. </a:t>
            </a:r>
            <a:r>
              <a:rPr lang="en-US" sz="1400" b="0" err="1">
                <a:latin typeface="CVS Health Sans" panose="020B0504020202020204" pitchFamily="34" charset="0"/>
              </a:rPr>
              <a:t>Etiam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ornare</a:t>
            </a:r>
            <a:r>
              <a:rPr lang="en-US" sz="1400" b="0">
                <a:latin typeface="CVS Health Sans" panose="020B0504020202020204" pitchFamily="34" charset="0"/>
              </a:rPr>
              <a:t> fermentum </a:t>
            </a:r>
            <a:r>
              <a:rPr lang="en-US" sz="1400" b="0" err="1">
                <a:latin typeface="CVS Health Sans" panose="020B0504020202020204" pitchFamily="34" charset="0"/>
              </a:rPr>
              <a:t>risus</a:t>
            </a:r>
            <a:r>
              <a:rPr lang="en-US" sz="1400" b="0">
                <a:latin typeface="CVS Health Sans" panose="020B0504020202020204" pitchFamily="34" charset="0"/>
              </a:rPr>
              <a:t>, et </a:t>
            </a:r>
            <a:r>
              <a:rPr lang="en-US" sz="1400" b="0" err="1">
                <a:latin typeface="CVS Health Sans" panose="020B0504020202020204" pitchFamily="34" charset="0"/>
              </a:rPr>
              <a:t>dapibus</a:t>
            </a:r>
            <a:r>
              <a:rPr lang="en-US" sz="1400" b="0">
                <a:latin typeface="CVS Health Sans" panose="020B0504020202020204" pitchFamily="34" charset="0"/>
              </a:rPr>
              <a:t> ipsum. 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Cras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nulla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magna,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iaculis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id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molestie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vel,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volutpat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non eros. Sed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vehicula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ultrices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lectus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, a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volutpat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neque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ultrices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ut.</a:t>
            </a:r>
            <a:b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</a:br>
            <a:b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</a:b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Suspendisse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rutrum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pretium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faucibus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.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Suspendisse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aliquam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augue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vel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malesuada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dictum, mi mi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ultricies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augue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quis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aliquet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ante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orci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sit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amet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felis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. Cras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nulla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magna,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iaculis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id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molestie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vel,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volutpat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non eros. Sed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vehicula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ultrices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lectus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, a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volutpat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neque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ultrices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ut.</a:t>
            </a:r>
            <a:endParaRPr lang="en-US" sz="1400" b="0" i="0" u="none" strike="noStrike">
              <a:solidFill>
                <a:srgbClr val="000000"/>
              </a:solidFill>
              <a:effectLst/>
              <a:latin typeface="CVS Health Sans" panose="020B0504020202020204" pitchFamily="34" charset="0"/>
            </a:endParaRPr>
          </a:p>
          <a:p>
            <a:r>
              <a:rPr lang="en-US" sz="1400" b="0">
                <a:latin typeface="CVS Health Sans" panose="020B0504020202020204" pitchFamily="34" charset="0"/>
              </a:rPr>
              <a:t>Lorem ipsum dolor sit </a:t>
            </a:r>
            <a:r>
              <a:rPr lang="en-US" sz="1400" b="0" err="1">
                <a:latin typeface="CVS Health Sans" panose="020B0504020202020204" pitchFamily="34" charset="0"/>
              </a:rPr>
              <a:t>amet</a:t>
            </a:r>
            <a:r>
              <a:rPr lang="en-US" sz="1400" b="0">
                <a:latin typeface="CVS Health Sans" panose="020B0504020202020204" pitchFamily="34" charset="0"/>
              </a:rPr>
              <a:t>, </a:t>
            </a:r>
            <a:r>
              <a:rPr lang="en-US" sz="1400" b="0" err="1">
                <a:latin typeface="CVS Health Sans" panose="020B0504020202020204" pitchFamily="34" charset="0"/>
              </a:rPr>
              <a:t>consectetur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adipiscing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elit</a:t>
            </a:r>
            <a:r>
              <a:rPr lang="en-US" sz="1400" b="0">
                <a:latin typeface="CVS Health Sans" panose="020B0504020202020204" pitchFamily="34" charset="0"/>
              </a:rPr>
              <a:t>. </a:t>
            </a:r>
            <a:r>
              <a:rPr lang="en-US" sz="1400" b="0" err="1">
                <a:latin typeface="CVS Health Sans" panose="020B0504020202020204" pitchFamily="34" charset="0"/>
              </a:rPr>
              <a:t>Mauris</a:t>
            </a:r>
            <a:r>
              <a:rPr lang="en-US" sz="1400" b="0">
                <a:latin typeface="CVS Health Sans" panose="020B0504020202020204" pitchFamily="34" charset="0"/>
              </a:rPr>
              <a:t> sed </a:t>
            </a:r>
            <a:r>
              <a:rPr lang="en-US" sz="1400" b="0" err="1">
                <a:latin typeface="CVS Health Sans" panose="020B0504020202020204" pitchFamily="34" charset="0"/>
              </a:rPr>
              <a:t>eleifend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nisl</a:t>
            </a:r>
            <a:r>
              <a:rPr lang="en-US" sz="1400" b="0">
                <a:latin typeface="CVS Health Sans" panose="020B0504020202020204" pitchFamily="34" charset="0"/>
              </a:rPr>
              <a:t>. Morbi </a:t>
            </a:r>
            <a:r>
              <a:rPr lang="en-US" sz="1400" b="0" err="1">
                <a:latin typeface="CVS Health Sans" panose="020B0504020202020204" pitchFamily="34" charset="0"/>
              </a:rPr>
              <a:t>congue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nunc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massa</a:t>
            </a:r>
            <a:r>
              <a:rPr lang="en-US" sz="1400" b="0">
                <a:latin typeface="CVS Health Sans" panose="020B0504020202020204" pitchFamily="34" charset="0"/>
              </a:rPr>
              <a:t>, at </a:t>
            </a:r>
            <a:r>
              <a:rPr lang="en-US" sz="1400" b="0" err="1">
                <a:latin typeface="CVS Health Sans" panose="020B0504020202020204" pitchFamily="34" charset="0"/>
              </a:rPr>
              <a:t>consequat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enim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eleifend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imperdiet</a:t>
            </a:r>
            <a:r>
              <a:rPr lang="en-US" sz="1400" b="0">
                <a:latin typeface="CVS Health Sans" panose="020B0504020202020204" pitchFamily="34" charset="0"/>
              </a:rPr>
              <a:t>. </a:t>
            </a:r>
            <a:r>
              <a:rPr lang="en-US" sz="1400" b="0" err="1">
                <a:latin typeface="CVS Health Sans" panose="020B0504020202020204" pitchFamily="34" charset="0"/>
              </a:rPr>
              <a:t>Etiam</a:t>
            </a:r>
            <a:r>
              <a:rPr lang="en-US" sz="1400" b="0">
                <a:latin typeface="CVS Health Sans" panose="020B0504020202020204" pitchFamily="34" charset="0"/>
              </a:rPr>
              <a:t> </a:t>
            </a:r>
            <a:r>
              <a:rPr lang="en-US" sz="1400" b="0" err="1">
                <a:latin typeface="CVS Health Sans" panose="020B0504020202020204" pitchFamily="34" charset="0"/>
              </a:rPr>
              <a:t>ornare</a:t>
            </a:r>
            <a:r>
              <a:rPr lang="en-US" sz="1400" b="0">
                <a:latin typeface="CVS Health Sans" panose="020B0504020202020204" pitchFamily="34" charset="0"/>
              </a:rPr>
              <a:t> fermentum </a:t>
            </a:r>
            <a:r>
              <a:rPr lang="en-US" sz="1400" b="0" err="1">
                <a:latin typeface="CVS Health Sans" panose="020B0504020202020204" pitchFamily="34" charset="0"/>
              </a:rPr>
              <a:t>risus</a:t>
            </a:r>
            <a:r>
              <a:rPr lang="en-US" sz="1400" b="0">
                <a:latin typeface="CVS Health Sans" panose="020B0504020202020204" pitchFamily="34" charset="0"/>
              </a:rPr>
              <a:t>, et </a:t>
            </a:r>
            <a:r>
              <a:rPr lang="en-US" sz="1400" b="0" err="1">
                <a:latin typeface="CVS Health Sans" panose="020B0504020202020204" pitchFamily="34" charset="0"/>
              </a:rPr>
              <a:t>dapibus</a:t>
            </a:r>
            <a:r>
              <a:rPr lang="en-US" sz="1400" b="0">
                <a:latin typeface="CVS Health Sans" panose="020B0504020202020204" pitchFamily="34" charset="0"/>
              </a:rPr>
              <a:t> ipsum. 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Cras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nulla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magna,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iaculis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id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molestie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vel,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volutpat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non eros. Sed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vehicula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ultrices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lectus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, a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volutpat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neque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ultrices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 </a:t>
            </a:r>
            <a:r>
              <a:rPr lang="en-US" sz="1400" b="0" i="0" u="none" strike="noStrike" err="1">
                <a:solidFill>
                  <a:srgbClr val="000000"/>
                </a:solidFill>
                <a:effectLst/>
                <a:latin typeface="CVS Health Sans" panose="020B0504020202020204" pitchFamily="34" charset="0"/>
              </a:rPr>
              <a:t>ut.</a:t>
            </a:r>
            <a:endParaRPr lang="en-US" sz="1400" b="0" i="0" u="none" strike="noStrike">
              <a:solidFill>
                <a:srgbClr val="000000"/>
              </a:solidFill>
              <a:effectLst/>
              <a:latin typeface="CVS Health Sans" panose="020B0504020202020204" pitchFamily="34" charset="0"/>
            </a:endParaRPr>
          </a:p>
          <a:p>
            <a:endParaRPr lang="en-US" sz="1400" b="0" i="0" u="none" strike="noStrike">
              <a:solidFill>
                <a:srgbClr val="000000"/>
              </a:solidFill>
              <a:effectLst/>
              <a:latin typeface="CVS Health Sans" panose="020B05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5488094-9521-9651-8AE0-DFD7C2C90B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75" y="685800"/>
            <a:ext cx="9667726" cy="713232"/>
          </a:xfrm>
        </p:spPr>
        <p:txBody>
          <a:bodyPr/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Click to add title for this biography layout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39F0C6-7394-E7E9-765D-33D9C8D6F33F}"/>
              </a:ext>
            </a:extLst>
          </p:cNvPr>
          <p:cNvGrpSpPr/>
          <p:nvPr userDrawn="1"/>
        </p:nvGrpSpPr>
        <p:grpSpPr>
          <a:xfrm>
            <a:off x="11242962" y="603361"/>
            <a:ext cx="348572" cy="280103"/>
            <a:chOff x="599937" y="5644358"/>
            <a:chExt cx="348481" cy="280103"/>
          </a:xfrm>
        </p:grpSpPr>
        <p:pic>
          <p:nvPicPr>
            <p:cNvPr id="6" name="Graphic 5" descr="CVS Health logo">
              <a:extLst>
                <a:ext uri="{FF2B5EF4-FFF2-40B4-BE49-F238E27FC236}">
                  <a16:creationId xmlns:a16="http://schemas.microsoft.com/office/drawing/2014/main" id="{527B2D0B-E147-3B01-326C-AA87F679E7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2DE413D6-2882-BB46-C686-80D4930F59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765880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300D354-F7EF-683C-2F5C-493972894D4F}"/>
              </a:ext>
            </a:extLst>
          </p:cNvPr>
          <p:cNvSpPr/>
          <p:nvPr userDrawn="1"/>
        </p:nvSpPr>
        <p:spPr bwMode="gray">
          <a:xfrm>
            <a:off x="1" y="0"/>
            <a:ext cx="12192000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pic>
        <p:nvPicPr>
          <p:cNvPr id="8" name="Graphic 7" descr="CVS Health logo">
            <a:extLst>
              <a:ext uri="{FF2B5EF4-FFF2-40B4-BE49-F238E27FC236}">
                <a16:creationId xmlns:a16="http://schemas.microsoft.com/office/drawing/2014/main" id="{C0F86FE1-9C65-B265-9E3F-123303BC51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4711"/>
          <a:stretch/>
        </p:blipFill>
        <p:spPr>
          <a:xfrm>
            <a:off x="11374860" y="466684"/>
            <a:ext cx="348199" cy="277853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DCAA8CC-B899-2A21-46D0-20472A3C1C6D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70061" y="1773936"/>
            <a:ext cx="6653155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 b="0" i="0">
                <a:latin typeface="CVS Health Sans Medium" panose="020B05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marL="342900" marR="0" lvl="2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Char char="–"/>
              <a:tabLst/>
              <a:defRPr/>
            </a:pPr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0AE9A89-2D3E-F9ED-419C-525EAD0AE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75" y="685800"/>
            <a:ext cx="9985391" cy="713232"/>
          </a:xfrm>
        </p:spPr>
        <p:txBody>
          <a:bodyPr/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Click to add title for one-column layout with graphic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9937B4-7D57-4142-D5E7-94F6533F4D01}"/>
              </a:ext>
            </a:extLst>
          </p:cNvPr>
          <p:cNvGrpSpPr/>
          <p:nvPr userDrawn="1"/>
        </p:nvGrpSpPr>
        <p:grpSpPr>
          <a:xfrm>
            <a:off x="11374487" y="462845"/>
            <a:ext cx="348572" cy="280103"/>
            <a:chOff x="599937" y="5644358"/>
            <a:chExt cx="348481" cy="280103"/>
          </a:xfrm>
        </p:grpSpPr>
        <p:pic>
          <p:nvPicPr>
            <p:cNvPr id="5" name="Graphic 4" descr="CVS Health logo">
              <a:extLst>
                <a:ext uri="{FF2B5EF4-FFF2-40B4-BE49-F238E27FC236}">
                  <a16:creationId xmlns:a16="http://schemas.microsoft.com/office/drawing/2014/main" id="{8C70E25E-C6E8-5848-EFF7-86012A7EE0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784B654-11E5-6B22-BF3C-6B3E07A1F4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2485704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413D38-FC8C-A4FC-BCE4-6FC815D4A91F}"/>
              </a:ext>
            </a:extLst>
          </p:cNvPr>
          <p:cNvSpPr/>
          <p:nvPr userDrawn="1"/>
        </p:nvSpPr>
        <p:spPr bwMode="gray">
          <a:xfrm>
            <a:off x="1" y="0"/>
            <a:ext cx="12192000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248CC3-BFD4-B61B-D25C-59CBE3015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75" y="685800"/>
            <a:ext cx="9985391" cy="713232"/>
          </a:xfrm>
        </p:spPr>
        <p:txBody>
          <a:bodyPr/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Click to add title for one-column layout with graphic</a:t>
            </a:r>
          </a:p>
        </p:txBody>
      </p:sp>
    </p:spTree>
    <p:extLst>
      <p:ext uri="{BB962C8B-B14F-4D97-AF65-F5344CB8AC3E}">
        <p14:creationId xmlns:p14="http://schemas.microsoft.com/office/powerpoint/2010/main" val="1482550796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300D354-F7EF-683C-2F5C-493972894D4F}"/>
              </a:ext>
            </a:extLst>
          </p:cNvPr>
          <p:cNvSpPr/>
          <p:nvPr userDrawn="1"/>
        </p:nvSpPr>
        <p:spPr bwMode="gray">
          <a:xfrm>
            <a:off x="1" y="0"/>
            <a:ext cx="12192000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pic>
        <p:nvPicPr>
          <p:cNvPr id="8" name="Graphic 7" descr="CVS Health logo">
            <a:extLst>
              <a:ext uri="{FF2B5EF4-FFF2-40B4-BE49-F238E27FC236}">
                <a16:creationId xmlns:a16="http://schemas.microsoft.com/office/drawing/2014/main" id="{C0F86FE1-9C65-B265-9E3F-123303BC51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4711"/>
          <a:stretch/>
        </p:blipFill>
        <p:spPr>
          <a:xfrm>
            <a:off x="11374860" y="466684"/>
            <a:ext cx="348199" cy="277853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DCAA8CC-B899-2A21-46D0-20472A3C1C6D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70062" y="1773936"/>
            <a:ext cx="5303948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 b="0" i="0">
                <a:latin typeface="CVS Health Sans Medium" panose="020B05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marL="342900" marR="0" lvl="2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Char char="–"/>
              <a:tabLst/>
              <a:defRPr/>
            </a:pPr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0AE9A89-2D3E-F9ED-419C-525EAD0AE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75" y="685800"/>
            <a:ext cx="9985391" cy="713232"/>
          </a:xfrm>
        </p:spPr>
        <p:txBody>
          <a:bodyPr/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Click to add title for two-column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573699B-0DBB-C819-AD96-54106A47C966}"/>
              </a:ext>
            </a:extLst>
          </p:cNvPr>
          <p:cNvSpPr>
            <a:spLocks noGrp="1"/>
          </p:cNvSpPr>
          <p:nvPr>
            <p:ph idx="10"/>
          </p:nvPr>
        </p:nvSpPr>
        <p:spPr bwMode="gray">
          <a:xfrm>
            <a:off x="6317992" y="1771650"/>
            <a:ext cx="5303948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 b="0" i="0">
                <a:latin typeface="CVS Health Sans Medium" panose="020B05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marL="342900" marR="0" lvl="2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Char char="–"/>
              <a:tabLst/>
              <a:defRPr/>
            </a:pPr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D22F6C2-A719-6F3D-9B0B-E3A85BBE9ADA}"/>
              </a:ext>
            </a:extLst>
          </p:cNvPr>
          <p:cNvGrpSpPr/>
          <p:nvPr userDrawn="1"/>
        </p:nvGrpSpPr>
        <p:grpSpPr>
          <a:xfrm>
            <a:off x="11374861" y="462845"/>
            <a:ext cx="348572" cy="280103"/>
            <a:chOff x="599937" y="5644358"/>
            <a:chExt cx="348481" cy="280103"/>
          </a:xfrm>
        </p:grpSpPr>
        <p:pic>
          <p:nvPicPr>
            <p:cNvPr id="6" name="Graphic 5" descr="CVS Health logo">
              <a:extLst>
                <a:ext uri="{FF2B5EF4-FFF2-40B4-BE49-F238E27FC236}">
                  <a16:creationId xmlns:a16="http://schemas.microsoft.com/office/drawing/2014/main" id="{612964F8-D30E-0C01-FFEF-1F4C05D509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22867B92-4BF7-DEAA-BDF0-E8E8204B75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025432715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 no he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300D354-F7EF-683C-2F5C-493972894D4F}"/>
              </a:ext>
            </a:extLst>
          </p:cNvPr>
          <p:cNvSpPr/>
          <p:nvPr userDrawn="1"/>
        </p:nvSpPr>
        <p:spPr bwMode="gray">
          <a:xfrm>
            <a:off x="1" y="0"/>
            <a:ext cx="12192000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DCAA8CC-B899-2A21-46D0-20472A3C1C6D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70062" y="1773936"/>
            <a:ext cx="5303948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 b="0" i="0">
                <a:latin typeface="CVS Health Sans Medium" panose="020B05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marL="342900" marR="0" lvl="2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Char char="–"/>
              <a:tabLst/>
              <a:defRPr/>
            </a:pPr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0AE9A89-2D3E-F9ED-419C-525EAD0AE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75" y="685800"/>
            <a:ext cx="9985391" cy="713232"/>
          </a:xfrm>
        </p:spPr>
        <p:txBody>
          <a:bodyPr/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Click to add title for two-column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573699B-0DBB-C819-AD96-54106A47C966}"/>
              </a:ext>
            </a:extLst>
          </p:cNvPr>
          <p:cNvSpPr>
            <a:spLocks noGrp="1"/>
          </p:cNvSpPr>
          <p:nvPr>
            <p:ph idx="10"/>
          </p:nvPr>
        </p:nvSpPr>
        <p:spPr bwMode="gray">
          <a:xfrm>
            <a:off x="6317992" y="1771650"/>
            <a:ext cx="5303948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 b="0" i="0">
                <a:latin typeface="CVS Health Sans Medium" panose="020B05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marL="342900" marR="0" lvl="2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Char char="–"/>
              <a:tabLst/>
              <a:defRPr/>
            </a:pPr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3869911647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300D354-F7EF-683C-2F5C-493972894D4F}"/>
              </a:ext>
            </a:extLst>
          </p:cNvPr>
          <p:cNvSpPr/>
          <p:nvPr userDrawn="1"/>
        </p:nvSpPr>
        <p:spPr bwMode="gray">
          <a:xfrm>
            <a:off x="1" y="0"/>
            <a:ext cx="12192000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DCAA8CC-B899-2A21-46D0-20472A3C1C6D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70061" y="1773936"/>
            <a:ext cx="6653155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 b="0" i="0">
                <a:latin typeface="CVS Health Sans Medium" panose="020B05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marL="342900" marR="0" lvl="2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Char char="–"/>
              <a:tabLst/>
              <a:defRPr/>
            </a:pPr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E0F5887-17DE-B302-8D16-0583719F5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75" y="685800"/>
            <a:ext cx="10094602" cy="713232"/>
          </a:xfrm>
        </p:spPr>
        <p:txBody>
          <a:bodyPr/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Click to add title for one-column layout with graphic</a:t>
            </a:r>
          </a:p>
        </p:txBody>
      </p:sp>
    </p:spTree>
    <p:extLst>
      <p:ext uri="{BB962C8B-B14F-4D97-AF65-F5344CB8AC3E}">
        <p14:creationId xmlns:p14="http://schemas.microsoft.com/office/powerpoint/2010/main" val="1352619776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 w/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38F9A1-FF1F-244F-4C9E-65B7F0F86342}"/>
              </a:ext>
            </a:extLst>
          </p:cNvPr>
          <p:cNvSpPr/>
          <p:nvPr userDrawn="1"/>
        </p:nvSpPr>
        <p:spPr bwMode="gray">
          <a:xfrm>
            <a:off x="1" y="0"/>
            <a:ext cx="12192000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7908275" y="1773936"/>
            <a:ext cx="3903942" cy="4339527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289880" sx="102000" sy="102000" algn="c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pic>
        <p:nvPicPr>
          <p:cNvPr id="8" name="Graphic 7" descr="CVS Health logo">
            <a:extLst>
              <a:ext uri="{FF2B5EF4-FFF2-40B4-BE49-F238E27FC236}">
                <a16:creationId xmlns:a16="http://schemas.microsoft.com/office/drawing/2014/main" id="{C0F86FE1-9C65-B265-9E3F-123303BC51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4711"/>
          <a:stretch/>
        </p:blipFill>
        <p:spPr>
          <a:xfrm>
            <a:off x="11374860" y="466684"/>
            <a:ext cx="348199" cy="277853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DCAA8CC-B899-2A21-46D0-20472A3C1C6D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70061" y="1773936"/>
            <a:ext cx="6653155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 b="0" i="0">
                <a:latin typeface="CVS Health Sans Medium" panose="020B05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marL="342900" marR="0" lvl="2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Char char="–"/>
              <a:tabLst/>
              <a:defRPr/>
            </a:pPr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C788853-0F99-4ECE-CA5F-A73407EEFC0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8205610" y="2009781"/>
            <a:ext cx="3257107" cy="3907693"/>
          </a:xfrm>
          <a:prstGeom prst="roundRect">
            <a:avLst>
              <a:gd name="adj" fmla="val 0"/>
            </a:avLst>
          </a:prstGeom>
          <a:noFill/>
          <a:ln w="6350">
            <a:noFill/>
          </a:ln>
          <a:effectLst>
            <a:outerShdw blurRad="220067" sx="98000" sy="98000" algn="ctr" rotWithShape="0">
              <a:srgbClr val="000000">
                <a:alpha val="24000"/>
              </a:srgbClr>
            </a:outerShdw>
          </a:effectLst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16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baseline="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525BEEA-B930-F877-3788-349272E85C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75" y="685800"/>
            <a:ext cx="10338843" cy="713232"/>
          </a:xfrm>
        </p:spPr>
        <p:txBody>
          <a:bodyPr/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Click to add title for one-column layout with callout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C270085-53D9-3028-D787-06FCD7EB1AAA}"/>
              </a:ext>
            </a:extLst>
          </p:cNvPr>
          <p:cNvGrpSpPr/>
          <p:nvPr userDrawn="1"/>
        </p:nvGrpSpPr>
        <p:grpSpPr>
          <a:xfrm>
            <a:off x="11374487" y="464434"/>
            <a:ext cx="348572" cy="280103"/>
            <a:chOff x="599937" y="5644358"/>
            <a:chExt cx="348481" cy="280103"/>
          </a:xfrm>
        </p:grpSpPr>
        <p:pic>
          <p:nvPicPr>
            <p:cNvPr id="7" name="Graphic 6" descr="CVS Health logo">
              <a:extLst>
                <a:ext uri="{FF2B5EF4-FFF2-40B4-BE49-F238E27FC236}">
                  <a16:creationId xmlns:a16="http://schemas.microsoft.com/office/drawing/2014/main" id="{0F4BAB9C-E8A9-2F80-2201-C8C8383253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E5AFC05-24FD-125A-E81F-0A1A594B74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102605203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 w/call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38F9A1-FF1F-244F-4C9E-65B7F0F86342}"/>
              </a:ext>
            </a:extLst>
          </p:cNvPr>
          <p:cNvSpPr/>
          <p:nvPr userDrawn="1"/>
        </p:nvSpPr>
        <p:spPr bwMode="gray">
          <a:xfrm>
            <a:off x="1" y="0"/>
            <a:ext cx="12192000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pic>
        <p:nvPicPr>
          <p:cNvPr id="8" name="Graphic 7" descr="CVS Health logo">
            <a:extLst>
              <a:ext uri="{FF2B5EF4-FFF2-40B4-BE49-F238E27FC236}">
                <a16:creationId xmlns:a16="http://schemas.microsoft.com/office/drawing/2014/main" id="{C0F86FE1-9C65-B265-9E3F-123303BC51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4711"/>
          <a:stretch/>
        </p:blipFill>
        <p:spPr>
          <a:xfrm>
            <a:off x="11374860" y="466684"/>
            <a:ext cx="348199" cy="277853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DCAA8CC-B899-2A21-46D0-20472A3C1C6D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70061" y="1773936"/>
            <a:ext cx="6653155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 b="0" i="0">
                <a:latin typeface="CVS Health Sans Medium" panose="020B05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marL="342900" marR="0" lvl="2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Char char="–"/>
              <a:tabLst/>
              <a:defRPr/>
            </a:pPr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C788853-0F99-4ECE-CA5F-A73407EEFC0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8158665" y="1771650"/>
            <a:ext cx="3257107" cy="3981450"/>
          </a:xfrm>
          <a:prstGeom prst="roundRect">
            <a:avLst>
              <a:gd name="adj" fmla="val 0"/>
            </a:avLst>
          </a:prstGeom>
          <a:noFill/>
          <a:ln w="6350">
            <a:noFill/>
          </a:ln>
          <a:effectLst>
            <a:outerShdw blurRad="220067" sx="98000" sy="98000" algn="ctr" rotWithShape="0">
              <a:srgbClr val="000000">
                <a:alpha val="24000"/>
              </a:srgbClr>
            </a:outerShdw>
          </a:effectLst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16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baseline="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5C5C97-44E4-246D-6FE4-BE83BCFD8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076" y="685800"/>
            <a:ext cx="10524523" cy="713232"/>
          </a:xfrm>
        </p:spPr>
        <p:txBody>
          <a:bodyPr/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Click to add title for one-column layout with callout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3122400-5F31-0873-F7D5-4948620A31DA}"/>
              </a:ext>
            </a:extLst>
          </p:cNvPr>
          <p:cNvGrpSpPr/>
          <p:nvPr userDrawn="1"/>
        </p:nvGrpSpPr>
        <p:grpSpPr>
          <a:xfrm>
            <a:off x="11374487" y="464434"/>
            <a:ext cx="348572" cy="280103"/>
            <a:chOff x="599937" y="5644358"/>
            <a:chExt cx="348481" cy="280103"/>
          </a:xfrm>
        </p:grpSpPr>
        <p:pic>
          <p:nvPicPr>
            <p:cNvPr id="6" name="Graphic 5" descr="CVS Health logo">
              <a:extLst>
                <a:ext uri="{FF2B5EF4-FFF2-40B4-BE49-F238E27FC236}">
                  <a16:creationId xmlns:a16="http://schemas.microsoft.com/office/drawing/2014/main" id="{1FFA111E-87E0-379A-55D8-6B659ACCB6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82CF6839-CEC0-DB85-BBD8-131C1022FB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344810136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83CB10-33AE-97F3-0550-6AFED03D10FA}"/>
              </a:ext>
            </a:extLst>
          </p:cNvPr>
          <p:cNvSpPr/>
          <p:nvPr userDrawn="1"/>
        </p:nvSpPr>
        <p:spPr bwMode="gray">
          <a:xfrm>
            <a:off x="1" y="0"/>
            <a:ext cx="12192000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pic>
        <p:nvPicPr>
          <p:cNvPr id="4" name="Graphic 3" descr="CVS Health logo">
            <a:extLst>
              <a:ext uri="{FF2B5EF4-FFF2-40B4-BE49-F238E27FC236}">
                <a16:creationId xmlns:a16="http://schemas.microsoft.com/office/drawing/2014/main" id="{4D47EDED-5525-EF1C-CB00-FBE42F635D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4711"/>
          <a:stretch/>
        </p:blipFill>
        <p:spPr>
          <a:xfrm>
            <a:off x="11374860" y="466684"/>
            <a:ext cx="348199" cy="2778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7075" y="685800"/>
            <a:ext cx="9667726" cy="713232"/>
          </a:xfrm>
        </p:spPr>
        <p:txBody>
          <a:bodyPr/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Click to add title for four-column layout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929" y="1764318"/>
            <a:ext cx="2506109" cy="3988781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effectLst>
            <a:outerShdw blurRad="279400" sx="102000" sy="102000" algn="ctr" rotWithShape="0">
              <a:prstClr val="black">
                <a:alpha val="14000"/>
              </a:prstClr>
            </a:outerShdw>
          </a:effectLst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20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C279AB-46C7-3A59-4DF7-666670711A7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 bwMode="gray">
          <a:xfrm>
            <a:off x="3410563" y="1764318"/>
            <a:ext cx="2506109" cy="3988781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effectLst>
            <a:outerShdw blurRad="279400" sx="102000" sy="102000" algn="ctr" rotWithShape="0">
              <a:prstClr val="black">
                <a:alpha val="14000"/>
              </a:prstClr>
            </a:outerShdw>
          </a:effectLst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20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D646C9-C346-4297-1488-B5ED7C9EC97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 bwMode="gray">
          <a:xfrm>
            <a:off x="6263197" y="1764318"/>
            <a:ext cx="2506109" cy="3988781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effectLst>
            <a:outerShdw blurRad="279400" sx="102000" sy="102000" algn="ctr" rotWithShape="0">
              <a:prstClr val="black">
                <a:alpha val="14000"/>
              </a:prstClr>
            </a:outerShdw>
          </a:effectLst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20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6FE8DEA-448C-8714-757F-0B9D6668D7A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 bwMode="gray">
          <a:xfrm>
            <a:off x="9115831" y="1764318"/>
            <a:ext cx="2506109" cy="3988781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effectLst>
            <a:outerShdw blurRad="279400" sx="102000" sy="102000" algn="ctr" rotWithShape="0">
              <a:prstClr val="black">
                <a:alpha val="14000"/>
              </a:prstClr>
            </a:outerShdw>
          </a:effectLst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20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3375F1A-0B7B-7496-D075-B6823F9F836D}"/>
              </a:ext>
            </a:extLst>
          </p:cNvPr>
          <p:cNvGrpSpPr/>
          <p:nvPr userDrawn="1"/>
        </p:nvGrpSpPr>
        <p:grpSpPr>
          <a:xfrm>
            <a:off x="11374487" y="462005"/>
            <a:ext cx="348572" cy="280103"/>
            <a:chOff x="599937" y="5644358"/>
            <a:chExt cx="348481" cy="280103"/>
          </a:xfrm>
        </p:grpSpPr>
        <p:pic>
          <p:nvPicPr>
            <p:cNvPr id="7" name="Graphic 6" descr="CVS Health logo">
              <a:extLst>
                <a:ext uri="{FF2B5EF4-FFF2-40B4-BE49-F238E27FC236}">
                  <a16:creationId xmlns:a16="http://schemas.microsoft.com/office/drawing/2014/main" id="{36A33B82-ECAA-8EE4-C07D-21A0C744C6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5822E76F-1ADB-58C3-D178-C5C9539BD0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2519350305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83CB10-33AE-97F3-0550-6AFED03D10FA}"/>
              </a:ext>
            </a:extLst>
          </p:cNvPr>
          <p:cNvSpPr/>
          <p:nvPr userDrawn="1"/>
        </p:nvSpPr>
        <p:spPr bwMode="gray">
          <a:xfrm>
            <a:off x="1" y="0"/>
            <a:ext cx="12192000" cy="4019562"/>
          </a:xfrm>
          <a:prstGeom prst="rect">
            <a:avLst/>
          </a:prstGeom>
          <a:gradFill flip="none" rotWithShape="1">
            <a:gsLst>
              <a:gs pos="0">
                <a:srgbClr val="CCE6FF">
                  <a:alpha val="6000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pic>
        <p:nvPicPr>
          <p:cNvPr id="4" name="Graphic 3" descr="CVS Health logo">
            <a:extLst>
              <a:ext uri="{FF2B5EF4-FFF2-40B4-BE49-F238E27FC236}">
                <a16:creationId xmlns:a16="http://schemas.microsoft.com/office/drawing/2014/main" id="{4D47EDED-5525-EF1C-CB00-FBE42F635D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4711"/>
          <a:stretch/>
        </p:blipFill>
        <p:spPr>
          <a:xfrm>
            <a:off x="11374860" y="466684"/>
            <a:ext cx="348199" cy="2778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7075" y="685800"/>
            <a:ext cx="9667726" cy="713232"/>
          </a:xfrm>
        </p:spPr>
        <p:txBody>
          <a:bodyPr/>
          <a:lstStyle>
            <a:lvl1pPr>
              <a:defRPr sz="2600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Click to add title for three-column layout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929" y="1764318"/>
            <a:ext cx="3429752" cy="3988781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effectLst>
            <a:outerShdw blurRad="279400" sx="102000" sy="102000" algn="ctr" rotWithShape="0">
              <a:prstClr val="black">
                <a:alpha val="14000"/>
              </a:prstClr>
            </a:outerShdw>
          </a:effectLst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20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C279AB-46C7-3A59-4DF7-666670711A7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 bwMode="gray">
          <a:xfrm>
            <a:off x="4381125" y="1764318"/>
            <a:ext cx="3429752" cy="3988781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effectLst>
            <a:outerShdw blurRad="279400" sx="102000" sy="102000" algn="ctr" rotWithShape="0">
              <a:prstClr val="black">
                <a:alpha val="14000"/>
              </a:prstClr>
            </a:outerShdw>
          </a:effectLst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20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D646C9-C346-4297-1488-B5ED7C9EC97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 bwMode="gray">
          <a:xfrm>
            <a:off x="8204320" y="1764318"/>
            <a:ext cx="3429752" cy="3988781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effectLst>
            <a:outerShdw blurRad="279400" sx="102000" sy="102000" algn="ctr" rotWithShape="0">
              <a:prstClr val="black">
                <a:alpha val="14000"/>
              </a:prstClr>
            </a:outerShdw>
          </a:effectLst>
        </p:spPr>
        <p:txBody>
          <a:bodyPr vert="horz" lIns="91440" tIns="91440" rIns="91440" bIns="91440" rtlCol="0">
            <a:noAutofit/>
          </a:bodyPr>
          <a:lstStyle>
            <a:lvl1pPr>
              <a:buClr>
                <a:schemeClr val="tx1"/>
              </a:buClr>
              <a:defRPr lang="en-US" sz="2000" b="0" i="0" cap="none" baseline="0" dirty="0" smtClean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  <a:lvl2pPr marL="0" indent="0">
              <a:buClr>
                <a:schemeClr val="tx1"/>
              </a:buClr>
              <a:buNone/>
              <a:defRPr lang="en-US" sz="14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4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4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2CFD832-410E-2B9C-5A94-009A9B8293E7}"/>
              </a:ext>
            </a:extLst>
          </p:cNvPr>
          <p:cNvGrpSpPr/>
          <p:nvPr userDrawn="1"/>
        </p:nvGrpSpPr>
        <p:grpSpPr>
          <a:xfrm>
            <a:off x="11374861" y="462005"/>
            <a:ext cx="348572" cy="280103"/>
            <a:chOff x="599937" y="5644358"/>
            <a:chExt cx="348481" cy="280103"/>
          </a:xfrm>
        </p:grpSpPr>
        <p:pic>
          <p:nvPicPr>
            <p:cNvPr id="7" name="Graphic 6" descr="CVS Health logo">
              <a:extLst>
                <a:ext uri="{FF2B5EF4-FFF2-40B4-BE49-F238E27FC236}">
                  <a16:creationId xmlns:a16="http://schemas.microsoft.com/office/drawing/2014/main" id="{0357BFD5-840D-A340-CDA7-CA7368CC03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84711"/>
            <a:stretch/>
          </p:blipFill>
          <p:spPr>
            <a:xfrm>
              <a:off x="600310" y="5646608"/>
              <a:ext cx="348108" cy="277853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721E89BA-2777-2EB8-CB15-A0A12AF70F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599937" y="5644358"/>
              <a:ext cx="337373" cy="280103"/>
            </a:xfrm>
            <a:custGeom>
              <a:avLst/>
              <a:gdLst>
                <a:gd name="connsiteX0" fmla="*/ 543464 w 1078699"/>
                <a:gd name="connsiteY0" fmla="*/ 0 h 895586"/>
                <a:gd name="connsiteX1" fmla="*/ 1078699 w 1078699"/>
                <a:gd name="connsiteY1" fmla="*/ 0 h 895586"/>
                <a:gd name="connsiteX2" fmla="*/ 1078699 w 1078699"/>
                <a:gd name="connsiteY2" fmla="*/ 895586 h 895586"/>
                <a:gd name="connsiteX3" fmla="*/ 543464 w 1078699"/>
                <a:gd name="connsiteY3" fmla="*/ 895586 h 895586"/>
                <a:gd name="connsiteX4" fmla="*/ 0 w 1078699"/>
                <a:gd name="connsiteY4" fmla="*/ 0 h 895586"/>
                <a:gd name="connsiteX5" fmla="*/ 2103 w 1078699"/>
                <a:gd name="connsiteY5" fmla="*/ 0 h 895586"/>
                <a:gd name="connsiteX6" fmla="*/ 2103 w 1078699"/>
                <a:gd name="connsiteY6" fmla="*/ 895586 h 895586"/>
                <a:gd name="connsiteX7" fmla="*/ 0 w 1078699"/>
                <a:gd name="connsiteY7" fmla="*/ 895586 h 8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78699" h="895586">
                  <a:moveTo>
                    <a:pt x="543464" y="0"/>
                  </a:moveTo>
                  <a:lnTo>
                    <a:pt x="1078699" y="0"/>
                  </a:lnTo>
                  <a:lnTo>
                    <a:pt x="1078699" y="895586"/>
                  </a:lnTo>
                  <a:lnTo>
                    <a:pt x="543464" y="895586"/>
                  </a:lnTo>
                  <a:close/>
                  <a:moveTo>
                    <a:pt x="0" y="0"/>
                  </a:moveTo>
                  <a:lnTo>
                    <a:pt x="2103" y="0"/>
                  </a:lnTo>
                  <a:lnTo>
                    <a:pt x="2103" y="895586"/>
                  </a:lnTo>
                  <a:lnTo>
                    <a:pt x="0" y="895586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481155545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>
              <a:defRPr sz="3200" b="0" i="0">
                <a:solidFill>
                  <a:srgbClr val="0A4B8C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  <p:pic>
        <p:nvPicPr>
          <p:cNvPr id="2" name="Graphic 10">
            <a:extLst>
              <a:ext uri="{FF2B5EF4-FFF2-40B4-BE49-F238E27FC236}">
                <a16:creationId xmlns:a16="http://schemas.microsoft.com/office/drawing/2014/main" id="{35F59220-B793-9929-86B8-3A781C0E8D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267AC0">
                <a:tint val="45000"/>
                <a:satMod val="400000"/>
              </a:srgbClr>
            </a:duotone>
            <a:alphaModFix amt="30000"/>
          </a:blip>
          <a:srcRect l="2309" t="1336" r="1197" b="2145"/>
          <a:stretch/>
        </p:blipFill>
        <p:spPr>
          <a:xfrm>
            <a:off x="1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917582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20D3DB-63F4-412F-96CC-3E84E34BE0CE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CCE6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2" name="Graphic 10">
            <a:extLst>
              <a:ext uri="{FF2B5EF4-FFF2-40B4-BE49-F238E27FC236}">
                <a16:creationId xmlns:a16="http://schemas.microsoft.com/office/drawing/2014/main" id="{8CD3B911-7C0C-B032-6075-32C1DF8C1D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3000"/>
          </a:blip>
          <a:srcRect l="1911" t="1336" r="1595" b="2145"/>
          <a:stretch/>
        </p:blipFill>
        <p:spPr>
          <a:xfrm>
            <a:off x="1" y="1"/>
            <a:ext cx="12192000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i="0" kern="1200" dirty="0">
                <a:solidFill>
                  <a:srgbClr val="0B315E"/>
                </a:solidFill>
                <a:latin typeface="CVS Health Sans Medium" panose="020B05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395366807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111EDB-A7DC-4D3C-BA73-E639327B03EF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B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1F79349-5A0C-D0B5-3CA3-211B5D09D6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"/>
          </a:blip>
          <a:srcRect l="2309" t="1336" r="1197" b="2145"/>
          <a:stretch/>
        </p:blipFill>
        <p:spPr>
          <a:xfrm>
            <a:off x="1" y="-1"/>
            <a:ext cx="12192000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DD2AFC-8349-4DB3-855A-645AB85DF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i="0" kern="1200" dirty="0">
                <a:solidFill>
                  <a:schemeClr val="bg1"/>
                </a:solidFill>
                <a:latin typeface="CVS Health Sans Medium" panose="020B05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2569801377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253777D-5108-48F4-BAF8-16EF5CA96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-347472"/>
            <a:ext cx="9667726" cy="262719"/>
          </a:xfrm>
        </p:spPr>
        <p:txBody>
          <a:bodyPr anchor="b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CVS Health logo on white background</a:t>
            </a:r>
          </a:p>
        </p:txBody>
      </p:sp>
      <p:pic>
        <p:nvPicPr>
          <p:cNvPr id="11" name="Graphic 10" descr="CVS Health logo">
            <a:extLst>
              <a:ext uri="{FF2B5EF4-FFF2-40B4-BE49-F238E27FC236}">
                <a16:creationId xmlns:a16="http://schemas.microsoft.com/office/drawing/2014/main" id="{46110AA6-C52C-424B-900D-B5FA490F05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26232" y="3026665"/>
            <a:ext cx="6539663" cy="79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577452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sz="15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2" name="Graphic 11" descr="CVS Health logo.">
            <a:extLst>
              <a:ext uri="{FF2B5EF4-FFF2-40B4-BE49-F238E27FC236}">
                <a16:creationId xmlns:a16="http://schemas.microsoft.com/office/drawing/2014/main" id="{EB139D66-8476-4A6C-8269-A32651B9DC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  <p:pic>
        <p:nvPicPr>
          <p:cNvPr id="21" name="Picture 20" descr="Red outline hear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169" y="1016179"/>
            <a:ext cx="5222470" cy="434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920013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lang="en-US" sz="15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1" name="Graphic 10" descr="CVS Health logo.">
            <a:extLst>
              <a:ext uri="{FF2B5EF4-FFF2-40B4-BE49-F238E27FC236}">
                <a16:creationId xmlns:a16="http://schemas.microsoft.com/office/drawing/2014/main" id="{E2CF043F-8065-47E0-BB4A-3C892424CE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6385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88F0CF77-4F25-43F9-BB7C-C01DDDDCDF0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accent6"/>
                </a:solidFill>
                <a:latin typeface="CVS Health Sans" panose="020B0504020202020204" pitchFamily="34" charset="0"/>
              </a:defRPr>
            </a:lvl1pPr>
          </a:lstStyle>
          <a:p>
            <a:r>
              <a:rPr lang="en-US"/>
              <a:t>BE SURE IMAGE IS </a:t>
            </a:r>
            <a:br>
              <a:rPr lang="en-US"/>
            </a:br>
            <a:r>
              <a:rPr lang="en-US"/>
              <a:t>DARK ENOUGH SO TYPE AND </a:t>
            </a:r>
            <a:br>
              <a:rPr lang="en-US"/>
            </a:br>
            <a:r>
              <a:rPr lang="en-US"/>
              <a:t>LOGO ARE READABLE</a:t>
            </a:r>
          </a:p>
          <a:p>
            <a:br>
              <a:rPr lang="en-US"/>
            </a:br>
            <a:r>
              <a:rPr lang="en-US"/>
              <a:t>Be sure to send image to </a:t>
            </a:r>
            <a:br>
              <a:rPr lang="en-US"/>
            </a:br>
            <a:r>
              <a:rPr lang="en-US"/>
              <a:t>back so logo sits on top of image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sz="1500" b="1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bg1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2" name="Graphic 11" descr="CVS Health logo in white.">
            <a:extLst>
              <a:ext uri="{FF2B5EF4-FFF2-40B4-BE49-F238E27FC236}">
                <a16:creationId xmlns:a16="http://schemas.microsoft.com/office/drawing/2014/main" id="{1A4ABFD4-BEC4-40BD-B29A-2C7FFDFAFD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127763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357" y="4634747"/>
            <a:ext cx="10564071" cy="795528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357" y="5578043"/>
            <a:ext cx="10564071" cy="48846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5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>
                <a:solidFill>
                  <a:schemeClr val="tx2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presenter information</a:t>
            </a:r>
          </a:p>
          <a:p>
            <a:pPr lvl="1"/>
            <a:r>
              <a:rPr lang="en-US"/>
              <a:t>Title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2323A7D-5761-4AEF-8E75-65750A20EB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35800" y="6371584"/>
            <a:ext cx="2798793" cy="201168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defRPr sz="1200" b="0">
                <a:solidFill>
                  <a:schemeClr val="tx2"/>
                </a:solidFill>
                <a:latin typeface="+mn-lt"/>
              </a:defRPr>
            </a:lvl1pPr>
            <a:lvl2pPr algn="r">
              <a:defRPr b="1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add date</a:t>
            </a:r>
          </a:p>
          <a:p>
            <a:pPr lvl="1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F869ED5-AC1E-4039-94B8-07F41FF5B23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"/>
            <a:ext cx="12192000" cy="43505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lnSpc>
                <a:spcPct val="80000"/>
              </a:lnSpc>
              <a:defRPr sz="6600" b="1" baseline="0">
                <a:solidFill>
                  <a:schemeClr val="bg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IMAGE</a:t>
            </a:r>
          </a:p>
        </p:txBody>
      </p:sp>
      <p:pic>
        <p:nvPicPr>
          <p:cNvPr id="5" name="Graphic 4" descr="CVS Health logo in white.">
            <a:extLst>
              <a:ext uri="{FF2B5EF4-FFF2-40B4-BE49-F238E27FC236}">
                <a16:creationId xmlns:a16="http://schemas.microsoft.com/office/drawing/2014/main" id="{463D5C17-C939-4A2E-BEF3-DFD46A1A90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73144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67FAB20-8704-40ED-BC6D-0EE8309B35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"/>
            <a:ext cx="12192000" cy="43505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lnSpc>
                <a:spcPct val="80000"/>
              </a:lnSpc>
              <a:defRPr sz="6600" b="1" baseline="0">
                <a:solidFill>
                  <a:schemeClr val="bg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475144-A8AF-4C31-A022-05A109EC64D7}"/>
              </a:ext>
            </a:extLst>
          </p:cNvPr>
          <p:cNvSpPr/>
          <p:nvPr userDrawn="1"/>
        </p:nvSpPr>
        <p:spPr>
          <a:xfrm>
            <a:off x="1" y="4350554"/>
            <a:ext cx="12192000" cy="2507447"/>
          </a:xfrm>
          <a:prstGeom prst="rect">
            <a:avLst/>
          </a:prstGeom>
          <a:solidFill>
            <a:srgbClr val="0B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357" y="4634747"/>
            <a:ext cx="10564071" cy="795528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5EBBC54-9455-4FAF-8A7A-A2C1CCBAE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7357" y="5578043"/>
            <a:ext cx="10564071" cy="48846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500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presenter information</a:t>
            </a:r>
          </a:p>
          <a:p>
            <a:pPr lvl="1"/>
            <a:r>
              <a:rPr lang="en-US"/>
              <a:t>Title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2323A7D-5761-4AEF-8E75-65750A20EB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35800" y="6371584"/>
            <a:ext cx="2798793" cy="201168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defRPr sz="1200" b="0">
                <a:solidFill>
                  <a:schemeClr val="bg1"/>
                </a:solidFill>
                <a:latin typeface="+mn-lt"/>
              </a:defRPr>
            </a:lvl1pPr>
            <a:lvl2pPr algn="r">
              <a:defRPr b="1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add date</a:t>
            </a:r>
          </a:p>
          <a:p>
            <a:pPr lvl="1"/>
            <a:endParaRPr lang="en-US"/>
          </a:p>
        </p:txBody>
      </p:sp>
      <p:pic>
        <p:nvPicPr>
          <p:cNvPr id="13" name="Graphic 12" descr="CVS Health logo.">
            <a:extLst>
              <a:ext uri="{FF2B5EF4-FFF2-40B4-BE49-F238E27FC236}">
                <a16:creationId xmlns:a16="http://schemas.microsoft.com/office/drawing/2014/main" id="{5669E773-2D25-4E2A-A2CC-EB0688AE5B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016246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lang="en-US" sz="15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1" name="Graphic 10" descr="CVS Health logo.">
            <a:extLst>
              <a:ext uri="{FF2B5EF4-FFF2-40B4-BE49-F238E27FC236}">
                <a16:creationId xmlns:a16="http://schemas.microsoft.com/office/drawing/2014/main" id="{95320D2B-25CE-401D-AF25-18BF33EDD6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EBE87D4-5164-4D82-9272-C823D804D71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  <a:latin typeface="+mn-lt"/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13284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7 Parter-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FF5A7F6-20C2-4507-801C-E1C2059285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7931" y="1637977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D005736-4228-4541-9830-748A037770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7930" y="3886593"/>
            <a:ext cx="3582950" cy="1262324"/>
          </a:xfrm>
        </p:spPr>
        <p:txBody>
          <a:bodyPr/>
          <a:lstStyle>
            <a:lvl1pPr>
              <a:defRPr lang="en-US" sz="15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3" name="Graphic 12" descr="CVS Health logo.">
            <a:extLst>
              <a:ext uri="{FF2B5EF4-FFF2-40B4-BE49-F238E27FC236}">
                <a16:creationId xmlns:a16="http://schemas.microsoft.com/office/drawing/2014/main" id="{23593BEE-172F-4A3B-8A76-6967A64A44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5836063"/>
            <a:ext cx="2872536" cy="350455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6871D9-AE12-49B5-A916-42628F61B8D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9347" y="566377"/>
            <a:ext cx="1463421" cy="649224"/>
          </a:xfrm>
          <a:solidFill>
            <a:schemeClr val="bg2"/>
          </a:solidFill>
        </p:spPr>
        <p:txBody>
          <a:bodyPr anchor="ctr"/>
          <a:lstStyle>
            <a:lvl1pPr algn="ctr">
              <a:defRPr sz="1100"/>
            </a:lvl1pPr>
          </a:lstStyle>
          <a:p>
            <a:r>
              <a:rPr lang="en-US"/>
              <a:t>PARTNER LOGO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466ABCE3-7885-437A-89A0-8897D7868BD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  <a:latin typeface="+mn-lt"/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849641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15A95E4-50A0-4442-B665-9A342851EB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57929" y="1755739"/>
            <a:ext cx="8588453" cy="3985305"/>
          </a:xfr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defRPr sz="18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177800" indent="-177800">
              <a:spcBef>
                <a:spcPts val="600"/>
              </a:spcBef>
              <a:buFont typeface="Arial" panose="020B0604020202020204" pitchFamily="34" charset="0"/>
              <a:buChar char="•"/>
              <a:defRPr sz="1300" baseline="0">
                <a:latin typeface="+mn-lt"/>
              </a:defRPr>
            </a:lvl3pPr>
            <a:lvl4pPr marL="342900" indent="-165100">
              <a:spcBef>
                <a:spcPts val="600"/>
              </a:spcBef>
              <a:buFont typeface="Arial" panose="020B0604020202020204" pitchFamily="34" charset="0"/>
              <a:buChar char="–"/>
              <a:defRPr sz="1300" baseline="0">
                <a:latin typeface="+mn-lt"/>
              </a:defRPr>
            </a:lvl4pPr>
            <a:lvl5pPr marL="520700" indent="-177800">
              <a:spcBef>
                <a:spcPts val="600"/>
              </a:spcBef>
              <a:buFont typeface="Arial" panose="020B0604020202020204" pitchFamily="34" charset="0"/>
              <a:buChar char="•"/>
              <a:defRPr sz="1300">
                <a:latin typeface="+mn-lt"/>
              </a:defRPr>
            </a:lvl5pPr>
            <a:lvl6pPr marL="685800" indent="-165100">
              <a:spcBef>
                <a:spcPts val="600"/>
              </a:spcBef>
              <a:buFont typeface="Arial" panose="020B0604020202020204" pitchFamily="34" charset="0"/>
              <a:buChar char="–"/>
              <a:defRPr sz="1300" baseline="0">
                <a:latin typeface="+mn-lt"/>
              </a:defRPr>
            </a:lvl6pPr>
            <a:lvl7pPr marL="863600" indent="-177800">
              <a:spcBef>
                <a:spcPts val="600"/>
              </a:spcBef>
              <a:buFont typeface="Arial" panose="020B0604020202020204" pitchFamily="34" charset="0"/>
              <a:buChar char="•"/>
              <a:defRPr sz="1300">
                <a:latin typeface="+mn-lt"/>
              </a:defRPr>
            </a:lvl7pPr>
            <a:lvl8pPr marL="1028700" indent="-165100">
              <a:spcBef>
                <a:spcPts val="600"/>
              </a:spcBef>
              <a:buFont typeface="Arial" panose="020B0604020202020204" pitchFamily="34" charset="0"/>
              <a:buChar char="–"/>
              <a:defRPr sz="1300">
                <a:latin typeface="+mn-lt"/>
              </a:defRPr>
            </a:lvl8pPr>
            <a:lvl9pPr marL="1206500" indent="-177800">
              <a:spcBef>
                <a:spcPts val="600"/>
              </a:spcBef>
              <a:buFont typeface="Arial" panose="020B0604020202020204" pitchFamily="34" charset="0"/>
              <a:buChar char="•"/>
              <a:defRPr sz="1300" baseline="0">
                <a:latin typeface="+mn-lt"/>
              </a:defRPr>
            </a:lvl9pPr>
          </a:lstStyle>
          <a:p>
            <a:pPr lvl="0"/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623259687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561DB31-BA0E-469A-88AC-4C37BFB0B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CD3DA619-C657-4377-909C-6D3A110F55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3652" y="1756549"/>
            <a:ext cx="3914652" cy="361473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300"/>
              </a:spcAft>
              <a:buNone/>
              <a:tabLst>
                <a:tab pos="568325" algn="r"/>
                <a:tab pos="1028700" algn="l"/>
              </a:tabLst>
              <a:defRPr sz="1300" b="1">
                <a:solidFill>
                  <a:schemeClr val="tx2"/>
                </a:solidFill>
                <a:latin typeface="+mn-lt"/>
              </a:defRPr>
            </a:lvl2pPr>
            <a:lvl3pPr marL="1028700" indent="0">
              <a:spcBef>
                <a:spcPts val="0"/>
              </a:spcBef>
              <a:spcAft>
                <a:spcPts val="1800"/>
              </a:spcAft>
              <a:buNone/>
              <a:defRPr sz="1300">
                <a:solidFill>
                  <a:schemeClr val="tx2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900"/>
              </a:spcAft>
              <a:buNone/>
              <a:defRPr sz="1300" i="1">
                <a:solidFill>
                  <a:schemeClr val="tx2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header</a:t>
            </a:r>
          </a:p>
          <a:p>
            <a:pPr lvl="1"/>
            <a:r>
              <a:rPr lang="en-US"/>
              <a:t>Tab to Time then tab to Agenda item</a:t>
            </a:r>
          </a:p>
          <a:p>
            <a:pPr lvl="2"/>
            <a:r>
              <a:rPr lang="en-US"/>
              <a:t>Speaker name and topic</a:t>
            </a:r>
          </a:p>
          <a:p>
            <a:pPr lvl="3"/>
            <a:r>
              <a:rPr lang="en-US"/>
              <a:t>Additional information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99D62640-4C2F-4EEE-8702-E19D55A971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3091" y="1756549"/>
            <a:ext cx="3912531" cy="361473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300"/>
              </a:spcAft>
              <a:buNone/>
              <a:tabLst>
                <a:tab pos="568325" algn="r"/>
                <a:tab pos="1028700" algn="l"/>
              </a:tabLst>
              <a:defRPr sz="1300" b="1">
                <a:solidFill>
                  <a:schemeClr val="tx2"/>
                </a:solidFill>
                <a:latin typeface="+mn-lt"/>
              </a:defRPr>
            </a:lvl2pPr>
            <a:lvl3pPr marL="1028700" indent="0">
              <a:spcBef>
                <a:spcPts val="0"/>
              </a:spcBef>
              <a:spcAft>
                <a:spcPts val="1800"/>
              </a:spcAft>
              <a:buNone/>
              <a:defRPr sz="1300">
                <a:solidFill>
                  <a:schemeClr val="tx2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900"/>
              </a:spcAft>
              <a:buNone/>
              <a:defRPr sz="1300" i="1">
                <a:solidFill>
                  <a:schemeClr val="tx2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header</a:t>
            </a:r>
          </a:p>
          <a:p>
            <a:pPr lvl="1"/>
            <a:r>
              <a:rPr lang="en-US"/>
              <a:t>Tab to Time then tab to Agenda item</a:t>
            </a:r>
          </a:p>
          <a:p>
            <a:pPr lvl="2"/>
            <a:r>
              <a:rPr lang="en-US"/>
              <a:t>Speaker name and topic</a:t>
            </a:r>
          </a:p>
          <a:p>
            <a:pPr lvl="3"/>
            <a:r>
              <a:rPr lang="en-US"/>
              <a:t>Additional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1597220756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>
              <a:defRPr sz="3200" b="1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3592641077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20D3DB-63F4-412F-96CC-3E84E34BE0CE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3478999620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111EDB-A7DC-4D3C-BA73-E639327B03EF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B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8DD2AFC-8349-4DB3-855A-645AB85DF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2514459766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ght heart pattern background.">
            <a:extLst>
              <a:ext uri="{FF2B5EF4-FFF2-40B4-BE49-F238E27FC236}">
                <a16:creationId xmlns:a16="http://schemas.microsoft.com/office/drawing/2014/main" id="{DCF51F69-B135-440B-B1C1-8877F65D92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44" t="-1" b="507"/>
          <a:stretch/>
        </p:blipFill>
        <p:spPr>
          <a:xfrm>
            <a:off x="-64" y="0"/>
            <a:ext cx="12192127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2913765908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rk heart pattern background.">
            <a:extLst>
              <a:ext uri="{FF2B5EF4-FFF2-40B4-BE49-F238E27FC236}">
                <a16:creationId xmlns:a16="http://schemas.microsoft.com/office/drawing/2014/main" id="{A370D62A-AB1A-457C-AF9D-8363B2583D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473" y="-9144"/>
            <a:ext cx="12222945" cy="687628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BD1AEB8-3322-4E67-A702-83F3092020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2695761620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out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one-column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8588453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1947495865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one-column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8588453" cy="3977640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 sz="1800" b="1" cap="none" baseline="0">
                <a:solidFill>
                  <a:schemeClr val="tx2"/>
                </a:solidFill>
                <a:latin typeface="+mn-lt"/>
              </a:defRPr>
            </a:lvl1pPr>
            <a:lvl2pPr marL="0" indent="0">
              <a:buClr>
                <a:schemeClr val="tx1"/>
              </a:buClr>
              <a:buNone/>
              <a:defRPr sz="1300" baseline="0">
                <a:solidFill>
                  <a:schemeClr val="tx2"/>
                </a:solidFill>
              </a:defRPr>
            </a:lvl2pPr>
            <a:lvl3pPr marL="171450" indent="-171450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300" baseline="0">
                <a:solidFill>
                  <a:schemeClr val="tx2"/>
                </a:solidFill>
              </a:defRPr>
            </a:lvl3pPr>
            <a:lvl4pPr marL="342900" indent="-171450">
              <a:buClr>
                <a:schemeClr val="tx1"/>
              </a:buClr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4pPr>
            <a:lvl5pPr marL="515938" indent="-173038">
              <a:buClr>
                <a:schemeClr val="tx1"/>
              </a:buClr>
              <a:buFont typeface="Arial" panose="020B0604020202020204" pitchFamily="34" charset="0"/>
              <a:buChar char="•"/>
              <a:defRPr sz="1300">
                <a:solidFill>
                  <a:schemeClr val="tx2"/>
                </a:solidFill>
              </a:defRPr>
            </a:lvl5pPr>
            <a:lvl6pPr marL="687388" indent="-171450">
              <a:buClr>
                <a:schemeClr val="tx1"/>
              </a:buClr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 baseline="0"/>
            </a:lvl9pPr>
          </a:lstStyle>
          <a:p>
            <a:pPr lvl="0"/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1462438690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two-column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929" y="1767532"/>
            <a:ext cx="5238478" cy="3973512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baseline="0" dirty="0" smtClean="0">
                <a:solidFill>
                  <a:schemeClr val="tx2"/>
                </a:solidFill>
              </a:defRPr>
            </a:lvl2pPr>
            <a:lvl3pPr marL="171450" indent="-171450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2900" indent="-171450">
              <a:buClr>
                <a:schemeClr val="tx1"/>
              </a:buClr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4350" indent="-171450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1450">
              <a:buClr>
                <a:schemeClr val="tx1"/>
              </a:buClr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 baseline="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6384175" y="1767532"/>
            <a:ext cx="5238478" cy="3973512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baseline="0" dirty="0" smtClean="0">
                <a:solidFill>
                  <a:schemeClr val="tx2"/>
                </a:solidFill>
              </a:defRPr>
            </a:lvl2pPr>
            <a:lvl3pPr marL="171450" indent="-171450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2900" indent="-171450">
              <a:buClr>
                <a:schemeClr val="tx1"/>
              </a:buClr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4350" indent="-171450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1450">
              <a:buClr>
                <a:schemeClr val="tx1"/>
              </a:buClr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 baseline="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736864957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three-column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930" y="1764792"/>
            <a:ext cx="3434085" cy="3988308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tabLst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1971" y="1764792"/>
            <a:ext cx="3434085" cy="3988308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tabLst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186012" y="1764792"/>
            <a:ext cx="3434085" cy="3988308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tabLst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135281154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four-column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929" y="1764792"/>
            <a:ext cx="2506109" cy="397764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3411600" y="1764792"/>
            <a:ext cx="2506109" cy="397764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6256125" y="1764792"/>
            <a:ext cx="2506109" cy="397764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2" hasCustomPrompt="1"/>
          </p:nvPr>
        </p:nvSpPr>
        <p:spPr bwMode="gray">
          <a:xfrm>
            <a:off x="9100650" y="1764792"/>
            <a:ext cx="2506109" cy="397764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1697757454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ntent Journ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five-column journey layout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1064941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3153647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5242353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2" hasCustomPrompt="1"/>
          </p:nvPr>
        </p:nvSpPr>
        <p:spPr bwMode="gray">
          <a:xfrm>
            <a:off x="7331059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3" hasCustomPrompt="1"/>
          </p:nvPr>
        </p:nvSpPr>
        <p:spPr bwMode="gray">
          <a:xfrm>
            <a:off x="9419765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</p:spTree>
    <p:extLst>
      <p:ext uri="{BB962C8B-B14F-4D97-AF65-F5344CB8AC3E}">
        <p14:creationId xmlns:p14="http://schemas.microsoft.com/office/powerpoint/2010/main" val="2896332114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chart layout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79139DC-E144-408E-AD8A-E4105642CD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70035" y="1752601"/>
            <a:ext cx="9051932" cy="297573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49252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chart with text layout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8" y="1767531"/>
            <a:ext cx="3439040" cy="2971800"/>
          </a:xfrm>
        </p:spPr>
        <p:txBody>
          <a:bodyPr/>
          <a:lstStyle>
            <a:lvl1pPr>
              <a:lnSpc>
                <a:spcPct val="100000"/>
              </a:lnSpc>
              <a:buClrTx/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Tx/>
              <a:buNone/>
              <a:defRPr baseline="0">
                <a:solidFill>
                  <a:schemeClr val="tx2"/>
                </a:solidFill>
              </a:defRPr>
            </a:lvl2pPr>
            <a:lvl3pPr marL="177800" indent="-177800"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sz="1300" baseline="0">
                <a:solidFill>
                  <a:schemeClr val="tx2"/>
                </a:solidFill>
              </a:defRPr>
            </a:lvl3pPr>
            <a:lvl4pPr marL="342900" indent="-165100">
              <a:buClrTx/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4pPr>
            <a:lvl5pPr marL="515938" indent="-173038">
              <a:buClrTx/>
              <a:buFont typeface="Arial" panose="020B0604020202020204" pitchFamily="34" charset="0"/>
              <a:buChar char="•"/>
              <a:defRPr sz="1300">
                <a:solidFill>
                  <a:schemeClr val="tx2"/>
                </a:solidFill>
              </a:defRPr>
            </a:lvl5pPr>
            <a:lvl6pPr marL="687388" indent="-171450">
              <a:buClrTx/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ClrTx/>
              <a:buFont typeface="Arial" panose="020B0604020202020204" pitchFamily="34" charset="0"/>
              <a:buChar char="•"/>
              <a:defRPr sz="1300"/>
            </a:lvl7pPr>
            <a:lvl8pPr marL="1031875" indent="-171450">
              <a:buClrTx/>
              <a:buFont typeface="Arial" panose="020B0604020202020204" pitchFamily="34" charset="0"/>
              <a:buChar char="–"/>
              <a:defRPr sz="1300"/>
            </a:lvl8pPr>
            <a:lvl9pPr marL="1203325" indent="-171450">
              <a:buClrTx/>
              <a:buFont typeface="Arial" panose="020B0604020202020204" pitchFamily="34" charset="0"/>
              <a:buChar char="•"/>
              <a:defRPr sz="1300" baseline="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79139DC-E144-408E-AD8A-E4105642CD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7653" y="1764793"/>
            <a:ext cx="7174286" cy="2975735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833699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comparison slide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3474" y="3718012"/>
            <a:ext cx="3493918" cy="2023033"/>
          </a:xfrm>
          <a:noFill/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1200"/>
              </a:spcBef>
              <a:buClrTx/>
              <a:buFont typeface="Arial"/>
              <a:buNone/>
              <a:defRPr sz="1800" b="1">
                <a:solidFill>
                  <a:schemeClr val="accent2"/>
                </a:solidFill>
                <a:latin typeface="+mn-lt"/>
              </a:defRPr>
            </a:lvl1pPr>
            <a:lvl2pPr marL="0" indent="0" algn="ctr">
              <a:spcBef>
                <a:spcPts val="1200"/>
              </a:spcBef>
              <a:buClrTx/>
              <a:buFontTx/>
              <a:buNone/>
              <a:defRPr sz="1500">
                <a:solidFill>
                  <a:schemeClr val="tx2"/>
                </a:solidFill>
              </a:defRPr>
            </a:lvl2pPr>
            <a:lvl3pPr marL="404813" indent="-173038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3pPr>
            <a:lvl4pPr marL="631825" indent="-174625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804863" indent="-173038"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600">
                <a:solidFill>
                  <a:schemeClr val="tx2"/>
                </a:solidFill>
              </a:defRPr>
            </a:lvl5pPr>
            <a:lvl6pPr marL="977900" indent="-177800">
              <a:buClrTx/>
              <a:defRPr sz="1600"/>
            </a:lvl6pPr>
            <a:lvl7pPr marL="1143000" indent="-165100">
              <a:buClrTx/>
              <a:defRPr sz="1600"/>
            </a:lvl7pPr>
            <a:lvl8pPr marL="1320800" indent="-177800">
              <a:buClrTx/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139F72-CEC0-495F-8477-192D60A880E2}"/>
              </a:ext>
            </a:extLst>
          </p:cNvPr>
          <p:cNvSpPr/>
          <p:nvPr userDrawn="1"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1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380297" y="3718012"/>
            <a:ext cx="3493918" cy="2023033"/>
          </a:xfrm>
          <a:noFill/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1200"/>
              </a:spcBef>
              <a:buClrTx/>
              <a:buFont typeface="Arial"/>
              <a:buNone/>
              <a:defRPr sz="1800" b="1">
                <a:solidFill>
                  <a:schemeClr val="accent2"/>
                </a:solidFill>
                <a:latin typeface="+mn-lt"/>
              </a:defRPr>
            </a:lvl1pPr>
            <a:lvl2pPr marL="0" indent="0" algn="ctr">
              <a:spcBef>
                <a:spcPts val="1200"/>
              </a:spcBef>
              <a:buClrTx/>
              <a:buFontTx/>
              <a:buNone/>
              <a:defRPr sz="1500">
                <a:solidFill>
                  <a:schemeClr val="tx2"/>
                </a:solidFill>
              </a:defRPr>
            </a:lvl2pPr>
            <a:lvl3pPr marL="231775" indent="0">
              <a:spcBef>
                <a:spcPts val="600"/>
              </a:spcBef>
              <a:buClr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3pPr>
            <a:lvl4pPr marL="631825" indent="-174625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804863" indent="-173038"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600">
                <a:solidFill>
                  <a:schemeClr val="bg1"/>
                </a:solidFill>
              </a:defRPr>
            </a:lvl5pPr>
            <a:lvl6pPr>
              <a:spcBef>
                <a:spcPts val="600"/>
              </a:spcBef>
              <a:buClrTx/>
              <a:defRPr sz="1600">
                <a:solidFill>
                  <a:schemeClr val="bg1"/>
                </a:solidFill>
              </a:defRPr>
            </a:lvl6pPr>
            <a:lvl7pPr>
              <a:spcBef>
                <a:spcPts val="600"/>
              </a:spcBef>
              <a:buClrTx/>
              <a:defRPr sz="1600">
                <a:solidFill>
                  <a:schemeClr val="bg1"/>
                </a:solidFill>
              </a:defRPr>
            </a:lvl7pPr>
            <a:lvl8pPr>
              <a:spcBef>
                <a:spcPts val="600"/>
              </a:spcBef>
              <a:buClrTx/>
              <a:defRPr sz="1600">
                <a:solidFill>
                  <a:schemeClr val="bg1"/>
                </a:solidFill>
              </a:defRPr>
            </a:lvl8pPr>
            <a:lvl9pPr>
              <a:defRPr sz="1600"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pic>
        <p:nvPicPr>
          <p:cNvPr id="7" name="Graphic 6" descr="CVS Health logo.">
            <a:extLst>
              <a:ext uri="{FF2B5EF4-FFF2-40B4-BE49-F238E27FC236}">
                <a16:creationId xmlns:a16="http://schemas.microsoft.com/office/drawing/2014/main" id="{99394496-8368-4B56-8235-99713340C2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01522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F4177E-CDDD-476F-9590-4FA690787A3F}"/>
              </a:ext>
            </a:extLst>
          </p:cNvPr>
          <p:cNvSpPr/>
          <p:nvPr userDrawn="1"/>
        </p:nvSpPr>
        <p:spPr>
          <a:xfrm>
            <a:off x="0" y="0"/>
            <a:ext cx="405815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C794590-BFF7-4D91-A4D6-07347CD38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707" y="1"/>
            <a:ext cx="2959073" cy="6425581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</a:t>
            </a:r>
            <a:br>
              <a:rPr lang="en-US"/>
            </a:br>
            <a:r>
              <a:rPr lang="en-US"/>
              <a:t>here for one panel comparison slide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9BBBC8D-0164-48BE-8C39-97B2E9C688A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4907514" y="2971853"/>
            <a:ext cx="2368913" cy="2592183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1800" b="1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1800"/>
              </a:spcBef>
              <a:buClrTx/>
              <a:buFontTx/>
              <a:buNone/>
              <a:defRPr lang="en-US" sz="1500" baseline="0" dirty="0" smtClean="0">
                <a:solidFill>
                  <a:schemeClr val="tx2"/>
                </a:solidFill>
              </a:defRPr>
            </a:lvl2pPr>
            <a:lvl3pPr marL="171450" indent="0">
              <a:buClrTx/>
              <a:buFont typeface="Arial" panose="020B0604020202020204" pitchFamily="34" charset="0"/>
              <a:buNone/>
              <a:defRPr lang="en-US" sz="1600" baseline="0" dirty="0" smtClean="0">
                <a:solidFill>
                  <a:schemeClr val="tx2"/>
                </a:solidFill>
              </a:defRPr>
            </a:lvl3pPr>
            <a:lvl4pPr>
              <a:buClrTx/>
              <a:defRPr lang="en-US" sz="1600" baseline="0" dirty="0" smtClean="0">
                <a:solidFill>
                  <a:schemeClr val="tx2"/>
                </a:solidFill>
              </a:defRPr>
            </a:lvl4pPr>
            <a:lvl5pPr>
              <a:buClrTx/>
              <a:defRPr lang="en-US" sz="1600" baseline="0" dirty="0">
                <a:solidFill>
                  <a:schemeClr val="tx2"/>
                </a:solidFill>
              </a:defRPr>
            </a:lvl5pPr>
            <a:lvl6pPr>
              <a:buClrTx/>
              <a:defRPr sz="1600" baseline="0">
                <a:solidFill>
                  <a:schemeClr val="tx2"/>
                </a:solidFill>
              </a:defRPr>
            </a:lvl6pPr>
            <a:lvl7pPr>
              <a:buClrTx/>
              <a:defRPr sz="1600" baseline="0">
                <a:solidFill>
                  <a:schemeClr val="tx2"/>
                </a:solidFill>
              </a:defRPr>
            </a:lvl7pPr>
            <a:lvl8pPr>
              <a:buClrTx/>
              <a:defRPr sz="1600" baseline="0">
                <a:solidFill>
                  <a:schemeClr val="tx2"/>
                </a:solidFill>
              </a:defRPr>
            </a:lvl8pPr>
            <a:lvl9pPr>
              <a:buClrTx/>
              <a:defRPr sz="1600">
                <a:solidFill>
                  <a:schemeClr val="tx2"/>
                </a:solidFill>
              </a:defRPr>
            </a:lvl9pPr>
          </a:lstStyle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1CA36B9-1028-43DB-A308-5411C7D185BC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8972065" y="2971853"/>
            <a:ext cx="2368913" cy="2592183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1800" b="1" cap="none" baseline="0" dirty="0" smtClean="0">
                <a:solidFill>
                  <a:schemeClr val="accent2"/>
                </a:solidFill>
                <a:latin typeface="+mn-lt"/>
              </a:defRPr>
            </a:lvl1pPr>
            <a:lvl2pPr marL="0" indent="0" algn="ctr">
              <a:spcBef>
                <a:spcPts val="1800"/>
              </a:spcBef>
              <a:buClrTx/>
              <a:buFontTx/>
              <a:buNone/>
              <a:defRPr lang="en-US" sz="1500" dirty="0" smtClean="0">
                <a:solidFill>
                  <a:schemeClr val="tx2"/>
                </a:solidFill>
              </a:defRPr>
            </a:lvl2pPr>
            <a:lvl3pPr marL="171450" indent="0">
              <a:buClrTx/>
              <a:buFont typeface="Arial" panose="020B0604020202020204" pitchFamily="34" charset="0"/>
              <a:buNone/>
              <a:defRPr lang="en-US" sz="1600" baseline="0" dirty="0" smtClean="0">
                <a:solidFill>
                  <a:schemeClr val="bg1"/>
                </a:solidFill>
              </a:defRPr>
            </a:lvl3pPr>
            <a:lvl4pPr>
              <a:buClrTx/>
              <a:defRPr lang="en-US" sz="1600" baseline="0" dirty="0" smtClean="0">
                <a:solidFill>
                  <a:schemeClr val="bg1"/>
                </a:solidFill>
              </a:defRPr>
            </a:lvl4pPr>
            <a:lvl5pPr>
              <a:buClrTx/>
              <a:defRPr lang="en-US" sz="1600" baseline="0" dirty="0">
                <a:solidFill>
                  <a:schemeClr val="bg1"/>
                </a:solidFill>
              </a:defRPr>
            </a:lvl5pPr>
            <a:lvl6pPr>
              <a:buClrTx/>
              <a:defRPr sz="1600" baseline="0">
                <a:solidFill>
                  <a:schemeClr val="bg1"/>
                </a:solidFill>
              </a:defRPr>
            </a:lvl6pPr>
            <a:lvl7pPr>
              <a:buClrTx/>
              <a:defRPr sz="1600">
                <a:solidFill>
                  <a:schemeClr val="bg1"/>
                </a:solidFill>
              </a:defRPr>
            </a:lvl7pPr>
            <a:lvl8pPr>
              <a:buClrTx/>
              <a:defRPr sz="1600" baseline="0">
                <a:solidFill>
                  <a:schemeClr val="bg1"/>
                </a:solidFill>
              </a:defRPr>
            </a:lvl8pPr>
            <a:lvl9pPr>
              <a:buClrTx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668665DB-9D44-4B88-9F03-E82A2FF5D152}"/>
              </a:ext>
            </a:extLst>
          </p:cNvPr>
          <p:cNvSpPr txBox="1">
            <a:spLocks/>
          </p:cNvSpPr>
          <p:nvPr userDrawn="1"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FE9336-BB34-4CCC-8274-05D8119178BD}"/>
              </a:ext>
            </a:extLst>
          </p:cNvPr>
          <p:cNvSpPr txBox="1"/>
          <p:nvPr userDrawn="1"/>
        </p:nvSpPr>
        <p:spPr>
          <a:xfrm>
            <a:off x="859758" y="6425582"/>
            <a:ext cx="804881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>
                <a:solidFill>
                  <a:schemeClr val="tx2"/>
                </a:solidFill>
                <a:latin typeface="+mn-lt"/>
              </a:rPr>
              <a:t>©2026 CVS Health and/or one of its affiliates. Confidential and proprietary.</a:t>
            </a:r>
          </a:p>
        </p:txBody>
      </p:sp>
      <p:pic>
        <p:nvPicPr>
          <p:cNvPr id="10" name="Graphic 9" descr="CVS Health logo.">
            <a:extLst>
              <a:ext uri="{FF2B5EF4-FFF2-40B4-BE49-F238E27FC236}">
                <a16:creationId xmlns:a16="http://schemas.microsoft.com/office/drawing/2014/main" id="{4556B8A3-577E-4258-B8ED-A7943CC515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59638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FACB8A6-3813-48D2-B8CE-038DD1E42B32}"/>
              </a:ext>
            </a:extLst>
          </p:cNvPr>
          <p:cNvSpPr/>
          <p:nvPr userDrawn="1"/>
        </p:nvSpPr>
        <p:spPr>
          <a:xfrm>
            <a:off x="1" y="6241774"/>
            <a:ext cx="5587246" cy="616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FE79D5-35B2-49F2-B15D-DA1A165F3786}"/>
              </a:ext>
            </a:extLst>
          </p:cNvPr>
          <p:cNvSpPr/>
          <p:nvPr userDrawn="1"/>
        </p:nvSpPr>
        <p:spPr>
          <a:xfrm>
            <a:off x="4062895" y="0"/>
            <a:ext cx="405815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E8E372-A3D9-43BC-A3BE-4011C8DA5B98}"/>
              </a:ext>
            </a:extLst>
          </p:cNvPr>
          <p:cNvSpPr/>
          <p:nvPr userDrawn="1"/>
        </p:nvSpPr>
        <p:spPr>
          <a:xfrm>
            <a:off x="8121046" y="0"/>
            <a:ext cx="407095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30E9904-95CA-4355-B234-1DDA8EC15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707" y="1"/>
            <a:ext cx="2959073" cy="6425581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here for two panel comparison slide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3E63A43E-9184-464B-AD62-08609C3C2EF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4907514" y="2971853"/>
            <a:ext cx="2368913" cy="2592183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1800"/>
              </a:spcBef>
              <a:buClrTx/>
              <a:buFontTx/>
              <a:buNone/>
              <a:defRPr lang="en-US" sz="1500" baseline="0" dirty="0" smtClean="0">
                <a:solidFill>
                  <a:schemeClr val="tx2"/>
                </a:solidFill>
              </a:defRPr>
            </a:lvl2pPr>
            <a:lvl3pPr marL="171450" indent="0">
              <a:buClrTx/>
              <a:buFont typeface="Arial" panose="020B0604020202020204" pitchFamily="34" charset="0"/>
              <a:buNone/>
              <a:defRPr lang="en-US" sz="1600" baseline="0" dirty="0" smtClean="0">
                <a:solidFill>
                  <a:schemeClr val="tx2"/>
                </a:solidFill>
              </a:defRPr>
            </a:lvl3pPr>
            <a:lvl4pPr>
              <a:buClrTx/>
              <a:defRPr lang="en-US" sz="1600" baseline="0" dirty="0" smtClean="0">
                <a:solidFill>
                  <a:schemeClr val="tx2"/>
                </a:solidFill>
              </a:defRPr>
            </a:lvl4pPr>
            <a:lvl5pPr>
              <a:buClrTx/>
              <a:defRPr lang="en-US" sz="1600" baseline="0" dirty="0">
                <a:solidFill>
                  <a:schemeClr val="tx2"/>
                </a:solidFill>
              </a:defRPr>
            </a:lvl5pPr>
            <a:lvl6pPr>
              <a:buClrTx/>
              <a:defRPr sz="1600" baseline="0">
                <a:solidFill>
                  <a:schemeClr val="tx2"/>
                </a:solidFill>
              </a:defRPr>
            </a:lvl6pPr>
            <a:lvl7pPr>
              <a:buClrTx/>
              <a:defRPr sz="1600" baseline="0">
                <a:solidFill>
                  <a:schemeClr val="tx2"/>
                </a:solidFill>
              </a:defRPr>
            </a:lvl7pPr>
            <a:lvl8pPr>
              <a:buClrTx/>
              <a:defRPr sz="1600" baseline="0">
                <a:solidFill>
                  <a:schemeClr val="tx2"/>
                </a:solidFill>
              </a:defRPr>
            </a:lvl8pPr>
            <a:lvl9pPr>
              <a:buClrTx/>
              <a:defRPr sz="1600">
                <a:solidFill>
                  <a:schemeClr val="tx2"/>
                </a:solidFill>
              </a:defRPr>
            </a:lvl9pPr>
          </a:lstStyle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C89E4A5-6F21-4ECD-BCA6-5B29AF1FC1C0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8972065" y="2971853"/>
            <a:ext cx="2368913" cy="2592183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1800" b="1" cap="none" baseline="0" dirty="0" smtClean="0">
                <a:solidFill>
                  <a:schemeClr val="tx2"/>
                </a:solidFill>
                <a:latin typeface="+mn-lt"/>
              </a:defRPr>
            </a:lvl1pPr>
            <a:lvl2pPr marL="0" indent="0" algn="ctr">
              <a:spcBef>
                <a:spcPts val="1800"/>
              </a:spcBef>
              <a:buClrTx/>
              <a:buFontTx/>
              <a:buNone/>
              <a:defRPr lang="en-US" sz="1500" dirty="0" smtClean="0">
                <a:solidFill>
                  <a:schemeClr val="tx2"/>
                </a:solidFill>
              </a:defRPr>
            </a:lvl2pPr>
            <a:lvl3pPr marL="171450" indent="0">
              <a:buClrTx/>
              <a:buFont typeface="Arial" panose="020B0604020202020204" pitchFamily="34" charset="0"/>
              <a:buNone/>
              <a:defRPr lang="en-US" sz="1600" baseline="0" dirty="0" smtClean="0">
                <a:solidFill>
                  <a:schemeClr val="bg1"/>
                </a:solidFill>
              </a:defRPr>
            </a:lvl3pPr>
            <a:lvl4pPr>
              <a:buClrTx/>
              <a:defRPr lang="en-US" sz="1600" baseline="0" dirty="0" smtClean="0">
                <a:solidFill>
                  <a:schemeClr val="bg1"/>
                </a:solidFill>
              </a:defRPr>
            </a:lvl4pPr>
            <a:lvl5pPr>
              <a:buClrTx/>
              <a:defRPr lang="en-US" sz="1600" baseline="0" dirty="0">
                <a:solidFill>
                  <a:schemeClr val="bg1"/>
                </a:solidFill>
              </a:defRPr>
            </a:lvl5pPr>
            <a:lvl6pPr>
              <a:buClrTx/>
              <a:defRPr sz="1600" baseline="0">
                <a:solidFill>
                  <a:schemeClr val="bg1"/>
                </a:solidFill>
              </a:defRPr>
            </a:lvl6pPr>
            <a:lvl7pPr>
              <a:buClrTx/>
              <a:defRPr sz="1600">
                <a:solidFill>
                  <a:schemeClr val="bg1"/>
                </a:solidFill>
              </a:defRPr>
            </a:lvl7pPr>
            <a:lvl8pPr>
              <a:buClrTx/>
              <a:defRPr sz="1600" baseline="0">
                <a:solidFill>
                  <a:schemeClr val="bg1"/>
                </a:solidFill>
              </a:defRPr>
            </a:lvl8pPr>
            <a:lvl9pPr>
              <a:buClrTx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5E0B0A3-49E5-4641-8D2C-BC31AF6815C4}"/>
              </a:ext>
            </a:extLst>
          </p:cNvPr>
          <p:cNvSpPr txBox="1">
            <a:spLocks/>
          </p:cNvSpPr>
          <p:nvPr userDrawn="1"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B46839-35D8-438B-B7A2-2B753DFD7A66}"/>
              </a:ext>
            </a:extLst>
          </p:cNvPr>
          <p:cNvSpPr txBox="1"/>
          <p:nvPr userDrawn="1"/>
        </p:nvSpPr>
        <p:spPr>
          <a:xfrm>
            <a:off x="859758" y="6425582"/>
            <a:ext cx="804881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>
                <a:solidFill>
                  <a:schemeClr val="tx2"/>
                </a:solidFill>
                <a:latin typeface="+mn-lt"/>
              </a:rPr>
              <a:t>©2026 CVS Health and/or one of its affiliates. Confidential and proprietary.</a:t>
            </a:r>
          </a:p>
        </p:txBody>
      </p:sp>
      <p:pic>
        <p:nvPicPr>
          <p:cNvPr id="12" name="Graphic 11" descr="CVS Health logo.">
            <a:extLst>
              <a:ext uri="{FF2B5EF4-FFF2-40B4-BE49-F238E27FC236}">
                <a16:creationId xmlns:a16="http://schemas.microsoft.com/office/drawing/2014/main" id="{DE198919-F3A5-469C-A629-47C5826376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146701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</a:t>
            </a:r>
            <a:br>
              <a:rPr lang="en-US"/>
            </a:br>
            <a:r>
              <a:rPr lang="en-US"/>
              <a:t>for image and text slide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5300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2697E3D-9970-40A4-9967-1A38ED528B3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pic>
        <p:nvPicPr>
          <p:cNvPr id="5" name="Graphic 4" descr="CVS Health logo in white.">
            <a:extLst>
              <a:ext uri="{FF2B5EF4-FFF2-40B4-BE49-F238E27FC236}">
                <a16:creationId xmlns:a16="http://schemas.microsoft.com/office/drawing/2014/main" id="{8163FE3F-97F2-42A9-B07A-B67697B4DB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499845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3358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</a:t>
            </a:r>
            <a:br>
              <a:rPr lang="en-US"/>
            </a:br>
            <a:r>
              <a:rPr lang="en-US"/>
              <a:t>for image and text slide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6740693" y="1765300"/>
            <a:ext cx="4884168" cy="3977640"/>
          </a:xfrm>
        </p:spPr>
        <p:txBody>
          <a:bodyPr/>
          <a:lstStyle>
            <a:lvl1pPr>
              <a:buClrTx/>
              <a:defRPr cap="none" baseline="0">
                <a:solidFill>
                  <a:schemeClr val="tx2"/>
                </a:solidFill>
              </a:defRPr>
            </a:lvl1pPr>
            <a:lvl2pPr>
              <a:buClrTx/>
              <a:defRPr>
                <a:solidFill>
                  <a:schemeClr val="tx2"/>
                </a:solidFill>
              </a:defRPr>
            </a:lvl2pPr>
            <a:lvl3pPr>
              <a:buClrTx/>
              <a:defRPr>
                <a:solidFill>
                  <a:schemeClr val="tx2"/>
                </a:solidFill>
              </a:defRPr>
            </a:lvl3pPr>
            <a:lvl4pPr>
              <a:buClrTx/>
              <a:defRPr>
                <a:solidFill>
                  <a:schemeClr val="tx2"/>
                </a:solidFill>
              </a:defRPr>
            </a:lvl4pPr>
            <a:lvl5pPr>
              <a:buClrTx/>
              <a:defRPr>
                <a:solidFill>
                  <a:schemeClr val="tx2"/>
                </a:solidFill>
              </a:defRPr>
            </a:lvl5pPr>
            <a:lvl6pPr>
              <a:buClrTx/>
              <a:defRPr/>
            </a:lvl6pPr>
            <a:lvl7pPr>
              <a:buClrTx/>
              <a:defRPr/>
            </a:lvl7pPr>
            <a:lvl8pPr>
              <a:buClrTx/>
              <a:defRPr/>
            </a:lvl8pPr>
            <a:lvl9pPr>
              <a:buClrTx/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2697E3D-9970-40A4-9967-1A38ED528B3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38549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nfographic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text and infographic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139F72-CEC0-495F-8477-192D60A880E2}"/>
              </a:ext>
            </a:extLst>
          </p:cNvPr>
          <p:cNvSpPr/>
          <p:nvPr userDrawn="1"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7" name="Graphic 6" descr="CVS Health logo.">
            <a:extLst>
              <a:ext uri="{FF2B5EF4-FFF2-40B4-BE49-F238E27FC236}">
                <a16:creationId xmlns:a16="http://schemas.microsoft.com/office/drawing/2014/main" id="{B59DA53D-FB46-42C9-9A73-236B2FE105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26499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nfographic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3358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text and infographic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6740693" y="1765300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139F72-CEC0-495F-8477-192D60A880E2}"/>
              </a:ext>
            </a:extLst>
          </p:cNvPr>
          <p:cNvSpPr/>
          <p:nvPr userDrawn="1"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CB4B9DEE-1CF0-47D1-934E-DB4356D62FF1}"/>
              </a:ext>
            </a:extLst>
          </p:cNvPr>
          <p:cNvSpPr txBox="1">
            <a:spLocks/>
          </p:cNvSpPr>
          <p:nvPr userDrawn="1"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35D44D1-CF2C-4331-B380-083F7ABF73CB}"/>
              </a:ext>
            </a:extLst>
          </p:cNvPr>
          <p:cNvSpPr txBox="1">
            <a:spLocks/>
          </p:cNvSpPr>
          <p:nvPr userDrawn="1"/>
        </p:nvSpPr>
        <p:spPr>
          <a:xfrm>
            <a:off x="859760" y="6376946"/>
            <a:ext cx="3860217" cy="2286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©2026 CVS Health and/or one of its affiliates.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36173241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nfographic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272A0B-3F66-4BE5-ABC2-DBBCAA266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text and infographic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64CD8D-F9FC-4E28-9F6A-6AB51FF354D5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A3D8E1-3CCE-42A5-88D6-38F615FADD4D}"/>
              </a:ext>
            </a:extLst>
          </p:cNvPr>
          <p:cNvSpPr/>
          <p:nvPr userDrawn="1"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" name="Graphic 5" descr="CVS Health logo.">
            <a:extLst>
              <a:ext uri="{FF2B5EF4-FFF2-40B4-BE49-F238E27FC236}">
                <a16:creationId xmlns:a16="http://schemas.microsoft.com/office/drawing/2014/main" id="{C97A688A-13B1-4480-9A65-4362859FCD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98760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nfographic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61167E6-91BB-4319-852F-02EF2DA543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358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text and infographic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A642C1-A41C-40AD-BDFB-B8D181AC8784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740693" y="1765300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FD3486-B3F5-43BE-9108-5DEA0679272C}"/>
              </a:ext>
            </a:extLst>
          </p:cNvPr>
          <p:cNvSpPr/>
          <p:nvPr userDrawn="1"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535CA040-9CF0-49AA-B5D4-DC4BFA2479C1}"/>
              </a:ext>
            </a:extLst>
          </p:cNvPr>
          <p:cNvSpPr txBox="1">
            <a:spLocks/>
          </p:cNvSpPr>
          <p:nvPr userDrawn="1"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3B4598AE-016B-45A4-877F-62C42E458969}"/>
              </a:ext>
            </a:extLst>
          </p:cNvPr>
          <p:cNvSpPr txBox="1">
            <a:spLocks/>
          </p:cNvSpPr>
          <p:nvPr userDrawn="1"/>
        </p:nvSpPr>
        <p:spPr>
          <a:xfrm>
            <a:off x="859760" y="6376946"/>
            <a:ext cx="3860217" cy="2286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©2026 CVS Health and/or one of its affiliates.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855111842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high impac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1764792"/>
            <a:ext cx="4701240" cy="1463040"/>
          </a:xfrm>
        </p:spPr>
        <p:txBody>
          <a:bodyPr rIns="0" anchor="b"/>
          <a:lstStyle>
            <a:lvl1pPr marL="171450" indent="-171450">
              <a:lnSpc>
                <a:spcPct val="95000"/>
              </a:lnSpc>
              <a:tabLst>
                <a:tab pos="171450" algn="l"/>
              </a:tabLst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“	Click to add quote with image. Image should reflect the content of the quote.”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722800-BF6A-4FA2-8F5B-598FB160C2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3418" y="3590383"/>
            <a:ext cx="4573191" cy="16192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sz="1300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author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2697E3D-9970-40A4-9967-1A38ED528B3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pic>
        <p:nvPicPr>
          <p:cNvPr id="5" name="Graphic 4" descr="CVS Health logo in white.">
            <a:extLst>
              <a:ext uri="{FF2B5EF4-FFF2-40B4-BE49-F238E27FC236}">
                <a16:creationId xmlns:a16="http://schemas.microsoft.com/office/drawing/2014/main" id="{5C21479B-88BC-46B4-90DB-3F9721D742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744996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high 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2868" y="2180108"/>
            <a:ext cx="7170763" cy="1463040"/>
          </a:xfrm>
        </p:spPr>
        <p:txBody>
          <a:bodyPr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quote.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722800-BF6A-4FA2-8F5B-598FB160C2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2867" y="4020922"/>
            <a:ext cx="4573191" cy="16192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sz="13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AUTHOR</a:t>
            </a:r>
          </a:p>
        </p:txBody>
      </p:sp>
    </p:spTree>
    <p:extLst>
      <p:ext uri="{BB962C8B-B14F-4D97-AF65-F5344CB8AC3E}">
        <p14:creationId xmlns:p14="http://schemas.microsoft.com/office/powerpoint/2010/main" val="2807192985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CE5400-9551-4441-A3A1-727FA18550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/>
              <a:t>Next steps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1970635" y="2110424"/>
            <a:ext cx="2506109" cy="3630620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3200" b="1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4200"/>
              </a:spcBef>
              <a:buClrTx/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 algn="l"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7663" indent="-173038" algn="l">
              <a:buClrTx/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1175" indent="-163513" algn="l">
              <a:buClrTx/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 algn="l">
              <a:buClrTx/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 algn="l">
              <a:buClrTx/>
              <a:buFont typeface="Arial" panose="020B0604020202020204" pitchFamily="34" charset="0"/>
              <a:buChar char="•"/>
              <a:defRPr sz="1300"/>
            </a:lvl7pPr>
            <a:lvl8pPr marL="1031875" indent="-171450" algn="l">
              <a:buClrTx/>
              <a:buFont typeface="Arial" panose="020B0604020202020204" pitchFamily="34" charset="0"/>
              <a:buChar char="–"/>
              <a:defRPr sz="1300"/>
            </a:lvl8pPr>
            <a:lvl9pPr marL="1203325" indent="-171450" algn="l">
              <a:buClrTx/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ctr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1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</a:t>
            </a:r>
          </a:p>
          <a:p>
            <a:pPr lvl="3"/>
            <a:r>
              <a:rPr lang="en-US"/>
              <a:t>Second-level</a:t>
            </a:r>
          </a:p>
          <a:p>
            <a:pPr lvl="4"/>
            <a:r>
              <a:rPr lang="en-US"/>
              <a:t>Third-level</a:t>
            </a:r>
          </a:p>
          <a:p>
            <a:pPr lvl="5"/>
            <a:r>
              <a:rPr lang="en-US"/>
              <a:t>Fourth-level</a:t>
            </a:r>
          </a:p>
          <a:p>
            <a:pPr lvl="6"/>
            <a:r>
              <a:rPr lang="en-US"/>
              <a:t>Fifth-level</a:t>
            </a:r>
          </a:p>
          <a:p>
            <a:pPr lvl="7"/>
            <a:r>
              <a:rPr lang="en-US"/>
              <a:t>Sixth-level</a:t>
            </a:r>
          </a:p>
          <a:p>
            <a:pPr lvl="8"/>
            <a:r>
              <a:rPr lang="en-US"/>
              <a:t>Seventh-level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820143" y="2110424"/>
            <a:ext cx="2506109" cy="3630620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3200" b="1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4200"/>
              </a:spcBef>
              <a:buClrTx/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 algn="l"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7663" indent="-173038" algn="l">
              <a:buClrTx/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1175" indent="-163513" algn="l">
              <a:buClrTx/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 algn="l">
              <a:buClrTx/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 algn="l">
              <a:buClrTx/>
              <a:buFont typeface="Arial" panose="020B0604020202020204" pitchFamily="34" charset="0"/>
              <a:buChar char="•"/>
              <a:defRPr sz="1300"/>
            </a:lvl7pPr>
            <a:lvl8pPr marL="1031875" indent="-171450" algn="l">
              <a:buClrTx/>
              <a:buFont typeface="Arial" panose="020B0604020202020204" pitchFamily="34" charset="0"/>
              <a:buChar char="–"/>
              <a:defRPr sz="1300"/>
            </a:lvl8pPr>
            <a:lvl9pPr marL="1203325" indent="-171450" algn="l">
              <a:buClrTx/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ctr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2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</a:t>
            </a:r>
          </a:p>
          <a:p>
            <a:pPr lvl="3"/>
            <a:r>
              <a:rPr lang="en-US"/>
              <a:t>Second-level</a:t>
            </a:r>
          </a:p>
          <a:p>
            <a:pPr lvl="4"/>
            <a:r>
              <a:rPr lang="en-US"/>
              <a:t>Third-level</a:t>
            </a:r>
          </a:p>
          <a:p>
            <a:pPr lvl="5"/>
            <a:r>
              <a:rPr lang="en-US"/>
              <a:t>Fourth-level</a:t>
            </a:r>
          </a:p>
          <a:p>
            <a:pPr lvl="6"/>
            <a:r>
              <a:rPr lang="en-US"/>
              <a:t>Fifth-level</a:t>
            </a:r>
          </a:p>
          <a:p>
            <a:pPr lvl="7"/>
            <a:r>
              <a:rPr lang="en-US"/>
              <a:t>Sixth-level</a:t>
            </a:r>
          </a:p>
          <a:p>
            <a:pPr lvl="8"/>
            <a:r>
              <a:rPr lang="en-US"/>
              <a:t>Seventh-level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7664668" y="2110424"/>
            <a:ext cx="2506109" cy="3630620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5000"/>
              </a:lnSpc>
              <a:buClrTx/>
              <a:defRPr lang="en-US" sz="3200" b="1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4200"/>
              </a:spcBef>
              <a:buClrTx/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 algn="l"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7663" indent="-173038" algn="l">
              <a:buClrTx/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1175" indent="-163513" algn="l">
              <a:buClrTx/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 algn="l">
              <a:buClrTx/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 algn="l">
              <a:buClrTx/>
              <a:buFont typeface="Arial" panose="020B0604020202020204" pitchFamily="34" charset="0"/>
              <a:buChar char="•"/>
              <a:defRPr sz="1300"/>
            </a:lvl7pPr>
            <a:lvl8pPr marL="1031875" indent="-171450" algn="l">
              <a:buClrTx/>
              <a:buFont typeface="Arial" panose="020B0604020202020204" pitchFamily="34" charset="0"/>
              <a:buChar char="–"/>
              <a:defRPr sz="1300"/>
            </a:lvl8pPr>
            <a:lvl9pPr marL="1203325" indent="-171450" algn="l">
              <a:buClrTx/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ctr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3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</a:t>
            </a:r>
          </a:p>
          <a:p>
            <a:pPr lvl="3"/>
            <a:r>
              <a:rPr lang="en-US"/>
              <a:t>Second-level</a:t>
            </a:r>
          </a:p>
          <a:p>
            <a:pPr lvl="4"/>
            <a:r>
              <a:rPr lang="en-US"/>
              <a:t>Third-level</a:t>
            </a:r>
          </a:p>
          <a:p>
            <a:pPr lvl="5"/>
            <a:r>
              <a:rPr lang="en-US"/>
              <a:t>Fourth-level</a:t>
            </a:r>
          </a:p>
          <a:p>
            <a:pPr lvl="6"/>
            <a:r>
              <a:rPr lang="en-US"/>
              <a:t>Fifth-level</a:t>
            </a:r>
          </a:p>
          <a:p>
            <a:pPr lvl="7"/>
            <a:r>
              <a:rPr lang="en-US"/>
              <a:t>Sixth-level</a:t>
            </a:r>
          </a:p>
          <a:p>
            <a:pPr lvl="8"/>
            <a:r>
              <a:rPr lang="en-US"/>
              <a:t>Seventh-level</a:t>
            </a:r>
          </a:p>
        </p:txBody>
      </p:sp>
    </p:spTree>
    <p:extLst>
      <p:ext uri="{BB962C8B-B14F-4D97-AF65-F5344CB8AC3E}">
        <p14:creationId xmlns:p14="http://schemas.microsoft.com/office/powerpoint/2010/main" val="1715489011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318200F-1EB3-4B0D-BB1C-940C25A498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/>
              <a:t>In closing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8588453" cy="3977640"/>
          </a:xfrm>
        </p:spPr>
        <p:txBody>
          <a:bodyPr/>
          <a:lstStyle>
            <a:lvl1pPr>
              <a:lnSpc>
                <a:spcPct val="100000"/>
              </a:lnSpc>
              <a:buClrTx/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Tx/>
              <a:buFontTx/>
              <a:buNone/>
              <a:defRPr baseline="0">
                <a:solidFill>
                  <a:schemeClr val="tx2"/>
                </a:solidFill>
              </a:defRPr>
            </a:lvl2pPr>
            <a:lvl3pPr marL="173038" indent="-173038">
              <a:buClrTx/>
              <a:buFont typeface="Arial" panose="020B0604020202020204" pitchFamily="34" charset="0"/>
              <a:buChar char="•"/>
              <a:defRPr baseline="0">
                <a:solidFill>
                  <a:schemeClr val="tx2"/>
                </a:solidFill>
              </a:defRPr>
            </a:lvl3pPr>
            <a:lvl4pPr marL="347663" indent="-174625">
              <a:buClrTx/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4pPr>
            <a:lvl5pPr marL="509588" indent="-161925">
              <a:buClrTx/>
              <a:buFont typeface="Arial" panose="020B0604020202020204" pitchFamily="34" charset="0"/>
              <a:buChar char="•"/>
              <a:defRPr baseline="0">
                <a:solidFill>
                  <a:schemeClr val="tx2"/>
                </a:solidFill>
              </a:defRPr>
            </a:lvl5pPr>
            <a:lvl6pPr marL="682625" indent="-173038">
              <a:buClrTx/>
              <a:buFont typeface="Arial" panose="020B0604020202020204" pitchFamily="34" charset="0"/>
              <a:buChar char="–"/>
              <a:defRPr/>
            </a:lvl6pPr>
            <a:lvl7pPr marL="857250" indent="-174625">
              <a:buClrTx/>
              <a:buFont typeface="Arial" panose="020B0604020202020204" pitchFamily="34" charset="0"/>
              <a:buChar char="•"/>
              <a:defRPr/>
            </a:lvl7pPr>
            <a:lvl8pPr marL="1030288" indent="-173038">
              <a:buClrTx/>
              <a:buFont typeface="Arial" panose="020B0604020202020204" pitchFamily="34" charset="0"/>
              <a:buChar char="–"/>
              <a:defRPr/>
            </a:lvl8pPr>
            <a:lvl9pPr marL="1203325" indent="-173038">
              <a:buClrTx/>
              <a:buFont typeface="Arial" panose="020B0604020202020204" pitchFamily="34" charset="0"/>
              <a:buChar char="•"/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115626518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05983786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146900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ssib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51F70-C83F-4915-A55C-CF9D7C4CE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30" y="-344516"/>
            <a:ext cx="11026126" cy="264306"/>
          </a:xfrm>
        </p:spPr>
        <p:txBody>
          <a:bodyPr anchor="b"/>
          <a:lstStyle>
            <a:lvl1pPr>
              <a:defRPr sz="1400"/>
            </a:lvl1pPr>
          </a:lstStyle>
          <a:p>
            <a:r>
              <a:rPr lang="en-US"/>
              <a:t>Title for slide built on the blank accessibility master</a:t>
            </a:r>
          </a:p>
        </p:txBody>
      </p:sp>
    </p:spTree>
    <p:extLst>
      <p:ext uri="{BB962C8B-B14F-4D97-AF65-F5344CB8AC3E}">
        <p14:creationId xmlns:p14="http://schemas.microsoft.com/office/powerpoint/2010/main" val="228464535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AD57F1C3-026C-4E29-99D9-D207AB9AE85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accent6"/>
                </a:solidFill>
                <a:latin typeface="CVS Health Sans" panose="020B0504020202020204" pitchFamily="34" charset="0"/>
              </a:defRPr>
            </a:lvl1pPr>
          </a:lstStyle>
          <a:p>
            <a:r>
              <a:rPr lang="en-US"/>
              <a:t>BE SURE IMAGE IS </a:t>
            </a:r>
            <a:br>
              <a:rPr lang="en-US"/>
            </a:br>
            <a:r>
              <a:rPr lang="en-US"/>
              <a:t>DARK ENOUGH SO TYPE AND </a:t>
            </a:r>
            <a:br>
              <a:rPr lang="en-US"/>
            </a:br>
            <a:r>
              <a:rPr lang="en-US"/>
              <a:t>LOGO ARE READABLE</a:t>
            </a:r>
          </a:p>
          <a:p>
            <a:br>
              <a:rPr lang="en-US"/>
            </a:br>
            <a:r>
              <a:rPr lang="en-US"/>
              <a:t>Be sure to send image to </a:t>
            </a:r>
            <a:br>
              <a:rPr lang="en-US"/>
            </a:br>
            <a:r>
              <a:rPr lang="en-US"/>
              <a:t>back so logo sits on top of image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551DC1-11AC-42C9-8CB3-4FB83FD45B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938" y="1188272"/>
            <a:ext cx="3775713" cy="713232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Closing slide</a:t>
            </a:r>
          </a:p>
        </p:txBody>
      </p:sp>
      <p:pic>
        <p:nvPicPr>
          <p:cNvPr id="4" name="Graphic 3" descr="CVS Health logo.">
            <a:extLst>
              <a:ext uri="{FF2B5EF4-FFF2-40B4-BE49-F238E27FC236}">
                <a16:creationId xmlns:a16="http://schemas.microsoft.com/office/drawing/2014/main" id="{4241CE38-4CEB-4E8B-816C-5C169EC9AE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603786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C86AF3C-6D1C-4D8B-80F4-510F140C34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8732" y="3017954"/>
            <a:ext cx="9994538" cy="713232"/>
          </a:xfrm>
        </p:spPr>
        <p:txBody>
          <a:bodyPr/>
          <a:lstStyle>
            <a:lvl1pPr algn="ctr"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en-US"/>
              <a:t>Closing slide</a:t>
            </a:r>
          </a:p>
        </p:txBody>
      </p:sp>
    </p:spTree>
    <p:extLst>
      <p:ext uri="{BB962C8B-B14F-4D97-AF65-F5344CB8AC3E}">
        <p14:creationId xmlns:p14="http://schemas.microsoft.com/office/powerpoint/2010/main" val="33094736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S logo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 descr="CVS Health logo.">
            <a:extLst>
              <a:ext uri="{FF2B5EF4-FFF2-40B4-BE49-F238E27FC236}">
                <a16:creationId xmlns:a16="http://schemas.microsoft.com/office/drawing/2014/main" id="{3B724D08-4F05-4A11-9EB9-CD3B1FE611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26318" y="3030094"/>
            <a:ext cx="6539366" cy="79781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1268719-E45D-4DB9-A5CE-3920E9240B44}"/>
              </a:ext>
            </a:extLst>
          </p:cNvPr>
          <p:cNvSpPr/>
          <p:nvPr userDrawn="1"/>
        </p:nvSpPr>
        <p:spPr>
          <a:xfrm>
            <a:off x="1" y="5779008"/>
            <a:ext cx="12192000" cy="1078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7519E24-EA44-44E4-8587-7A08DC99D5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30" y="-347472"/>
            <a:ext cx="11026126" cy="264306"/>
          </a:xfrm>
        </p:spPr>
        <p:txBody>
          <a:bodyPr anchor="b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CVS Health logo on white background</a:t>
            </a:r>
          </a:p>
        </p:txBody>
      </p:sp>
    </p:spTree>
    <p:extLst>
      <p:ext uri="{BB962C8B-B14F-4D97-AF65-F5344CB8AC3E}">
        <p14:creationId xmlns:p14="http://schemas.microsoft.com/office/powerpoint/2010/main" val="327657350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S logo on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268719-E45D-4DB9-A5CE-3920E9240B44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33B14B6-B371-42B3-8BC3-E203B9570C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30" y="-347472"/>
            <a:ext cx="11026126" cy="264306"/>
          </a:xfrm>
        </p:spPr>
        <p:txBody>
          <a:bodyPr anchor="b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CVS Health logo on red background</a:t>
            </a:r>
          </a:p>
        </p:txBody>
      </p:sp>
      <p:pic>
        <p:nvPicPr>
          <p:cNvPr id="12" name="Graphic 11" descr="CVS Health logo in white.">
            <a:extLst>
              <a:ext uri="{FF2B5EF4-FFF2-40B4-BE49-F238E27FC236}">
                <a16:creationId xmlns:a16="http://schemas.microsoft.com/office/drawing/2014/main" id="{B559DD0B-4B08-444F-A6AA-A5A2ED1474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26318" y="3030094"/>
            <a:ext cx="6539366" cy="79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04505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sz="15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2" name="Graphic 11" descr="CVS Health logo.">
            <a:extLst>
              <a:ext uri="{FF2B5EF4-FFF2-40B4-BE49-F238E27FC236}">
                <a16:creationId xmlns:a16="http://schemas.microsoft.com/office/drawing/2014/main" id="{EB139D66-8476-4A6C-8269-A32651B9DC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  <p:pic>
        <p:nvPicPr>
          <p:cNvPr id="21" name="Picture 20" descr="Red outline hear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169" y="1016179"/>
            <a:ext cx="5222470" cy="434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333200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lang="en-US" sz="15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1" name="Graphic 10" descr="CVS Health logo.">
            <a:extLst>
              <a:ext uri="{FF2B5EF4-FFF2-40B4-BE49-F238E27FC236}">
                <a16:creationId xmlns:a16="http://schemas.microsoft.com/office/drawing/2014/main" id="{E2CF043F-8065-47E0-BB4A-3C892424CE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671833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88F0CF77-4F25-43F9-BB7C-C01DDDDCDF0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accent6"/>
                </a:solidFill>
                <a:latin typeface="CVS Health Sans" panose="020B0504020202020204" pitchFamily="34" charset="0"/>
              </a:defRPr>
            </a:lvl1pPr>
          </a:lstStyle>
          <a:p>
            <a:r>
              <a:rPr lang="en-US"/>
              <a:t>BE SURE IMAGE IS </a:t>
            </a:r>
            <a:br>
              <a:rPr lang="en-US"/>
            </a:br>
            <a:r>
              <a:rPr lang="en-US"/>
              <a:t>DARK ENOUGH SO TYPE AND </a:t>
            </a:r>
            <a:br>
              <a:rPr lang="en-US"/>
            </a:br>
            <a:r>
              <a:rPr lang="en-US"/>
              <a:t>LOGO ARE READABLE</a:t>
            </a:r>
          </a:p>
          <a:p>
            <a:br>
              <a:rPr lang="en-US"/>
            </a:br>
            <a:r>
              <a:rPr lang="en-US"/>
              <a:t>Be sure to send image to </a:t>
            </a:r>
            <a:br>
              <a:rPr lang="en-US"/>
            </a:br>
            <a:r>
              <a:rPr lang="en-US"/>
              <a:t>back so logo sits on top of image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sz="1500" b="1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bg1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2" name="Graphic 11" descr="CVS Health logo in white.">
            <a:extLst>
              <a:ext uri="{FF2B5EF4-FFF2-40B4-BE49-F238E27FC236}">
                <a16:creationId xmlns:a16="http://schemas.microsoft.com/office/drawing/2014/main" id="{1A4ABFD4-BEC4-40BD-B29A-2C7FFDFAFD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677266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357" y="4634747"/>
            <a:ext cx="10564071" cy="795528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357" y="5578043"/>
            <a:ext cx="10564071" cy="48846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5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>
                <a:solidFill>
                  <a:schemeClr val="tx2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presenter information</a:t>
            </a:r>
          </a:p>
          <a:p>
            <a:pPr lvl="1"/>
            <a:r>
              <a:rPr lang="en-US"/>
              <a:t>Title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2323A7D-5761-4AEF-8E75-65750A20EB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35800" y="6371584"/>
            <a:ext cx="2798793" cy="201168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defRPr sz="1200" b="0">
                <a:solidFill>
                  <a:schemeClr val="tx2"/>
                </a:solidFill>
                <a:latin typeface="+mn-lt"/>
              </a:defRPr>
            </a:lvl1pPr>
            <a:lvl2pPr algn="r">
              <a:defRPr b="1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add date</a:t>
            </a:r>
          </a:p>
          <a:p>
            <a:pPr lvl="1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F869ED5-AC1E-4039-94B8-07F41FF5B23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"/>
            <a:ext cx="12192000" cy="43505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lnSpc>
                <a:spcPct val="80000"/>
              </a:lnSpc>
              <a:defRPr sz="6600" b="1" baseline="0">
                <a:solidFill>
                  <a:schemeClr val="bg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IMAGE</a:t>
            </a:r>
          </a:p>
        </p:txBody>
      </p:sp>
      <p:pic>
        <p:nvPicPr>
          <p:cNvPr id="5" name="Graphic 4" descr="CVS Health logo in white.">
            <a:extLst>
              <a:ext uri="{FF2B5EF4-FFF2-40B4-BE49-F238E27FC236}">
                <a16:creationId xmlns:a16="http://schemas.microsoft.com/office/drawing/2014/main" id="{463D5C17-C939-4A2E-BEF3-DFD46A1A90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3119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67FAB20-8704-40ED-BC6D-0EE8309B35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"/>
            <a:ext cx="12192000" cy="43505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lnSpc>
                <a:spcPct val="80000"/>
              </a:lnSpc>
              <a:defRPr sz="6600" b="1" baseline="0">
                <a:solidFill>
                  <a:schemeClr val="bg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475144-A8AF-4C31-A022-05A109EC64D7}"/>
              </a:ext>
            </a:extLst>
          </p:cNvPr>
          <p:cNvSpPr/>
          <p:nvPr userDrawn="1"/>
        </p:nvSpPr>
        <p:spPr>
          <a:xfrm>
            <a:off x="1" y="4350554"/>
            <a:ext cx="12192000" cy="2507447"/>
          </a:xfrm>
          <a:prstGeom prst="rect">
            <a:avLst/>
          </a:prstGeom>
          <a:solidFill>
            <a:srgbClr val="0B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357" y="4634747"/>
            <a:ext cx="10564071" cy="795528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5EBBC54-9455-4FAF-8A7A-A2C1CCBAE4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7357" y="5578043"/>
            <a:ext cx="10564071" cy="48846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500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presenter information</a:t>
            </a:r>
          </a:p>
          <a:p>
            <a:pPr lvl="1"/>
            <a:r>
              <a:rPr lang="en-US"/>
              <a:t>Title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2323A7D-5761-4AEF-8E75-65750A20EB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35800" y="6371584"/>
            <a:ext cx="2798793" cy="201168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defRPr sz="1200" b="0">
                <a:solidFill>
                  <a:schemeClr val="bg1"/>
                </a:solidFill>
                <a:latin typeface="+mn-lt"/>
              </a:defRPr>
            </a:lvl1pPr>
            <a:lvl2pPr algn="r">
              <a:defRPr b="1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add date</a:t>
            </a:r>
          </a:p>
          <a:p>
            <a:pPr lvl="1"/>
            <a:endParaRPr lang="en-US"/>
          </a:p>
        </p:txBody>
      </p:sp>
      <p:pic>
        <p:nvPicPr>
          <p:cNvPr id="13" name="Graphic 12" descr="CVS Health logo.">
            <a:extLst>
              <a:ext uri="{FF2B5EF4-FFF2-40B4-BE49-F238E27FC236}">
                <a16:creationId xmlns:a16="http://schemas.microsoft.com/office/drawing/2014/main" id="{5669E773-2D25-4E2A-A2CC-EB0688AE5B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778606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lang="en-US" sz="15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1" name="Graphic 10" descr="CVS Health logo.">
            <a:extLst>
              <a:ext uri="{FF2B5EF4-FFF2-40B4-BE49-F238E27FC236}">
                <a16:creationId xmlns:a16="http://schemas.microsoft.com/office/drawing/2014/main" id="{95320D2B-25CE-401D-AF25-18BF33EDD6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EBE87D4-5164-4D82-9272-C823D804D71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  <a:latin typeface="+mn-lt"/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6692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7 Parter-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FF5A7F6-20C2-4507-801C-E1C2059285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7931" y="1637977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D005736-4228-4541-9830-748A037770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7930" y="3886593"/>
            <a:ext cx="3582950" cy="1262324"/>
          </a:xfrm>
        </p:spPr>
        <p:txBody>
          <a:bodyPr/>
          <a:lstStyle>
            <a:lvl1pPr>
              <a:defRPr lang="en-US" sz="15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3" name="Graphic 12" descr="CVS Health logo.">
            <a:extLst>
              <a:ext uri="{FF2B5EF4-FFF2-40B4-BE49-F238E27FC236}">
                <a16:creationId xmlns:a16="http://schemas.microsoft.com/office/drawing/2014/main" id="{23593BEE-172F-4A3B-8A76-6967A64A44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5836063"/>
            <a:ext cx="2872536" cy="350455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6871D9-AE12-49B5-A916-42628F61B8D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9347" y="566377"/>
            <a:ext cx="1463421" cy="649224"/>
          </a:xfrm>
          <a:solidFill>
            <a:schemeClr val="bg2"/>
          </a:solidFill>
        </p:spPr>
        <p:txBody>
          <a:bodyPr anchor="ctr"/>
          <a:lstStyle>
            <a:lvl1pPr algn="ctr">
              <a:defRPr sz="1100"/>
            </a:lvl1pPr>
          </a:lstStyle>
          <a:p>
            <a:r>
              <a:rPr lang="en-US"/>
              <a:t>PARTNER LOGO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466ABCE3-7885-437A-89A0-8897D7868BD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  <a:latin typeface="+mn-lt"/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2567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15A95E4-50A0-4442-B665-9A342851EB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57929" y="1755739"/>
            <a:ext cx="8588453" cy="3985305"/>
          </a:xfr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defRPr sz="18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177800" indent="-177800">
              <a:spcBef>
                <a:spcPts val="600"/>
              </a:spcBef>
              <a:buFont typeface="Arial" panose="020B0604020202020204" pitchFamily="34" charset="0"/>
              <a:buChar char="•"/>
              <a:defRPr sz="1300" baseline="0">
                <a:latin typeface="+mn-lt"/>
              </a:defRPr>
            </a:lvl3pPr>
            <a:lvl4pPr marL="342900" indent="-165100">
              <a:spcBef>
                <a:spcPts val="600"/>
              </a:spcBef>
              <a:buFont typeface="Arial" panose="020B0604020202020204" pitchFamily="34" charset="0"/>
              <a:buChar char="–"/>
              <a:defRPr sz="1300" baseline="0">
                <a:latin typeface="+mn-lt"/>
              </a:defRPr>
            </a:lvl4pPr>
            <a:lvl5pPr marL="520700" indent="-177800">
              <a:spcBef>
                <a:spcPts val="600"/>
              </a:spcBef>
              <a:buFont typeface="Arial" panose="020B0604020202020204" pitchFamily="34" charset="0"/>
              <a:buChar char="•"/>
              <a:defRPr sz="1300">
                <a:latin typeface="+mn-lt"/>
              </a:defRPr>
            </a:lvl5pPr>
            <a:lvl6pPr marL="685800" indent="-165100">
              <a:spcBef>
                <a:spcPts val="600"/>
              </a:spcBef>
              <a:buFont typeface="Arial" panose="020B0604020202020204" pitchFamily="34" charset="0"/>
              <a:buChar char="–"/>
              <a:defRPr sz="1300" baseline="0">
                <a:latin typeface="+mn-lt"/>
              </a:defRPr>
            </a:lvl6pPr>
            <a:lvl7pPr marL="863600" indent="-177800">
              <a:spcBef>
                <a:spcPts val="600"/>
              </a:spcBef>
              <a:buFont typeface="Arial" panose="020B0604020202020204" pitchFamily="34" charset="0"/>
              <a:buChar char="•"/>
              <a:defRPr sz="1300">
                <a:latin typeface="+mn-lt"/>
              </a:defRPr>
            </a:lvl7pPr>
            <a:lvl8pPr marL="1028700" indent="-165100">
              <a:spcBef>
                <a:spcPts val="600"/>
              </a:spcBef>
              <a:buFont typeface="Arial" panose="020B0604020202020204" pitchFamily="34" charset="0"/>
              <a:buChar char="–"/>
              <a:defRPr sz="1300">
                <a:latin typeface="+mn-lt"/>
              </a:defRPr>
            </a:lvl8pPr>
            <a:lvl9pPr marL="1206500" indent="-177800">
              <a:spcBef>
                <a:spcPts val="600"/>
              </a:spcBef>
              <a:buFont typeface="Arial" panose="020B0604020202020204" pitchFamily="34" charset="0"/>
              <a:buChar char="•"/>
              <a:defRPr sz="1300" baseline="0">
                <a:latin typeface="+mn-lt"/>
              </a:defRPr>
            </a:lvl9pPr>
          </a:lstStyle>
          <a:p>
            <a:pPr lvl="0"/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61928351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561DB31-BA0E-469A-88AC-4C37BFB0B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CD3DA619-C657-4377-909C-6D3A110F55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3652" y="1756549"/>
            <a:ext cx="3914652" cy="361473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300"/>
              </a:spcAft>
              <a:buNone/>
              <a:tabLst>
                <a:tab pos="568325" algn="r"/>
                <a:tab pos="1028700" algn="l"/>
              </a:tabLst>
              <a:defRPr sz="1300" b="1">
                <a:solidFill>
                  <a:schemeClr val="tx2"/>
                </a:solidFill>
                <a:latin typeface="+mn-lt"/>
              </a:defRPr>
            </a:lvl2pPr>
            <a:lvl3pPr marL="1028700" indent="0">
              <a:spcBef>
                <a:spcPts val="0"/>
              </a:spcBef>
              <a:spcAft>
                <a:spcPts val="1800"/>
              </a:spcAft>
              <a:buNone/>
              <a:defRPr sz="1300">
                <a:solidFill>
                  <a:schemeClr val="tx2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900"/>
              </a:spcAft>
              <a:buNone/>
              <a:defRPr sz="1300" i="1">
                <a:solidFill>
                  <a:schemeClr val="tx2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header</a:t>
            </a:r>
          </a:p>
          <a:p>
            <a:pPr lvl="1"/>
            <a:r>
              <a:rPr lang="en-US"/>
              <a:t>Tab to Time then tab to Agenda item</a:t>
            </a:r>
          </a:p>
          <a:p>
            <a:pPr lvl="2"/>
            <a:r>
              <a:rPr lang="en-US"/>
              <a:t>Speaker name and topic</a:t>
            </a:r>
          </a:p>
          <a:p>
            <a:pPr lvl="3"/>
            <a:r>
              <a:rPr lang="en-US"/>
              <a:t>Additional information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99D62640-4C2F-4EEE-8702-E19D55A971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3091" y="1756549"/>
            <a:ext cx="3912531" cy="361473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300"/>
              </a:spcAft>
              <a:buNone/>
              <a:tabLst>
                <a:tab pos="568325" algn="r"/>
                <a:tab pos="1028700" algn="l"/>
              </a:tabLst>
              <a:defRPr sz="1300" b="1">
                <a:solidFill>
                  <a:schemeClr val="tx2"/>
                </a:solidFill>
                <a:latin typeface="+mn-lt"/>
              </a:defRPr>
            </a:lvl2pPr>
            <a:lvl3pPr marL="1028700" indent="0">
              <a:spcBef>
                <a:spcPts val="0"/>
              </a:spcBef>
              <a:spcAft>
                <a:spcPts val="1800"/>
              </a:spcAft>
              <a:buNone/>
              <a:defRPr sz="1300">
                <a:solidFill>
                  <a:schemeClr val="tx2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900"/>
              </a:spcAft>
              <a:buNone/>
              <a:defRPr sz="1300" i="1">
                <a:solidFill>
                  <a:schemeClr val="tx2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header</a:t>
            </a:r>
          </a:p>
          <a:p>
            <a:pPr lvl="1"/>
            <a:r>
              <a:rPr lang="en-US"/>
              <a:t>Tab to Time then tab to Agenda item</a:t>
            </a:r>
          </a:p>
          <a:p>
            <a:pPr lvl="2"/>
            <a:r>
              <a:rPr lang="en-US"/>
              <a:t>Speaker name and topic</a:t>
            </a:r>
          </a:p>
          <a:p>
            <a:pPr lvl="3"/>
            <a:r>
              <a:rPr lang="en-US"/>
              <a:t>Additional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2171535301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>
              <a:defRPr sz="3200" b="1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1955813552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20D3DB-63F4-412F-96CC-3E84E34BE0CE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129217756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111EDB-A7DC-4D3C-BA73-E639327B03EF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B3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8DD2AFC-8349-4DB3-855A-645AB85DF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103568221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ght heart pattern background.">
            <a:extLst>
              <a:ext uri="{FF2B5EF4-FFF2-40B4-BE49-F238E27FC236}">
                <a16:creationId xmlns:a16="http://schemas.microsoft.com/office/drawing/2014/main" id="{DCF51F69-B135-440B-B1C1-8877F65D92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44" t="-1" b="507"/>
          <a:stretch/>
        </p:blipFill>
        <p:spPr>
          <a:xfrm>
            <a:off x="-64" y="0"/>
            <a:ext cx="12192127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1368396374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rk heart pattern background.">
            <a:extLst>
              <a:ext uri="{FF2B5EF4-FFF2-40B4-BE49-F238E27FC236}">
                <a16:creationId xmlns:a16="http://schemas.microsoft.com/office/drawing/2014/main" id="{A370D62A-AB1A-457C-AF9D-8363B2583D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473" y="-9144"/>
            <a:ext cx="12222945" cy="687628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BD1AEB8-3322-4E67-A702-83F3092020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653470057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out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one-column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8588453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3341508581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one-column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8588453" cy="3977640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 sz="1800" b="1" cap="none" baseline="0">
                <a:solidFill>
                  <a:schemeClr val="tx2"/>
                </a:solidFill>
                <a:latin typeface="+mn-lt"/>
              </a:defRPr>
            </a:lvl1pPr>
            <a:lvl2pPr marL="0" indent="0">
              <a:buClr>
                <a:schemeClr val="tx1"/>
              </a:buClr>
              <a:buNone/>
              <a:defRPr sz="1300" baseline="0">
                <a:solidFill>
                  <a:schemeClr val="tx2"/>
                </a:solidFill>
              </a:defRPr>
            </a:lvl2pPr>
            <a:lvl3pPr marL="171450" indent="-171450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300" baseline="0">
                <a:solidFill>
                  <a:schemeClr val="tx2"/>
                </a:solidFill>
              </a:defRPr>
            </a:lvl3pPr>
            <a:lvl4pPr marL="342900" indent="-171450">
              <a:buClr>
                <a:schemeClr val="tx1"/>
              </a:buClr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4pPr>
            <a:lvl5pPr marL="515938" indent="-173038">
              <a:buClr>
                <a:schemeClr val="tx1"/>
              </a:buClr>
              <a:buFont typeface="Arial" panose="020B0604020202020204" pitchFamily="34" charset="0"/>
              <a:buChar char="•"/>
              <a:defRPr sz="1300">
                <a:solidFill>
                  <a:schemeClr val="tx2"/>
                </a:solidFill>
              </a:defRPr>
            </a:lvl5pPr>
            <a:lvl6pPr marL="687388" indent="-171450">
              <a:buClr>
                <a:schemeClr val="tx1"/>
              </a:buClr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 baseline="0"/>
            </a:lvl9pPr>
          </a:lstStyle>
          <a:p>
            <a:pPr lvl="0"/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811680553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two-column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929" y="1767532"/>
            <a:ext cx="5238478" cy="3973512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baseline="0" dirty="0" smtClean="0">
                <a:solidFill>
                  <a:schemeClr val="tx2"/>
                </a:solidFill>
              </a:defRPr>
            </a:lvl2pPr>
            <a:lvl3pPr marL="171450" indent="-171450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2900" indent="-171450">
              <a:buClr>
                <a:schemeClr val="tx1"/>
              </a:buClr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4350" indent="-171450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1450">
              <a:buClr>
                <a:schemeClr val="tx1"/>
              </a:buClr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 baseline="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6384175" y="1767532"/>
            <a:ext cx="5238478" cy="3973512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baseline="0" dirty="0" smtClean="0">
                <a:solidFill>
                  <a:schemeClr val="tx2"/>
                </a:solidFill>
              </a:defRPr>
            </a:lvl2pPr>
            <a:lvl3pPr marL="171450" indent="-171450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2900" indent="-171450">
              <a:buClr>
                <a:schemeClr val="tx1"/>
              </a:buClr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4350" indent="-171450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1450">
              <a:buClr>
                <a:schemeClr val="tx1"/>
              </a:buClr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 baseline="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2320601888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three-column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930" y="1764792"/>
            <a:ext cx="3434085" cy="3988308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tabLst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1971" y="1764792"/>
            <a:ext cx="3434085" cy="3988308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tabLst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186012" y="1764792"/>
            <a:ext cx="3434085" cy="3988308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tabLst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1812597039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four-column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929" y="1764792"/>
            <a:ext cx="2506109" cy="397764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3411600" y="1764792"/>
            <a:ext cx="2506109" cy="397764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6256125" y="1764792"/>
            <a:ext cx="2506109" cy="397764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2" hasCustomPrompt="1"/>
          </p:nvPr>
        </p:nvSpPr>
        <p:spPr bwMode="gray">
          <a:xfrm>
            <a:off x="9100650" y="1764792"/>
            <a:ext cx="2506109" cy="397764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3887662039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ntent Journ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five-column journey layout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1064941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3153647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5242353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2" hasCustomPrompt="1"/>
          </p:nvPr>
        </p:nvSpPr>
        <p:spPr bwMode="gray">
          <a:xfrm>
            <a:off x="7331059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3" hasCustomPrompt="1"/>
          </p:nvPr>
        </p:nvSpPr>
        <p:spPr bwMode="gray">
          <a:xfrm>
            <a:off x="9419765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</p:spTree>
    <p:extLst>
      <p:ext uri="{BB962C8B-B14F-4D97-AF65-F5344CB8AC3E}">
        <p14:creationId xmlns:p14="http://schemas.microsoft.com/office/powerpoint/2010/main" val="604882278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chart layout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79139DC-E144-408E-AD8A-E4105642CD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70035" y="1752601"/>
            <a:ext cx="9051932" cy="297573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2812543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chart with text layout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8" y="1767531"/>
            <a:ext cx="3439040" cy="2971800"/>
          </a:xfrm>
        </p:spPr>
        <p:txBody>
          <a:bodyPr/>
          <a:lstStyle>
            <a:lvl1pPr>
              <a:lnSpc>
                <a:spcPct val="100000"/>
              </a:lnSpc>
              <a:buClrTx/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Tx/>
              <a:buNone/>
              <a:defRPr baseline="0">
                <a:solidFill>
                  <a:schemeClr val="tx2"/>
                </a:solidFill>
              </a:defRPr>
            </a:lvl2pPr>
            <a:lvl3pPr marL="177800" indent="-177800"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sz="1300" baseline="0">
                <a:solidFill>
                  <a:schemeClr val="tx2"/>
                </a:solidFill>
              </a:defRPr>
            </a:lvl3pPr>
            <a:lvl4pPr marL="342900" indent="-165100">
              <a:buClrTx/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4pPr>
            <a:lvl5pPr marL="515938" indent="-173038">
              <a:buClrTx/>
              <a:buFont typeface="Arial" panose="020B0604020202020204" pitchFamily="34" charset="0"/>
              <a:buChar char="•"/>
              <a:defRPr sz="1300">
                <a:solidFill>
                  <a:schemeClr val="tx2"/>
                </a:solidFill>
              </a:defRPr>
            </a:lvl5pPr>
            <a:lvl6pPr marL="687388" indent="-171450">
              <a:buClrTx/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ClrTx/>
              <a:buFont typeface="Arial" panose="020B0604020202020204" pitchFamily="34" charset="0"/>
              <a:buChar char="•"/>
              <a:defRPr sz="1300"/>
            </a:lvl7pPr>
            <a:lvl8pPr marL="1031875" indent="-171450">
              <a:buClrTx/>
              <a:buFont typeface="Arial" panose="020B0604020202020204" pitchFamily="34" charset="0"/>
              <a:buChar char="–"/>
              <a:defRPr sz="1300"/>
            </a:lvl8pPr>
            <a:lvl9pPr marL="1203325" indent="-171450">
              <a:buClrTx/>
              <a:buFont typeface="Arial" panose="020B0604020202020204" pitchFamily="34" charset="0"/>
              <a:buChar char="•"/>
              <a:defRPr sz="1300" baseline="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79139DC-E144-408E-AD8A-E4105642CD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7653" y="1764793"/>
            <a:ext cx="7174286" cy="2975735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5393013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comparison slide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3474" y="3718012"/>
            <a:ext cx="3493918" cy="2023033"/>
          </a:xfrm>
          <a:noFill/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1200"/>
              </a:spcBef>
              <a:buClrTx/>
              <a:buFont typeface="Arial"/>
              <a:buNone/>
              <a:defRPr sz="1800" b="1">
                <a:solidFill>
                  <a:schemeClr val="accent2"/>
                </a:solidFill>
                <a:latin typeface="+mn-lt"/>
              </a:defRPr>
            </a:lvl1pPr>
            <a:lvl2pPr marL="0" indent="0" algn="ctr">
              <a:spcBef>
                <a:spcPts val="1200"/>
              </a:spcBef>
              <a:buClrTx/>
              <a:buFontTx/>
              <a:buNone/>
              <a:defRPr sz="1500">
                <a:solidFill>
                  <a:schemeClr val="tx2"/>
                </a:solidFill>
              </a:defRPr>
            </a:lvl2pPr>
            <a:lvl3pPr marL="404813" indent="-173038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3pPr>
            <a:lvl4pPr marL="631825" indent="-174625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804863" indent="-173038"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600">
                <a:solidFill>
                  <a:schemeClr val="tx2"/>
                </a:solidFill>
              </a:defRPr>
            </a:lvl5pPr>
            <a:lvl6pPr marL="977900" indent="-177800">
              <a:buClrTx/>
              <a:defRPr sz="1600"/>
            </a:lvl6pPr>
            <a:lvl7pPr marL="1143000" indent="-165100">
              <a:buClrTx/>
              <a:defRPr sz="1600"/>
            </a:lvl7pPr>
            <a:lvl8pPr marL="1320800" indent="-177800">
              <a:buClrTx/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139F72-CEC0-495F-8477-192D60A880E2}"/>
              </a:ext>
            </a:extLst>
          </p:cNvPr>
          <p:cNvSpPr/>
          <p:nvPr userDrawn="1"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1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380297" y="3718012"/>
            <a:ext cx="3493918" cy="2023033"/>
          </a:xfrm>
          <a:noFill/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1200"/>
              </a:spcBef>
              <a:buClrTx/>
              <a:buFont typeface="Arial"/>
              <a:buNone/>
              <a:defRPr sz="1800" b="1">
                <a:solidFill>
                  <a:schemeClr val="accent2"/>
                </a:solidFill>
                <a:latin typeface="+mn-lt"/>
              </a:defRPr>
            </a:lvl1pPr>
            <a:lvl2pPr marL="0" indent="0" algn="ctr">
              <a:spcBef>
                <a:spcPts val="1200"/>
              </a:spcBef>
              <a:buClrTx/>
              <a:buFontTx/>
              <a:buNone/>
              <a:defRPr sz="1500">
                <a:solidFill>
                  <a:schemeClr val="tx2"/>
                </a:solidFill>
              </a:defRPr>
            </a:lvl2pPr>
            <a:lvl3pPr marL="231775" indent="0">
              <a:spcBef>
                <a:spcPts val="600"/>
              </a:spcBef>
              <a:buClr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3pPr>
            <a:lvl4pPr marL="631825" indent="-174625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804863" indent="-173038"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600">
                <a:solidFill>
                  <a:schemeClr val="bg1"/>
                </a:solidFill>
              </a:defRPr>
            </a:lvl5pPr>
            <a:lvl6pPr>
              <a:spcBef>
                <a:spcPts val="600"/>
              </a:spcBef>
              <a:buClrTx/>
              <a:defRPr sz="1600">
                <a:solidFill>
                  <a:schemeClr val="bg1"/>
                </a:solidFill>
              </a:defRPr>
            </a:lvl6pPr>
            <a:lvl7pPr>
              <a:spcBef>
                <a:spcPts val="600"/>
              </a:spcBef>
              <a:buClrTx/>
              <a:defRPr sz="1600">
                <a:solidFill>
                  <a:schemeClr val="bg1"/>
                </a:solidFill>
              </a:defRPr>
            </a:lvl7pPr>
            <a:lvl8pPr>
              <a:spcBef>
                <a:spcPts val="600"/>
              </a:spcBef>
              <a:buClrTx/>
              <a:defRPr sz="1600">
                <a:solidFill>
                  <a:schemeClr val="bg1"/>
                </a:solidFill>
              </a:defRPr>
            </a:lvl8pPr>
            <a:lvl9pPr>
              <a:defRPr sz="1600"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pic>
        <p:nvPicPr>
          <p:cNvPr id="7" name="Graphic 6" descr="CVS Health logo.">
            <a:extLst>
              <a:ext uri="{FF2B5EF4-FFF2-40B4-BE49-F238E27FC236}">
                <a16:creationId xmlns:a16="http://schemas.microsoft.com/office/drawing/2014/main" id="{99394496-8368-4B56-8235-99713340C2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655919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F4177E-CDDD-476F-9590-4FA690787A3F}"/>
              </a:ext>
            </a:extLst>
          </p:cNvPr>
          <p:cNvSpPr/>
          <p:nvPr userDrawn="1"/>
        </p:nvSpPr>
        <p:spPr>
          <a:xfrm>
            <a:off x="0" y="0"/>
            <a:ext cx="405815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C794590-BFF7-4D91-A4D6-07347CD38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707" y="1"/>
            <a:ext cx="2959073" cy="6425581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</a:t>
            </a:r>
            <a:br>
              <a:rPr lang="en-US"/>
            </a:br>
            <a:r>
              <a:rPr lang="en-US"/>
              <a:t>here for one panel comparison slide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9BBBC8D-0164-48BE-8C39-97B2E9C688A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4907514" y="2971853"/>
            <a:ext cx="2368913" cy="2592183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1800" b="1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1800"/>
              </a:spcBef>
              <a:buClrTx/>
              <a:buFontTx/>
              <a:buNone/>
              <a:defRPr lang="en-US" sz="1500" baseline="0" dirty="0" smtClean="0">
                <a:solidFill>
                  <a:schemeClr val="tx2"/>
                </a:solidFill>
              </a:defRPr>
            </a:lvl2pPr>
            <a:lvl3pPr marL="171450" indent="0">
              <a:buClrTx/>
              <a:buFont typeface="Arial" panose="020B0604020202020204" pitchFamily="34" charset="0"/>
              <a:buNone/>
              <a:defRPr lang="en-US" sz="1600" baseline="0" dirty="0" smtClean="0">
                <a:solidFill>
                  <a:schemeClr val="tx2"/>
                </a:solidFill>
              </a:defRPr>
            </a:lvl3pPr>
            <a:lvl4pPr>
              <a:buClrTx/>
              <a:defRPr lang="en-US" sz="1600" baseline="0" dirty="0" smtClean="0">
                <a:solidFill>
                  <a:schemeClr val="tx2"/>
                </a:solidFill>
              </a:defRPr>
            </a:lvl4pPr>
            <a:lvl5pPr>
              <a:buClrTx/>
              <a:defRPr lang="en-US" sz="1600" baseline="0" dirty="0">
                <a:solidFill>
                  <a:schemeClr val="tx2"/>
                </a:solidFill>
              </a:defRPr>
            </a:lvl5pPr>
            <a:lvl6pPr>
              <a:buClrTx/>
              <a:defRPr sz="1600" baseline="0">
                <a:solidFill>
                  <a:schemeClr val="tx2"/>
                </a:solidFill>
              </a:defRPr>
            </a:lvl6pPr>
            <a:lvl7pPr>
              <a:buClrTx/>
              <a:defRPr sz="1600" baseline="0">
                <a:solidFill>
                  <a:schemeClr val="tx2"/>
                </a:solidFill>
              </a:defRPr>
            </a:lvl7pPr>
            <a:lvl8pPr>
              <a:buClrTx/>
              <a:defRPr sz="1600" baseline="0">
                <a:solidFill>
                  <a:schemeClr val="tx2"/>
                </a:solidFill>
              </a:defRPr>
            </a:lvl8pPr>
            <a:lvl9pPr>
              <a:buClrTx/>
              <a:defRPr sz="1600">
                <a:solidFill>
                  <a:schemeClr val="tx2"/>
                </a:solidFill>
              </a:defRPr>
            </a:lvl9pPr>
          </a:lstStyle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1CA36B9-1028-43DB-A308-5411C7D185BC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8972065" y="2971853"/>
            <a:ext cx="2368913" cy="2592183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1800" b="1" cap="none" baseline="0" dirty="0" smtClean="0">
                <a:solidFill>
                  <a:schemeClr val="accent2"/>
                </a:solidFill>
                <a:latin typeface="+mn-lt"/>
              </a:defRPr>
            </a:lvl1pPr>
            <a:lvl2pPr marL="0" indent="0" algn="ctr">
              <a:spcBef>
                <a:spcPts val="1800"/>
              </a:spcBef>
              <a:buClrTx/>
              <a:buFontTx/>
              <a:buNone/>
              <a:defRPr lang="en-US" sz="1500" dirty="0" smtClean="0">
                <a:solidFill>
                  <a:schemeClr val="tx2"/>
                </a:solidFill>
              </a:defRPr>
            </a:lvl2pPr>
            <a:lvl3pPr marL="171450" indent="0">
              <a:buClrTx/>
              <a:buFont typeface="Arial" panose="020B0604020202020204" pitchFamily="34" charset="0"/>
              <a:buNone/>
              <a:defRPr lang="en-US" sz="1600" baseline="0" dirty="0" smtClean="0">
                <a:solidFill>
                  <a:schemeClr val="bg1"/>
                </a:solidFill>
              </a:defRPr>
            </a:lvl3pPr>
            <a:lvl4pPr>
              <a:buClrTx/>
              <a:defRPr lang="en-US" sz="1600" baseline="0" dirty="0" smtClean="0">
                <a:solidFill>
                  <a:schemeClr val="bg1"/>
                </a:solidFill>
              </a:defRPr>
            </a:lvl4pPr>
            <a:lvl5pPr>
              <a:buClrTx/>
              <a:defRPr lang="en-US" sz="1600" baseline="0" dirty="0">
                <a:solidFill>
                  <a:schemeClr val="bg1"/>
                </a:solidFill>
              </a:defRPr>
            </a:lvl5pPr>
            <a:lvl6pPr>
              <a:buClrTx/>
              <a:defRPr sz="1600" baseline="0">
                <a:solidFill>
                  <a:schemeClr val="bg1"/>
                </a:solidFill>
              </a:defRPr>
            </a:lvl6pPr>
            <a:lvl7pPr>
              <a:buClrTx/>
              <a:defRPr sz="1600">
                <a:solidFill>
                  <a:schemeClr val="bg1"/>
                </a:solidFill>
              </a:defRPr>
            </a:lvl7pPr>
            <a:lvl8pPr>
              <a:buClrTx/>
              <a:defRPr sz="1600" baseline="0">
                <a:solidFill>
                  <a:schemeClr val="bg1"/>
                </a:solidFill>
              </a:defRPr>
            </a:lvl8pPr>
            <a:lvl9pPr>
              <a:buClrTx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668665DB-9D44-4B88-9F03-E82A2FF5D152}"/>
              </a:ext>
            </a:extLst>
          </p:cNvPr>
          <p:cNvSpPr txBox="1">
            <a:spLocks/>
          </p:cNvSpPr>
          <p:nvPr userDrawn="1"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FE9336-BB34-4CCC-8274-05D8119178BD}"/>
              </a:ext>
            </a:extLst>
          </p:cNvPr>
          <p:cNvSpPr txBox="1"/>
          <p:nvPr userDrawn="1"/>
        </p:nvSpPr>
        <p:spPr>
          <a:xfrm>
            <a:off x="859758" y="6425582"/>
            <a:ext cx="804881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>
                <a:solidFill>
                  <a:schemeClr val="tx2"/>
                </a:solidFill>
                <a:latin typeface="+mn-lt"/>
              </a:rPr>
              <a:t>©2025 CVS Health and/or one of its affiliates. Confidential and proprietary.</a:t>
            </a:r>
          </a:p>
        </p:txBody>
      </p:sp>
      <p:pic>
        <p:nvPicPr>
          <p:cNvPr id="10" name="Graphic 9" descr="CVS Health logo.">
            <a:extLst>
              <a:ext uri="{FF2B5EF4-FFF2-40B4-BE49-F238E27FC236}">
                <a16:creationId xmlns:a16="http://schemas.microsoft.com/office/drawing/2014/main" id="{4556B8A3-577E-4258-B8ED-A7943CC515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77059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FACB8A6-3813-48D2-B8CE-038DD1E42B32}"/>
              </a:ext>
            </a:extLst>
          </p:cNvPr>
          <p:cNvSpPr/>
          <p:nvPr userDrawn="1"/>
        </p:nvSpPr>
        <p:spPr>
          <a:xfrm>
            <a:off x="1" y="6241774"/>
            <a:ext cx="5587246" cy="616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FE79D5-35B2-49F2-B15D-DA1A165F3786}"/>
              </a:ext>
            </a:extLst>
          </p:cNvPr>
          <p:cNvSpPr/>
          <p:nvPr userDrawn="1"/>
        </p:nvSpPr>
        <p:spPr>
          <a:xfrm>
            <a:off x="4062895" y="0"/>
            <a:ext cx="405815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E8E372-A3D9-43BC-A3BE-4011C8DA5B98}"/>
              </a:ext>
            </a:extLst>
          </p:cNvPr>
          <p:cNvSpPr/>
          <p:nvPr userDrawn="1"/>
        </p:nvSpPr>
        <p:spPr>
          <a:xfrm>
            <a:off x="8121046" y="0"/>
            <a:ext cx="407095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30E9904-95CA-4355-B234-1DDA8EC15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707" y="1"/>
            <a:ext cx="2959073" cy="6425581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here for two panel comparison slide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3E63A43E-9184-464B-AD62-08609C3C2EF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4907514" y="2971853"/>
            <a:ext cx="2368913" cy="2592183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1800"/>
              </a:spcBef>
              <a:buClrTx/>
              <a:buFontTx/>
              <a:buNone/>
              <a:defRPr lang="en-US" sz="1500" baseline="0" dirty="0" smtClean="0">
                <a:solidFill>
                  <a:schemeClr val="tx2"/>
                </a:solidFill>
              </a:defRPr>
            </a:lvl2pPr>
            <a:lvl3pPr marL="171450" indent="0">
              <a:buClrTx/>
              <a:buFont typeface="Arial" panose="020B0604020202020204" pitchFamily="34" charset="0"/>
              <a:buNone/>
              <a:defRPr lang="en-US" sz="1600" baseline="0" dirty="0" smtClean="0">
                <a:solidFill>
                  <a:schemeClr val="tx2"/>
                </a:solidFill>
              </a:defRPr>
            </a:lvl3pPr>
            <a:lvl4pPr>
              <a:buClrTx/>
              <a:defRPr lang="en-US" sz="1600" baseline="0" dirty="0" smtClean="0">
                <a:solidFill>
                  <a:schemeClr val="tx2"/>
                </a:solidFill>
              </a:defRPr>
            </a:lvl4pPr>
            <a:lvl5pPr>
              <a:buClrTx/>
              <a:defRPr lang="en-US" sz="1600" baseline="0" dirty="0">
                <a:solidFill>
                  <a:schemeClr val="tx2"/>
                </a:solidFill>
              </a:defRPr>
            </a:lvl5pPr>
            <a:lvl6pPr>
              <a:buClrTx/>
              <a:defRPr sz="1600" baseline="0">
                <a:solidFill>
                  <a:schemeClr val="tx2"/>
                </a:solidFill>
              </a:defRPr>
            </a:lvl6pPr>
            <a:lvl7pPr>
              <a:buClrTx/>
              <a:defRPr sz="1600" baseline="0">
                <a:solidFill>
                  <a:schemeClr val="tx2"/>
                </a:solidFill>
              </a:defRPr>
            </a:lvl7pPr>
            <a:lvl8pPr>
              <a:buClrTx/>
              <a:defRPr sz="1600" baseline="0">
                <a:solidFill>
                  <a:schemeClr val="tx2"/>
                </a:solidFill>
              </a:defRPr>
            </a:lvl8pPr>
            <a:lvl9pPr>
              <a:buClrTx/>
              <a:defRPr sz="1600">
                <a:solidFill>
                  <a:schemeClr val="tx2"/>
                </a:solidFill>
              </a:defRPr>
            </a:lvl9pPr>
          </a:lstStyle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6C89E4A5-6F21-4ECD-BCA6-5B29AF1FC1C0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8972065" y="2971853"/>
            <a:ext cx="2368913" cy="2592183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1800" b="1" cap="none" baseline="0" dirty="0" smtClean="0">
                <a:solidFill>
                  <a:schemeClr val="tx2"/>
                </a:solidFill>
                <a:latin typeface="+mn-lt"/>
              </a:defRPr>
            </a:lvl1pPr>
            <a:lvl2pPr marL="0" indent="0" algn="ctr">
              <a:spcBef>
                <a:spcPts val="1800"/>
              </a:spcBef>
              <a:buClrTx/>
              <a:buFontTx/>
              <a:buNone/>
              <a:defRPr lang="en-US" sz="1500" dirty="0" smtClean="0">
                <a:solidFill>
                  <a:schemeClr val="tx2"/>
                </a:solidFill>
              </a:defRPr>
            </a:lvl2pPr>
            <a:lvl3pPr marL="171450" indent="0">
              <a:buClrTx/>
              <a:buFont typeface="Arial" panose="020B0604020202020204" pitchFamily="34" charset="0"/>
              <a:buNone/>
              <a:defRPr lang="en-US" sz="1600" baseline="0" dirty="0" smtClean="0">
                <a:solidFill>
                  <a:schemeClr val="bg1"/>
                </a:solidFill>
              </a:defRPr>
            </a:lvl3pPr>
            <a:lvl4pPr>
              <a:buClrTx/>
              <a:defRPr lang="en-US" sz="1600" baseline="0" dirty="0" smtClean="0">
                <a:solidFill>
                  <a:schemeClr val="bg1"/>
                </a:solidFill>
              </a:defRPr>
            </a:lvl4pPr>
            <a:lvl5pPr>
              <a:buClrTx/>
              <a:defRPr lang="en-US" sz="1600" baseline="0" dirty="0">
                <a:solidFill>
                  <a:schemeClr val="bg1"/>
                </a:solidFill>
              </a:defRPr>
            </a:lvl5pPr>
            <a:lvl6pPr>
              <a:buClrTx/>
              <a:defRPr sz="1600" baseline="0">
                <a:solidFill>
                  <a:schemeClr val="bg1"/>
                </a:solidFill>
              </a:defRPr>
            </a:lvl6pPr>
            <a:lvl7pPr>
              <a:buClrTx/>
              <a:defRPr sz="1600">
                <a:solidFill>
                  <a:schemeClr val="bg1"/>
                </a:solidFill>
              </a:defRPr>
            </a:lvl7pPr>
            <a:lvl8pPr>
              <a:buClrTx/>
              <a:defRPr sz="1600" baseline="0">
                <a:solidFill>
                  <a:schemeClr val="bg1"/>
                </a:solidFill>
              </a:defRPr>
            </a:lvl8pPr>
            <a:lvl9pPr>
              <a:buClrTx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5E0B0A3-49E5-4641-8D2C-BC31AF6815C4}"/>
              </a:ext>
            </a:extLst>
          </p:cNvPr>
          <p:cNvSpPr txBox="1">
            <a:spLocks/>
          </p:cNvSpPr>
          <p:nvPr userDrawn="1"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B46839-35D8-438B-B7A2-2B753DFD7A66}"/>
              </a:ext>
            </a:extLst>
          </p:cNvPr>
          <p:cNvSpPr txBox="1"/>
          <p:nvPr userDrawn="1"/>
        </p:nvSpPr>
        <p:spPr>
          <a:xfrm>
            <a:off x="859758" y="6425582"/>
            <a:ext cx="804881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>
                <a:solidFill>
                  <a:schemeClr val="tx2"/>
                </a:solidFill>
                <a:latin typeface="+mn-lt"/>
              </a:rPr>
              <a:t>©2025 CVS Health and/or one of its affiliates. Confidential and proprietary.</a:t>
            </a:r>
          </a:p>
        </p:txBody>
      </p:sp>
      <p:pic>
        <p:nvPicPr>
          <p:cNvPr id="12" name="Graphic 11" descr="CVS Health logo.">
            <a:extLst>
              <a:ext uri="{FF2B5EF4-FFF2-40B4-BE49-F238E27FC236}">
                <a16:creationId xmlns:a16="http://schemas.microsoft.com/office/drawing/2014/main" id="{DE198919-F3A5-469C-A629-47C5826376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277197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</a:t>
            </a:r>
            <a:br>
              <a:rPr lang="en-US"/>
            </a:br>
            <a:r>
              <a:rPr lang="en-US"/>
              <a:t>for image and text slide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5300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2697E3D-9970-40A4-9967-1A38ED528B3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pic>
        <p:nvPicPr>
          <p:cNvPr id="5" name="Graphic 4" descr="CVS Health logo in white.">
            <a:extLst>
              <a:ext uri="{FF2B5EF4-FFF2-40B4-BE49-F238E27FC236}">
                <a16:creationId xmlns:a16="http://schemas.microsoft.com/office/drawing/2014/main" id="{8163FE3F-97F2-42A9-B07A-B67697B4DB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545130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3358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</a:t>
            </a:r>
            <a:br>
              <a:rPr lang="en-US"/>
            </a:br>
            <a:r>
              <a:rPr lang="en-US"/>
              <a:t>for image and text slide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6740693" y="1765300"/>
            <a:ext cx="4884168" cy="3977640"/>
          </a:xfrm>
        </p:spPr>
        <p:txBody>
          <a:bodyPr/>
          <a:lstStyle>
            <a:lvl1pPr>
              <a:buClrTx/>
              <a:defRPr cap="none" baseline="0">
                <a:solidFill>
                  <a:schemeClr val="tx2"/>
                </a:solidFill>
              </a:defRPr>
            </a:lvl1pPr>
            <a:lvl2pPr>
              <a:buClrTx/>
              <a:defRPr>
                <a:solidFill>
                  <a:schemeClr val="tx2"/>
                </a:solidFill>
              </a:defRPr>
            </a:lvl2pPr>
            <a:lvl3pPr>
              <a:buClrTx/>
              <a:defRPr>
                <a:solidFill>
                  <a:schemeClr val="tx2"/>
                </a:solidFill>
              </a:defRPr>
            </a:lvl3pPr>
            <a:lvl4pPr>
              <a:buClrTx/>
              <a:defRPr>
                <a:solidFill>
                  <a:schemeClr val="tx2"/>
                </a:solidFill>
              </a:defRPr>
            </a:lvl4pPr>
            <a:lvl5pPr>
              <a:buClrTx/>
              <a:defRPr>
                <a:solidFill>
                  <a:schemeClr val="tx2"/>
                </a:solidFill>
              </a:defRPr>
            </a:lvl5pPr>
            <a:lvl6pPr>
              <a:buClrTx/>
              <a:defRPr/>
            </a:lvl6pPr>
            <a:lvl7pPr>
              <a:buClrTx/>
              <a:defRPr/>
            </a:lvl7pPr>
            <a:lvl8pPr>
              <a:buClrTx/>
              <a:defRPr/>
            </a:lvl8pPr>
            <a:lvl9pPr>
              <a:buClrTx/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2697E3D-9970-40A4-9967-1A38ED528B3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62652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nfographic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text and infographic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139F72-CEC0-495F-8477-192D60A880E2}"/>
              </a:ext>
            </a:extLst>
          </p:cNvPr>
          <p:cNvSpPr/>
          <p:nvPr userDrawn="1"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7" name="Graphic 6" descr="CVS Health logo.">
            <a:extLst>
              <a:ext uri="{FF2B5EF4-FFF2-40B4-BE49-F238E27FC236}">
                <a16:creationId xmlns:a16="http://schemas.microsoft.com/office/drawing/2014/main" id="{B59DA53D-FB46-42C9-9A73-236B2FE105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812874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nfographic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3358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text and infographic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6740693" y="1765300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139F72-CEC0-495F-8477-192D60A880E2}"/>
              </a:ext>
            </a:extLst>
          </p:cNvPr>
          <p:cNvSpPr/>
          <p:nvPr userDrawn="1"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CB4B9DEE-1CF0-47D1-934E-DB4356D62FF1}"/>
              </a:ext>
            </a:extLst>
          </p:cNvPr>
          <p:cNvSpPr txBox="1">
            <a:spLocks/>
          </p:cNvSpPr>
          <p:nvPr userDrawn="1"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35D44D1-CF2C-4331-B380-083F7ABF73CB}"/>
              </a:ext>
            </a:extLst>
          </p:cNvPr>
          <p:cNvSpPr txBox="1">
            <a:spLocks/>
          </p:cNvSpPr>
          <p:nvPr userDrawn="1"/>
        </p:nvSpPr>
        <p:spPr>
          <a:xfrm>
            <a:off x="859760" y="6376946"/>
            <a:ext cx="3860217" cy="2286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©2025 CVS Health and/or one of its affiliates.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3309827705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nfographic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272A0B-3F66-4BE5-ABC2-DBBCAA266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text and infographic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64CD8D-F9FC-4E28-9F6A-6AB51FF354D5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A3D8E1-3CCE-42A5-88D6-38F615FADD4D}"/>
              </a:ext>
            </a:extLst>
          </p:cNvPr>
          <p:cNvSpPr/>
          <p:nvPr userDrawn="1"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" name="Graphic 5" descr="CVS Health logo.">
            <a:extLst>
              <a:ext uri="{FF2B5EF4-FFF2-40B4-BE49-F238E27FC236}">
                <a16:creationId xmlns:a16="http://schemas.microsoft.com/office/drawing/2014/main" id="{C97A688A-13B1-4480-9A65-4362859FCD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57860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nfographic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61167E6-91BB-4319-852F-02EF2DA543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358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text and infographic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A642C1-A41C-40AD-BDFB-B8D181AC8784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740693" y="1765300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FD3486-B3F5-43BE-9108-5DEA0679272C}"/>
              </a:ext>
            </a:extLst>
          </p:cNvPr>
          <p:cNvSpPr/>
          <p:nvPr userDrawn="1"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535CA040-9CF0-49AA-B5D4-DC4BFA2479C1}"/>
              </a:ext>
            </a:extLst>
          </p:cNvPr>
          <p:cNvSpPr txBox="1">
            <a:spLocks/>
          </p:cNvSpPr>
          <p:nvPr userDrawn="1"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3B4598AE-016B-45A4-877F-62C42E458969}"/>
              </a:ext>
            </a:extLst>
          </p:cNvPr>
          <p:cNvSpPr txBox="1">
            <a:spLocks/>
          </p:cNvSpPr>
          <p:nvPr userDrawn="1"/>
        </p:nvSpPr>
        <p:spPr>
          <a:xfrm>
            <a:off x="859760" y="6376946"/>
            <a:ext cx="3860217" cy="2286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©2025 CVS Health and/or one of its affiliates.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160511581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high impac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1764792"/>
            <a:ext cx="4701240" cy="1463040"/>
          </a:xfrm>
        </p:spPr>
        <p:txBody>
          <a:bodyPr rIns="0" anchor="b"/>
          <a:lstStyle>
            <a:lvl1pPr marL="171450" indent="-171450">
              <a:lnSpc>
                <a:spcPct val="95000"/>
              </a:lnSpc>
              <a:tabLst>
                <a:tab pos="171450" algn="l"/>
              </a:tabLst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“	Click to add quote with image. Image should reflect the content of the quote.”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722800-BF6A-4FA2-8F5B-598FB160C2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3418" y="3590383"/>
            <a:ext cx="4573191" cy="16192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sz="1300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author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2697E3D-9970-40A4-9967-1A38ED528B3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pic>
        <p:nvPicPr>
          <p:cNvPr id="5" name="Graphic 4" descr="CVS Health logo in white.">
            <a:extLst>
              <a:ext uri="{FF2B5EF4-FFF2-40B4-BE49-F238E27FC236}">
                <a16:creationId xmlns:a16="http://schemas.microsoft.com/office/drawing/2014/main" id="{5C21479B-88BC-46B4-90DB-3F9721D742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129740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high 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2868" y="2180108"/>
            <a:ext cx="7170763" cy="1463040"/>
          </a:xfrm>
        </p:spPr>
        <p:txBody>
          <a:bodyPr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quote.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722800-BF6A-4FA2-8F5B-598FB160C2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2867" y="4020922"/>
            <a:ext cx="4573191" cy="16192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sz="13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AUTHOR</a:t>
            </a:r>
          </a:p>
        </p:txBody>
      </p:sp>
    </p:spTree>
    <p:extLst>
      <p:ext uri="{BB962C8B-B14F-4D97-AF65-F5344CB8AC3E}">
        <p14:creationId xmlns:p14="http://schemas.microsoft.com/office/powerpoint/2010/main" val="223534132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CE5400-9551-4441-A3A1-727FA18550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/>
              <a:t>Next steps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1970635" y="2110424"/>
            <a:ext cx="2506109" cy="3630620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3200" b="1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4200"/>
              </a:spcBef>
              <a:buClrTx/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 algn="l"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7663" indent="-173038" algn="l">
              <a:buClrTx/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1175" indent="-163513" algn="l">
              <a:buClrTx/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 algn="l">
              <a:buClrTx/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 algn="l">
              <a:buClrTx/>
              <a:buFont typeface="Arial" panose="020B0604020202020204" pitchFamily="34" charset="0"/>
              <a:buChar char="•"/>
              <a:defRPr sz="1300"/>
            </a:lvl7pPr>
            <a:lvl8pPr marL="1031875" indent="-171450" algn="l">
              <a:buClrTx/>
              <a:buFont typeface="Arial" panose="020B0604020202020204" pitchFamily="34" charset="0"/>
              <a:buChar char="–"/>
              <a:defRPr sz="1300"/>
            </a:lvl8pPr>
            <a:lvl9pPr marL="1203325" indent="-171450" algn="l">
              <a:buClrTx/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ctr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1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</a:t>
            </a:r>
          </a:p>
          <a:p>
            <a:pPr lvl="3"/>
            <a:r>
              <a:rPr lang="en-US"/>
              <a:t>Second-level</a:t>
            </a:r>
          </a:p>
          <a:p>
            <a:pPr lvl="4"/>
            <a:r>
              <a:rPr lang="en-US"/>
              <a:t>Third-level</a:t>
            </a:r>
          </a:p>
          <a:p>
            <a:pPr lvl="5"/>
            <a:r>
              <a:rPr lang="en-US"/>
              <a:t>Fourth-level</a:t>
            </a:r>
          </a:p>
          <a:p>
            <a:pPr lvl="6"/>
            <a:r>
              <a:rPr lang="en-US"/>
              <a:t>Fifth-level</a:t>
            </a:r>
          </a:p>
          <a:p>
            <a:pPr lvl="7"/>
            <a:r>
              <a:rPr lang="en-US"/>
              <a:t>Sixth-level</a:t>
            </a:r>
          </a:p>
          <a:p>
            <a:pPr lvl="8"/>
            <a:r>
              <a:rPr lang="en-US"/>
              <a:t>Seventh-level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820143" y="2110424"/>
            <a:ext cx="2506109" cy="3630620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3200" b="1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4200"/>
              </a:spcBef>
              <a:buClrTx/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 algn="l"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7663" indent="-173038" algn="l">
              <a:buClrTx/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1175" indent="-163513" algn="l">
              <a:buClrTx/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 algn="l">
              <a:buClrTx/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 algn="l">
              <a:buClrTx/>
              <a:buFont typeface="Arial" panose="020B0604020202020204" pitchFamily="34" charset="0"/>
              <a:buChar char="•"/>
              <a:defRPr sz="1300"/>
            </a:lvl7pPr>
            <a:lvl8pPr marL="1031875" indent="-171450" algn="l">
              <a:buClrTx/>
              <a:buFont typeface="Arial" panose="020B0604020202020204" pitchFamily="34" charset="0"/>
              <a:buChar char="–"/>
              <a:defRPr sz="1300"/>
            </a:lvl8pPr>
            <a:lvl9pPr marL="1203325" indent="-171450" algn="l">
              <a:buClrTx/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ctr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2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</a:t>
            </a:r>
          </a:p>
          <a:p>
            <a:pPr lvl="3"/>
            <a:r>
              <a:rPr lang="en-US"/>
              <a:t>Second-level</a:t>
            </a:r>
          </a:p>
          <a:p>
            <a:pPr lvl="4"/>
            <a:r>
              <a:rPr lang="en-US"/>
              <a:t>Third-level</a:t>
            </a:r>
          </a:p>
          <a:p>
            <a:pPr lvl="5"/>
            <a:r>
              <a:rPr lang="en-US"/>
              <a:t>Fourth-level</a:t>
            </a:r>
          </a:p>
          <a:p>
            <a:pPr lvl="6"/>
            <a:r>
              <a:rPr lang="en-US"/>
              <a:t>Fifth-level</a:t>
            </a:r>
          </a:p>
          <a:p>
            <a:pPr lvl="7"/>
            <a:r>
              <a:rPr lang="en-US"/>
              <a:t>Sixth-level</a:t>
            </a:r>
          </a:p>
          <a:p>
            <a:pPr lvl="8"/>
            <a:r>
              <a:rPr lang="en-US"/>
              <a:t>Seventh-level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7664668" y="2110424"/>
            <a:ext cx="2506109" cy="3630620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5000"/>
              </a:lnSpc>
              <a:buClrTx/>
              <a:defRPr lang="en-US" sz="3200" b="1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4200"/>
              </a:spcBef>
              <a:buClrTx/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 algn="l"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7663" indent="-173038" algn="l">
              <a:buClrTx/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1175" indent="-163513" algn="l">
              <a:buClrTx/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 algn="l">
              <a:buClrTx/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 algn="l">
              <a:buClrTx/>
              <a:buFont typeface="Arial" panose="020B0604020202020204" pitchFamily="34" charset="0"/>
              <a:buChar char="•"/>
              <a:defRPr sz="1300"/>
            </a:lvl7pPr>
            <a:lvl8pPr marL="1031875" indent="-171450" algn="l">
              <a:buClrTx/>
              <a:buFont typeface="Arial" panose="020B0604020202020204" pitchFamily="34" charset="0"/>
              <a:buChar char="–"/>
              <a:defRPr sz="1300"/>
            </a:lvl8pPr>
            <a:lvl9pPr marL="1203325" indent="-171450" algn="l">
              <a:buClrTx/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ctr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3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</a:t>
            </a:r>
          </a:p>
          <a:p>
            <a:pPr lvl="3"/>
            <a:r>
              <a:rPr lang="en-US"/>
              <a:t>Second-level</a:t>
            </a:r>
          </a:p>
          <a:p>
            <a:pPr lvl="4"/>
            <a:r>
              <a:rPr lang="en-US"/>
              <a:t>Third-level</a:t>
            </a:r>
          </a:p>
          <a:p>
            <a:pPr lvl="5"/>
            <a:r>
              <a:rPr lang="en-US"/>
              <a:t>Fourth-level</a:t>
            </a:r>
          </a:p>
          <a:p>
            <a:pPr lvl="6"/>
            <a:r>
              <a:rPr lang="en-US"/>
              <a:t>Fifth-level</a:t>
            </a:r>
          </a:p>
          <a:p>
            <a:pPr lvl="7"/>
            <a:r>
              <a:rPr lang="en-US"/>
              <a:t>Sixth-level</a:t>
            </a:r>
          </a:p>
          <a:p>
            <a:pPr lvl="8"/>
            <a:r>
              <a:rPr lang="en-US"/>
              <a:t>Seventh-level</a:t>
            </a:r>
          </a:p>
        </p:txBody>
      </p:sp>
    </p:spTree>
    <p:extLst>
      <p:ext uri="{BB962C8B-B14F-4D97-AF65-F5344CB8AC3E}">
        <p14:creationId xmlns:p14="http://schemas.microsoft.com/office/powerpoint/2010/main" val="3902827606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318200F-1EB3-4B0D-BB1C-940C25A498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/>
              <a:t>In closing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8588453" cy="3977640"/>
          </a:xfrm>
        </p:spPr>
        <p:txBody>
          <a:bodyPr/>
          <a:lstStyle>
            <a:lvl1pPr>
              <a:lnSpc>
                <a:spcPct val="100000"/>
              </a:lnSpc>
              <a:buClrTx/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Tx/>
              <a:buFontTx/>
              <a:buNone/>
              <a:defRPr baseline="0">
                <a:solidFill>
                  <a:schemeClr val="tx2"/>
                </a:solidFill>
              </a:defRPr>
            </a:lvl2pPr>
            <a:lvl3pPr marL="173038" indent="-173038">
              <a:buClrTx/>
              <a:buFont typeface="Arial" panose="020B0604020202020204" pitchFamily="34" charset="0"/>
              <a:buChar char="•"/>
              <a:defRPr baseline="0">
                <a:solidFill>
                  <a:schemeClr val="tx2"/>
                </a:solidFill>
              </a:defRPr>
            </a:lvl3pPr>
            <a:lvl4pPr marL="347663" indent="-174625">
              <a:buClrTx/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4pPr>
            <a:lvl5pPr marL="509588" indent="-161925">
              <a:buClrTx/>
              <a:buFont typeface="Arial" panose="020B0604020202020204" pitchFamily="34" charset="0"/>
              <a:buChar char="•"/>
              <a:defRPr baseline="0">
                <a:solidFill>
                  <a:schemeClr val="tx2"/>
                </a:solidFill>
              </a:defRPr>
            </a:lvl5pPr>
            <a:lvl6pPr marL="682625" indent="-173038">
              <a:buClrTx/>
              <a:buFont typeface="Arial" panose="020B0604020202020204" pitchFamily="34" charset="0"/>
              <a:buChar char="–"/>
              <a:defRPr/>
            </a:lvl6pPr>
            <a:lvl7pPr marL="857250" indent="-174625">
              <a:buClrTx/>
              <a:buFont typeface="Arial" panose="020B0604020202020204" pitchFamily="34" charset="0"/>
              <a:buChar char="•"/>
              <a:defRPr/>
            </a:lvl7pPr>
            <a:lvl8pPr marL="1030288" indent="-173038">
              <a:buClrTx/>
              <a:buFont typeface="Arial" panose="020B0604020202020204" pitchFamily="34" charset="0"/>
              <a:buChar char="–"/>
              <a:defRPr/>
            </a:lvl8pPr>
            <a:lvl9pPr marL="1203325" indent="-173038">
              <a:buClrTx/>
              <a:buFont typeface="Arial" panose="020B0604020202020204" pitchFamily="34" charset="0"/>
              <a:buChar char="•"/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106889087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25888458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825531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ssib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51F70-C83F-4915-A55C-CF9D7C4CE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30" y="-344516"/>
            <a:ext cx="11026126" cy="264306"/>
          </a:xfrm>
        </p:spPr>
        <p:txBody>
          <a:bodyPr anchor="b"/>
          <a:lstStyle>
            <a:lvl1pPr>
              <a:defRPr sz="1400"/>
            </a:lvl1pPr>
          </a:lstStyle>
          <a:p>
            <a:r>
              <a:rPr lang="en-US"/>
              <a:t>Title for slide built on the blank accessibility master</a:t>
            </a:r>
          </a:p>
        </p:txBody>
      </p:sp>
    </p:spTree>
    <p:extLst>
      <p:ext uri="{BB962C8B-B14F-4D97-AF65-F5344CB8AC3E}">
        <p14:creationId xmlns:p14="http://schemas.microsoft.com/office/powerpoint/2010/main" val="628300797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AD57F1C3-026C-4E29-99D9-D207AB9AE85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accent6"/>
                </a:solidFill>
                <a:latin typeface="CVS Health Sans" panose="020B0504020202020204" pitchFamily="34" charset="0"/>
              </a:defRPr>
            </a:lvl1pPr>
          </a:lstStyle>
          <a:p>
            <a:r>
              <a:rPr lang="en-US"/>
              <a:t>BE SURE IMAGE IS </a:t>
            </a:r>
            <a:br>
              <a:rPr lang="en-US"/>
            </a:br>
            <a:r>
              <a:rPr lang="en-US"/>
              <a:t>DARK ENOUGH SO TYPE AND </a:t>
            </a:r>
            <a:br>
              <a:rPr lang="en-US"/>
            </a:br>
            <a:r>
              <a:rPr lang="en-US"/>
              <a:t>LOGO ARE READABLE</a:t>
            </a:r>
          </a:p>
          <a:p>
            <a:br>
              <a:rPr lang="en-US"/>
            </a:br>
            <a:r>
              <a:rPr lang="en-US"/>
              <a:t>Be sure to send image to </a:t>
            </a:r>
            <a:br>
              <a:rPr lang="en-US"/>
            </a:br>
            <a:r>
              <a:rPr lang="en-US"/>
              <a:t>back so logo sits on top of image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551DC1-11AC-42C9-8CB3-4FB83FD45B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938" y="1188272"/>
            <a:ext cx="3775713" cy="713232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Closing slide</a:t>
            </a:r>
          </a:p>
        </p:txBody>
      </p:sp>
      <p:pic>
        <p:nvPicPr>
          <p:cNvPr id="4" name="Graphic 3" descr="CVS Health logo.">
            <a:extLst>
              <a:ext uri="{FF2B5EF4-FFF2-40B4-BE49-F238E27FC236}">
                <a16:creationId xmlns:a16="http://schemas.microsoft.com/office/drawing/2014/main" id="{4241CE38-4CEB-4E8B-816C-5C169EC9AE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305893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C86AF3C-6D1C-4D8B-80F4-510F140C34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8732" y="3017954"/>
            <a:ext cx="9994538" cy="713232"/>
          </a:xfrm>
        </p:spPr>
        <p:txBody>
          <a:bodyPr/>
          <a:lstStyle>
            <a:lvl1pPr algn="ctr"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en-US"/>
              <a:t>Closing slide</a:t>
            </a:r>
          </a:p>
        </p:txBody>
      </p:sp>
    </p:spTree>
    <p:extLst>
      <p:ext uri="{BB962C8B-B14F-4D97-AF65-F5344CB8AC3E}">
        <p14:creationId xmlns:p14="http://schemas.microsoft.com/office/powerpoint/2010/main" val="2061253307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S logo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 descr="CVS Health logo.">
            <a:extLst>
              <a:ext uri="{FF2B5EF4-FFF2-40B4-BE49-F238E27FC236}">
                <a16:creationId xmlns:a16="http://schemas.microsoft.com/office/drawing/2014/main" id="{3B724D08-4F05-4A11-9EB9-CD3B1FE611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26318" y="3030094"/>
            <a:ext cx="6539366" cy="79781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1268719-E45D-4DB9-A5CE-3920E9240B44}"/>
              </a:ext>
            </a:extLst>
          </p:cNvPr>
          <p:cNvSpPr/>
          <p:nvPr userDrawn="1"/>
        </p:nvSpPr>
        <p:spPr>
          <a:xfrm>
            <a:off x="1" y="5779008"/>
            <a:ext cx="12192000" cy="1078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7519E24-EA44-44E4-8587-7A08DC99D5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30" y="-347472"/>
            <a:ext cx="11026126" cy="264306"/>
          </a:xfrm>
        </p:spPr>
        <p:txBody>
          <a:bodyPr anchor="b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CVS Health logo on white background</a:t>
            </a:r>
          </a:p>
        </p:txBody>
      </p:sp>
    </p:spTree>
    <p:extLst>
      <p:ext uri="{BB962C8B-B14F-4D97-AF65-F5344CB8AC3E}">
        <p14:creationId xmlns:p14="http://schemas.microsoft.com/office/powerpoint/2010/main" val="3883154491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S logo on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268719-E45D-4DB9-A5CE-3920E9240B44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33B14B6-B371-42B3-8BC3-E203B9570C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930" y="-347472"/>
            <a:ext cx="11026126" cy="264306"/>
          </a:xfrm>
        </p:spPr>
        <p:txBody>
          <a:bodyPr anchor="b"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CVS Health logo on red background</a:t>
            </a:r>
          </a:p>
        </p:txBody>
      </p:sp>
      <p:pic>
        <p:nvPicPr>
          <p:cNvPr id="12" name="Graphic 11" descr="CVS Health logo in white.">
            <a:extLst>
              <a:ext uri="{FF2B5EF4-FFF2-40B4-BE49-F238E27FC236}">
                <a16:creationId xmlns:a16="http://schemas.microsoft.com/office/drawing/2014/main" id="{B559DD0B-4B08-444F-A6AA-A5A2ED1474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26318" y="3030094"/>
            <a:ext cx="6539366" cy="79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412703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557929" y="429542"/>
            <a:ext cx="2872536" cy="352779"/>
            <a:chOff x="557784" y="429541"/>
            <a:chExt cx="2871788" cy="352779"/>
          </a:xfrm>
        </p:grpSpPr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F017E871-18C4-45C8-9198-BF68234904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62537" y="439542"/>
              <a:ext cx="1377022" cy="340505"/>
            </a:xfrm>
            <a:custGeom>
              <a:avLst/>
              <a:gdLst>
                <a:gd name="T0" fmla="*/ 701 w 1134"/>
                <a:gd name="T1" fmla="*/ 273 h 278"/>
                <a:gd name="T2" fmla="*/ 675 w 1134"/>
                <a:gd name="T3" fmla="*/ 248 h 278"/>
                <a:gd name="T4" fmla="*/ 701 w 1134"/>
                <a:gd name="T5" fmla="*/ 109 h 278"/>
                <a:gd name="T6" fmla="*/ 645 w 1134"/>
                <a:gd name="T7" fmla="*/ 84 h 278"/>
                <a:gd name="T8" fmla="*/ 576 w 1134"/>
                <a:gd name="T9" fmla="*/ 79 h 278"/>
                <a:gd name="T10" fmla="*/ 576 w 1134"/>
                <a:gd name="T11" fmla="*/ 278 h 278"/>
                <a:gd name="T12" fmla="*/ 645 w 1134"/>
                <a:gd name="T13" fmla="*/ 273 h 278"/>
                <a:gd name="T14" fmla="*/ 426 w 1134"/>
                <a:gd name="T15" fmla="*/ 222 h 278"/>
                <a:gd name="T16" fmla="*/ 299 w 1134"/>
                <a:gd name="T17" fmla="*/ 189 h 278"/>
                <a:gd name="T18" fmla="*/ 461 w 1134"/>
                <a:gd name="T19" fmla="*/ 175 h 278"/>
                <a:gd name="T20" fmla="*/ 267 w 1134"/>
                <a:gd name="T21" fmla="*/ 178 h 278"/>
                <a:gd name="T22" fmla="*/ 456 w 1134"/>
                <a:gd name="T23" fmla="*/ 222 h 278"/>
                <a:gd name="T24" fmla="*/ 59 w 1134"/>
                <a:gd name="T25" fmla="*/ 25 h 278"/>
                <a:gd name="T26" fmla="*/ 86 w 1134"/>
                <a:gd name="T27" fmla="*/ 0 h 278"/>
                <a:gd name="T28" fmla="*/ 0 w 1134"/>
                <a:gd name="T29" fmla="*/ 25 h 278"/>
                <a:gd name="T30" fmla="*/ 27 w 1134"/>
                <a:gd name="T31" fmla="*/ 247 h 278"/>
                <a:gd name="T32" fmla="*/ 0 w 1134"/>
                <a:gd name="T33" fmla="*/ 273 h 278"/>
                <a:gd name="T34" fmla="*/ 86 w 1134"/>
                <a:gd name="T35" fmla="*/ 247 h 278"/>
                <a:gd name="T36" fmla="*/ 59 w 1134"/>
                <a:gd name="T37" fmla="*/ 138 h 278"/>
                <a:gd name="T38" fmla="*/ 196 w 1134"/>
                <a:gd name="T39" fmla="*/ 247 h 278"/>
                <a:gd name="T40" fmla="*/ 168 w 1134"/>
                <a:gd name="T41" fmla="*/ 273 h 278"/>
                <a:gd name="T42" fmla="*/ 255 w 1134"/>
                <a:gd name="T43" fmla="*/ 247 h 278"/>
                <a:gd name="T44" fmla="*/ 227 w 1134"/>
                <a:gd name="T45" fmla="*/ 25 h 278"/>
                <a:gd name="T46" fmla="*/ 255 w 1134"/>
                <a:gd name="T47" fmla="*/ 0 h 278"/>
                <a:gd name="T48" fmla="*/ 168 w 1134"/>
                <a:gd name="T49" fmla="*/ 25 h 278"/>
                <a:gd name="T50" fmla="*/ 196 w 1134"/>
                <a:gd name="T51" fmla="*/ 114 h 278"/>
                <a:gd name="T52" fmla="*/ 996 w 1134"/>
                <a:gd name="T53" fmla="*/ 248 h 278"/>
                <a:gd name="T54" fmla="*/ 971 w 1134"/>
                <a:gd name="T55" fmla="*/ 163 h 278"/>
                <a:gd name="T56" fmla="*/ 1078 w 1134"/>
                <a:gd name="T57" fmla="*/ 163 h 278"/>
                <a:gd name="T58" fmla="*/ 1053 w 1134"/>
                <a:gd name="T59" fmla="*/ 248 h 278"/>
                <a:gd name="T60" fmla="*/ 1134 w 1134"/>
                <a:gd name="T61" fmla="*/ 273 h 278"/>
                <a:gd name="T62" fmla="*/ 1109 w 1134"/>
                <a:gd name="T63" fmla="*/ 248 h 278"/>
                <a:gd name="T64" fmla="*/ 1030 w 1134"/>
                <a:gd name="T65" fmla="*/ 79 h 278"/>
                <a:gd name="T66" fmla="*/ 971 w 1134"/>
                <a:gd name="T67" fmla="*/ 0 h 278"/>
                <a:gd name="T68" fmla="*/ 915 w 1134"/>
                <a:gd name="T69" fmla="*/ 24 h 278"/>
                <a:gd name="T70" fmla="*/ 940 w 1134"/>
                <a:gd name="T71" fmla="*/ 248 h 278"/>
                <a:gd name="T72" fmla="*/ 915 w 1134"/>
                <a:gd name="T73" fmla="*/ 273 h 278"/>
                <a:gd name="T74" fmla="*/ 996 w 1134"/>
                <a:gd name="T75" fmla="*/ 248 h 278"/>
                <a:gd name="T76" fmla="*/ 580 w 1134"/>
                <a:gd name="T77" fmla="*/ 104 h 278"/>
                <a:gd name="T78" fmla="*/ 580 w 1134"/>
                <a:gd name="T79" fmla="*/ 252 h 278"/>
                <a:gd name="T80" fmla="*/ 366 w 1134"/>
                <a:gd name="T81" fmla="*/ 104 h 278"/>
                <a:gd name="T82" fmla="*/ 299 w 1134"/>
                <a:gd name="T83" fmla="*/ 164 h 278"/>
                <a:gd name="T84" fmla="*/ 859 w 1134"/>
                <a:gd name="T85" fmla="*/ 224 h 278"/>
                <a:gd name="T86" fmla="*/ 897 w 1134"/>
                <a:gd name="T87" fmla="*/ 109 h 278"/>
                <a:gd name="T88" fmla="*/ 859 w 1134"/>
                <a:gd name="T89" fmla="*/ 84 h 278"/>
                <a:gd name="T90" fmla="*/ 829 w 1134"/>
                <a:gd name="T91" fmla="*/ 36 h 278"/>
                <a:gd name="T92" fmla="*/ 799 w 1134"/>
                <a:gd name="T93" fmla="*/ 84 h 278"/>
                <a:gd name="T94" fmla="*/ 829 w 1134"/>
                <a:gd name="T95" fmla="*/ 109 h 278"/>
                <a:gd name="T96" fmla="*/ 879 w 1134"/>
                <a:gd name="T97" fmla="*/ 275 h 278"/>
                <a:gd name="T98" fmla="*/ 897 w 1134"/>
                <a:gd name="T99" fmla="*/ 248 h 278"/>
                <a:gd name="T100" fmla="*/ 859 w 1134"/>
                <a:gd name="T101" fmla="*/ 224 h 278"/>
                <a:gd name="T102" fmla="*/ 801 w 1134"/>
                <a:gd name="T103" fmla="*/ 273 h 278"/>
                <a:gd name="T104" fmla="*/ 787 w 1134"/>
                <a:gd name="T105" fmla="*/ 249 h 278"/>
                <a:gd name="T106" fmla="*/ 768 w 1134"/>
                <a:gd name="T107" fmla="*/ 0 h 278"/>
                <a:gd name="T108" fmla="*/ 712 w 1134"/>
                <a:gd name="T109" fmla="*/ 24 h 278"/>
                <a:gd name="T110" fmla="*/ 737 w 1134"/>
                <a:gd name="T111" fmla="*/ 224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34" h="278">
                  <a:moveTo>
                    <a:pt x="645" y="273"/>
                  </a:moveTo>
                  <a:cubicBezTo>
                    <a:pt x="701" y="273"/>
                    <a:pt x="701" y="273"/>
                    <a:pt x="701" y="273"/>
                  </a:cubicBezTo>
                  <a:cubicBezTo>
                    <a:pt x="701" y="248"/>
                    <a:pt x="701" y="248"/>
                    <a:pt x="701" y="248"/>
                  </a:cubicBezTo>
                  <a:cubicBezTo>
                    <a:pt x="675" y="248"/>
                    <a:pt x="675" y="248"/>
                    <a:pt x="675" y="248"/>
                  </a:cubicBezTo>
                  <a:cubicBezTo>
                    <a:pt x="675" y="109"/>
                    <a:pt x="675" y="109"/>
                    <a:pt x="675" y="109"/>
                  </a:cubicBezTo>
                  <a:cubicBezTo>
                    <a:pt x="701" y="109"/>
                    <a:pt x="701" y="109"/>
                    <a:pt x="701" y="109"/>
                  </a:cubicBezTo>
                  <a:cubicBezTo>
                    <a:pt x="701" y="84"/>
                    <a:pt x="701" y="84"/>
                    <a:pt x="701" y="84"/>
                  </a:cubicBezTo>
                  <a:cubicBezTo>
                    <a:pt x="645" y="84"/>
                    <a:pt x="645" y="84"/>
                    <a:pt x="645" y="84"/>
                  </a:cubicBezTo>
                  <a:cubicBezTo>
                    <a:pt x="645" y="112"/>
                    <a:pt x="645" y="112"/>
                    <a:pt x="645" y="112"/>
                  </a:cubicBezTo>
                  <a:cubicBezTo>
                    <a:pt x="629" y="91"/>
                    <a:pt x="605" y="79"/>
                    <a:pt x="576" y="79"/>
                  </a:cubicBezTo>
                  <a:cubicBezTo>
                    <a:pt x="523" y="79"/>
                    <a:pt x="483" y="122"/>
                    <a:pt x="483" y="178"/>
                  </a:cubicBezTo>
                  <a:cubicBezTo>
                    <a:pt x="483" y="235"/>
                    <a:pt x="523" y="278"/>
                    <a:pt x="576" y="278"/>
                  </a:cubicBezTo>
                  <a:cubicBezTo>
                    <a:pt x="605" y="278"/>
                    <a:pt x="629" y="265"/>
                    <a:pt x="645" y="245"/>
                  </a:cubicBezTo>
                  <a:lnTo>
                    <a:pt x="645" y="273"/>
                  </a:lnTo>
                  <a:close/>
                  <a:moveTo>
                    <a:pt x="456" y="222"/>
                  </a:moveTo>
                  <a:cubicBezTo>
                    <a:pt x="426" y="222"/>
                    <a:pt x="426" y="222"/>
                    <a:pt x="426" y="222"/>
                  </a:cubicBezTo>
                  <a:cubicBezTo>
                    <a:pt x="415" y="241"/>
                    <a:pt x="395" y="253"/>
                    <a:pt x="367" y="253"/>
                  </a:cubicBezTo>
                  <a:cubicBezTo>
                    <a:pt x="325" y="253"/>
                    <a:pt x="302" y="227"/>
                    <a:pt x="299" y="189"/>
                  </a:cubicBezTo>
                  <a:cubicBezTo>
                    <a:pt x="461" y="189"/>
                    <a:pt x="461" y="189"/>
                    <a:pt x="461" y="189"/>
                  </a:cubicBezTo>
                  <a:cubicBezTo>
                    <a:pt x="461" y="175"/>
                    <a:pt x="461" y="175"/>
                    <a:pt x="461" y="175"/>
                  </a:cubicBezTo>
                  <a:cubicBezTo>
                    <a:pt x="461" y="118"/>
                    <a:pt x="424" y="79"/>
                    <a:pt x="366" y="79"/>
                  </a:cubicBezTo>
                  <a:cubicBezTo>
                    <a:pt x="308" y="79"/>
                    <a:pt x="267" y="120"/>
                    <a:pt x="267" y="178"/>
                  </a:cubicBezTo>
                  <a:cubicBezTo>
                    <a:pt x="267" y="237"/>
                    <a:pt x="308" y="278"/>
                    <a:pt x="366" y="278"/>
                  </a:cubicBezTo>
                  <a:cubicBezTo>
                    <a:pt x="409" y="278"/>
                    <a:pt x="442" y="257"/>
                    <a:pt x="456" y="222"/>
                  </a:cubicBezTo>
                  <a:moveTo>
                    <a:pt x="59" y="114"/>
                  </a:moveTo>
                  <a:cubicBezTo>
                    <a:pt x="59" y="25"/>
                    <a:pt x="59" y="25"/>
                    <a:pt x="59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47"/>
                    <a:pt x="27" y="247"/>
                    <a:pt x="27" y="24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6" y="273"/>
                    <a:pt x="86" y="273"/>
                    <a:pt x="86" y="273"/>
                  </a:cubicBezTo>
                  <a:cubicBezTo>
                    <a:pt x="86" y="247"/>
                    <a:pt x="86" y="247"/>
                    <a:pt x="86" y="247"/>
                  </a:cubicBezTo>
                  <a:cubicBezTo>
                    <a:pt x="59" y="247"/>
                    <a:pt x="59" y="247"/>
                    <a:pt x="59" y="247"/>
                  </a:cubicBezTo>
                  <a:cubicBezTo>
                    <a:pt x="59" y="138"/>
                    <a:pt x="59" y="138"/>
                    <a:pt x="59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6" y="247"/>
                    <a:pt x="196" y="247"/>
                    <a:pt x="196" y="247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73"/>
                    <a:pt x="168" y="273"/>
                    <a:pt x="168" y="273"/>
                  </a:cubicBezTo>
                  <a:cubicBezTo>
                    <a:pt x="255" y="273"/>
                    <a:pt x="255" y="273"/>
                    <a:pt x="255" y="273"/>
                  </a:cubicBezTo>
                  <a:cubicBezTo>
                    <a:pt x="255" y="247"/>
                    <a:pt x="255" y="247"/>
                    <a:pt x="255" y="247"/>
                  </a:cubicBezTo>
                  <a:cubicBezTo>
                    <a:pt x="227" y="247"/>
                    <a:pt x="227" y="247"/>
                    <a:pt x="227" y="247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196" y="25"/>
                    <a:pt x="196" y="25"/>
                    <a:pt x="196" y="25"/>
                  </a:cubicBezTo>
                  <a:cubicBezTo>
                    <a:pt x="196" y="114"/>
                    <a:pt x="196" y="114"/>
                    <a:pt x="196" y="114"/>
                  </a:cubicBezTo>
                  <a:lnTo>
                    <a:pt x="59" y="114"/>
                  </a:lnTo>
                  <a:close/>
                  <a:moveTo>
                    <a:pt x="996" y="248"/>
                  </a:moveTo>
                  <a:cubicBezTo>
                    <a:pt x="971" y="248"/>
                    <a:pt x="971" y="248"/>
                    <a:pt x="971" y="248"/>
                  </a:cubicBezTo>
                  <a:cubicBezTo>
                    <a:pt x="971" y="163"/>
                    <a:pt x="971" y="163"/>
                    <a:pt x="971" y="163"/>
                  </a:cubicBezTo>
                  <a:cubicBezTo>
                    <a:pt x="971" y="124"/>
                    <a:pt x="991" y="104"/>
                    <a:pt x="1026" y="104"/>
                  </a:cubicBezTo>
                  <a:cubicBezTo>
                    <a:pt x="1058" y="104"/>
                    <a:pt x="1078" y="124"/>
                    <a:pt x="1078" y="163"/>
                  </a:cubicBezTo>
                  <a:cubicBezTo>
                    <a:pt x="1078" y="248"/>
                    <a:pt x="1078" y="248"/>
                    <a:pt x="1078" y="248"/>
                  </a:cubicBezTo>
                  <a:cubicBezTo>
                    <a:pt x="1053" y="248"/>
                    <a:pt x="1053" y="248"/>
                    <a:pt x="1053" y="248"/>
                  </a:cubicBezTo>
                  <a:cubicBezTo>
                    <a:pt x="1053" y="273"/>
                    <a:pt x="1053" y="273"/>
                    <a:pt x="1053" y="273"/>
                  </a:cubicBezTo>
                  <a:cubicBezTo>
                    <a:pt x="1134" y="273"/>
                    <a:pt x="1134" y="273"/>
                    <a:pt x="1134" y="273"/>
                  </a:cubicBezTo>
                  <a:cubicBezTo>
                    <a:pt x="1134" y="248"/>
                    <a:pt x="1134" y="248"/>
                    <a:pt x="1134" y="248"/>
                  </a:cubicBezTo>
                  <a:cubicBezTo>
                    <a:pt x="1109" y="248"/>
                    <a:pt x="1109" y="248"/>
                    <a:pt x="1109" y="248"/>
                  </a:cubicBezTo>
                  <a:cubicBezTo>
                    <a:pt x="1109" y="163"/>
                    <a:pt x="1109" y="163"/>
                    <a:pt x="1109" y="163"/>
                  </a:cubicBezTo>
                  <a:cubicBezTo>
                    <a:pt x="1109" y="117"/>
                    <a:pt x="1081" y="79"/>
                    <a:pt x="1030" y="79"/>
                  </a:cubicBezTo>
                  <a:cubicBezTo>
                    <a:pt x="1003" y="79"/>
                    <a:pt x="983" y="89"/>
                    <a:pt x="971" y="105"/>
                  </a:cubicBezTo>
                  <a:cubicBezTo>
                    <a:pt x="971" y="0"/>
                    <a:pt x="971" y="0"/>
                    <a:pt x="971" y="0"/>
                  </a:cubicBezTo>
                  <a:cubicBezTo>
                    <a:pt x="915" y="0"/>
                    <a:pt x="915" y="0"/>
                    <a:pt x="915" y="0"/>
                  </a:cubicBezTo>
                  <a:cubicBezTo>
                    <a:pt x="915" y="24"/>
                    <a:pt x="915" y="24"/>
                    <a:pt x="915" y="24"/>
                  </a:cubicBezTo>
                  <a:cubicBezTo>
                    <a:pt x="940" y="24"/>
                    <a:pt x="940" y="24"/>
                    <a:pt x="940" y="24"/>
                  </a:cubicBezTo>
                  <a:cubicBezTo>
                    <a:pt x="940" y="248"/>
                    <a:pt x="940" y="248"/>
                    <a:pt x="940" y="248"/>
                  </a:cubicBezTo>
                  <a:cubicBezTo>
                    <a:pt x="915" y="248"/>
                    <a:pt x="915" y="248"/>
                    <a:pt x="915" y="248"/>
                  </a:cubicBezTo>
                  <a:cubicBezTo>
                    <a:pt x="915" y="273"/>
                    <a:pt x="915" y="273"/>
                    <a:pt x="915" y="273"/>
                  </a:cubicBezTo>
                  <a:cubicBezTo>
                    <a:pt x="996" y="273"/>
                    <a:pt x="996" y="273"/>
                    <a:pt x="996" y="273"/>
                  </a:cubicBezTo>
                  <a:lnTo>
                    <a:pt x="996" y="248"/>
                  </a:lnTo>
                  <a:close/>
                  <a:moveTo>
                    <a:pt x="514" y="178"/>
                  </a:moveTo>
                  <a:cubicBezTo>
                    <a:pt x="514" y="135"/>
                    <a:pt x="542" y="104"/>
                    <a:pt x="580" y="104"/>
                  </a:cubicBezTo>
                  <a:cubicBezTo>
                    <a:pt x="619" y="104"/>
                    <a:pt x="646" y="136"/>
                    <a:pt x="646" y="178"/>
                  </a:cubicBezTo>
                  <a:cubicBezTo>
                    <a:pt x="646" y="221"/>
                    <a:pt x="619" y="252"/>
                    <a:pt x="580" y="252"/>
                  </a:cubicBezTo>
                  <a:cubicBezTo>
                    <a:pt x="542" y="252"/>
                    <a:pt x="514" y="221"/>
                    <a:pt x="514" y="178"/>
                  </a:cubicBezTo>
                  <a:moveTo>
                    <a:pt x="366" y="104"/>
                  </a:moveTo>
                  <a:cubicBezTo>
                    <a:pt x="406" y="104"/>
                    <a:pt x="427" y="133"/>
                    <a:pt x="430" y="164"/>
                  </a:cubicBezTo>
                  <a:cubicBezTo>
                    <a:pt x="299" y="164"/>
                    <a:pt x="299" y="164"/>
                    <a:pt x="299" y="164"/>
                  </a:cubicBezTo>
                  <a:cubicBezTo>
                    <a:pt x="302" y="130"/>
                    <a:pt x="326" y="104"/>
                    <a:pt x="366" y="104"/>
                  </a:cubicBezTo>
                  <a:moveTo>
                    <a:pt x="859" y="224"/>
                  </a:moveTo>
                  <a:cubicBezTo>
                    <a:pt x="859" y="109"/>
                    <a:pt x="859" y="109"/>
                    <a:pt x="859" y="109"/>
                  </a:cubicBezTo>
                  <a:cubicBezTo>
                    <a:pt x="897" y="109"/>
                    <a:pt x="897" y="109"/>
                    <a:pt x="897" y="109"/>
                  </a:cubicBezTo>
                  <a:cubicBezTo>
                    <a:pt x="897" y="84"/>
                    <a:pt x="897" y="84"/>
                    <a:pt x="897" y="84"/>
                  </a:cubicBezTo>
                  <a:cubicBezTo>
                    <a:pt x="859" y="84"/>
                    <a:pt x="859" y="84"/>
                    <a:pt x="859" y="84"/>
                  </a:cubicBezTo>
                  <a:cubicBezTo>
                    <a:pt x="859" y="36"/>
                    <a:pt x="859" y="36"/>
                    <a:pt x="859" y="36"/>
                  </a:cubicBezTo>
                  <a:cubicBezTo>
                    <a:pt x="829" y="36"/>
                    <a:pt x="829" y="36"/>
                    <a:pt x="829" y="36"/>
                  </a:cubicBezTo>
                  <a:cubicBezTo>
                    <a:pt x="829" y="84"/>
                    <a:pt x="829" y="84"/>
                    <a:pt x="829" y="84"/>
                  </a:cubicBezTo>
                  <a:cubicBezTo>
                    <a:pt x="799" y="84"/>
                    <a:pt x="799" y="84"/>
                    <a:pt x="799" y="84"/>
                  </a:cubicBezTo>
                  <a:cubicBezTo>
                    <a:pt x="799" y="109"/>
                    <a:pt x="799" y="109"/>
                    <a:pt x="799" y="109"/>
                  </a:cubicBezTo>
                  <a:cubicBezTo>
                    <a:pt x="829" y="109"/>
                    <a:pt x="829" y="109"/>
                    <a:pt x="829" y="109"/>
                  </a:cubicBezTo>
                  <a:cubicBezTo>
                    <a:pt x="829" y="225"/>
                    <a:pt x="829" y="225"/>
                    <a:pt x="829" y="225"/>
                  </a:cubicBezTo>
                  <a:cubicBezTo>
                    <a:pt x="829" y="259"/>
                    <a:pt x="844" y="275"/>
                    <a:pt x="879" y="275"/>
                  </a:cubicBezTo>
                  <a:cubicBezTo>
                    <a:pt x="884" y="275"/>
                    <a:pt x="893" y="274"/>
                    <a:pt x="897" y="273"/>
                  </a:cubicBezTo>
                  <a:cubicBezTo>
                    <a:pt x="897" y="248"/>
                    <a:pt x="897" y="248"/>
                    <a:pt x="897" y="248"/>
                  </a:cubicBezTo>
                  <a:cubicBezTo>
                    <a:pt x="892" y="249"/>
                    <a:pt x="886" y="249"/>
                    <a:pt x="882" y="249"/>
                  </a:cubicBezTo>
                  <a:cubicBezTo>
                    <a:pt x="866" y="249"/>
                    <a:pt x="859" y="244"/>
                    <a:pt x="859" y="224"/>
                  </a:cubicBezTo>
                  <a:moveTo>
                    <a:pt x="783" y="275"/>
                  </a:moveTo>
                  <a:cubicBezTo>
                    <a:pt x="789" y="275"/>
                    <a:pt x="797" y="274"/>
                    <a:pt x="801" y="273"/>
                  </a:cubicBezTo>
                  <a:cubicBezTo>
                    <a:pt x="801" y="248"/>
                    <a:pt x="801" y="248"/>
                    <a:pt x="801" y="248"/>
                  </a:cubicBezTo>
                  <a:cubicBezTo>
                    <a:pt x="795" y="249"/>
                    <a:pt x="791" y="249"/>
                    <a:pt x="787" y="249"/>
                  </a:cubicBezTo>
                  <a:cubicBezTo>
                    <a:pt x="774" y="249"/>
                    <a:pt x="768" y="243"/>
                    <a:pt x="768" y="222"/>
                  </a:cubicBezTo>
                  <a:cubicBezTo>
                    <a:pt x="768" y="0"/>
                    <a:pt x="768" y="0"/>
                    <a:pt x="768" y="0"/>
                  </a:cubicBezTo>
                  <a:cubicBezTo>
                    <a:pt x="712" y="0"/>
                    <a:pt x="712" y="0"/>
                    <a:pt x="712" y="0"/>
                  </a:cubicBezTo>
                  <a:cubicBezTo>
                    <a:pt x="712" y="24"/>
                    <a:pt x="712" y="24"/>
                    <a:pt x="712" y="24"/>
                  </a:cubicBezTo>
                  <a:cubicBezTo>
                    <a:pt x="737" y="24"/>
                    <a:pt x="737" y="24"/>
                    <a:pt x="737" y="24"/>
                  </a:cubicBezTo>
                  <a:cubicBezTo>
                    <a:pt x="737" y="224"/>
                    <a:pt x="737" y="224"/>
                    <a:pt x="737" y="224"/>
                  </a:cubicBezTo>
                  <a:cubicBezTo>
                    <a:pt x="737" y="257"/>
                    <a:pt x="751" y="275"/>
                    <a:pt x="783" y="27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64721E85-2239-483B-879C-87964E713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125" y="429541"/>
              <a:ext cx="295044" cy="352779"/>
            </a:xfrm>
            <a:custGeom>
              <a:avLst/>
              <a:gdLst>
                <a:gd name="T0" fmla="*/ 85 w 243"/>
                <a:gd name="T1" fmla="*/ 195 h 288"/>
                <a:gd name="T2" fmla="*/ 125 w 243"/>
                <a:gd name="T3" fmla="*/ 223 h 288"/>
                <a:gd name="T4" fmla="*/ 158 w 243"/>
                <a:gd name="T5" fmla="*/ 203 h 288"/>
                <a:gd name="T6" fmla="*/ 110 w 243"/>
                <a:gd name="T7" fmla="*/ 176 h 288"/>
                <a:gd name="T8" fmla="*/ 36 w 243"/>
                <a:gd name="T9" fmla="*/ 150 h 288"/>
                <a:gd name="T10" fmla="*/ 5 w 243"/>
                <a:gd name="T11" fmla="*/ 87 h 288"/>
                <a:gd name="T12" fmla="*/ 119 w 243"/>
                <a:gd name="T13" fmla="*/ 0 h 288"/>
                <a:gd name="T14" fmla="*/ 236 w 243"/>
                <a:gd name="T15" fmla="*/ 86 h 288"/>
                <a:gd name="T16" fmla="*/ 153 w 243"/>
                <a:gd name="T17" fmla="*/ 86 h 288"/>
                <a:gd name="T18" fmla="*/ 118 w 243"/>
                <a:gd name="T19" fmla="*/ 62 h 288"/>
                <a:gd name="T20" fmla="*/ 90 w 243"/>
                <a:gd name="T21" fmla="*/ 80 h 288"/>
                <a:gd name="T22" fmla="*/ 130 w 243"/>
                <a:gd name="T23" fmla="*/ 104 h 288"/>
                <a:gd name="T24" fmla="*/ 208 w 243"/>
                <a:gd name="T25" fmla="*/ 130 h 288"/>
                <a:gd name="T26" fmla="*/ 243 w 243"/>
                <a:gd name="T27" fmla="*/ 194 h 288"/>
                <a:gd name="T28" fmla="*/ 122 w 243"/>
                <a:gd name="T29" fmla="*/ 288 h 288"/>
                <a:gd name="T30" fmla="*/ 0 w 243"/>
                <a:gd name="T31" fmla="*/ 195 h 288"/>
                <a:gd name="T32" fmla="*/ 85 w 243"/>
                <a:gd name="T33" fmla="*/ 195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288">
                  <a:moveTo>
                    <a:pt x="85" y="195"/>
                  </a:moveTo>
                  <a:cubicBezTo>
                    <a:pt x="90" y="216"/>
                    <a:pt x="101" y="223"/>
                    <a:pt x="125" y="223"/>
                  </a:cubicBezTo>
                  <a:cubicBezTo>
                    <a:pt x="146" y="223"/>
                    <a:pt x="158" y="215"/>
                    <a:pt x="158" y="203"/>
                  </a:cubicBezTo>
                  <a:cubicBezTo>
                    <a:pt x="158" y="186"/>
                    <a:pt x="142" y="185"/>
                    <a:pt x="110" y="176"/>
                  </a:cubicBezTo>
                  <a:cubicBezTo>
                    <a:pt x="72" y="166"/>
                    <a:pt x="48" y="158"/>
                    <a:pt x="36" y="150"/>
                  </a:cubicBezTo>
                  <a:cubicBezTo>
                    <a:pt x="15" y="135"/>
                    <a:pt x="5" y="114"/>
                    <a:pt x="5" y="87"/>
                  </a:cubicBezTo>
                  <a:cubicBezTo>
                    <a:pt x="5" y="34"/>
                    <a:pt x="47" y="0"/>
                    <a:pt x="119" y="0"/>
                  </a:cubicBezTo>
                  <a:cubicBezTo>
                    <a:pt x="189" y="0"/>
                    <a:pt x="231" y="31"/>
                    <a:pt x="236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0" y="70"/>
                    <a:pt x="139" y="62"/>
                    <a:pt x="118" y="62"/>
                  </a:cubicBezTo>
                  <a:cubicBezTo>
                    <a:pt x="99" y="62"/>
                    <a:pt x="90" y="68"/>
                    <a:pt x="90" y="80"/>
                  </a:cubicBezTo>
                  <a:cubicBezTo>
                    <a:pt x="90" y="95"/>
                    <a:pt x="104" y="98"/>
                    <a:pt x="130" y="104"/>
                  </a:cubicBezTo>
                  <a:cubicBezTo>
                    <a:pt x="164" y="113"/>
                    <a:pt x="191" y="119"/>
                    <a:pt x="208" y="130"/>
                  </a:cubicBezTo>
                  <a:cubicBezTo>
                    <a:pt x="232" y="146"/>
                    <a:pt x="243" y="166"/>
                    <a:pt x="243" y="194"/>
                  </a:cubicBezTo>
                  <a:cubicBezTo>
                    <a:pt x="243" y="253"/>
                    <a:pt x="201" y="288"/>
                    <a:pt x="122" y="288"/>
                  </a:cubicBezTo>
                  <a:cubicBezTo>
                    <a:pt x="48" y="288"/>
                    <a:pt x="6" y="253"/>
                    <a:pt x="0" y="195"/>
                  </a:cubicBezTo>
                  <a:lnTo>
                    <a:pt x="85" y="1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DE44ED71-C040-4229-9666-B07DD1B05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580" y="429541"/>
              <a:ext cx="328685" cy="352779"/>
            </a:xfrm>
            <a:custGeom>
              <a:avLst/>
              <a:gdLst>
                <a:gd name="T0" fmla="*/ 271 w 271"/>
                <a:gd name="T1" fmla="*/ 174 h 288"/>
                <a:gd name="T2" fmla="*/ 140 w 271"/>
                <a:gd name="T3" fmla="*/ 288 h 288"/>
                <a:gd name="T4" fmla="*/ 0 w 271"/>
                <a:gd name="T5" fmla="*/ 144 h 288"/>
                <a:gd name="T6" fmla="*/ 139 w 271"/>
                <a:gd name="T7" fmla="*/ 0 h 288"/>
                <a:gd name="T8" fmla="*/ 269 w 271"/>
                <a:gd name="T9" fmla="*/ 111 h 288"/>
                <a:gd name="T10" fmla="*/ 186 w 271"/>
                <a:gd name="T11" fmla="*/ 111 h 288"/>
                <a:gd name="T12" fmla="*/ 140 w 271"/>
                <a:gd name="T13" fmla="*/ 68 h 288"/>
                <a:gd name="T14" fmla="*/ 88 w 271"/>
                <a:gd name="T15" fmla="*/ 144 h 288"/>
                <a:gd name="T16" fmla="*/ 142 w 271"/>
                <a:gd name="T17" fmla="*/ 220 h 288"/>
                <a:gd name="T18" fmla="*/ 188 w 271"/>
                <a:gd name="T19" fmla="*/ 174 h 288"/>
                <a:gd name="T20" fmla="*/ 271 w 271"/>
                <a:gd name="T21" fmla="*/ 17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1" h="288">
                  <a:moveTo>
                    <a:pt x="271" y="174"/>
                  </a:moveTo>
                  <a:cubicBezTo>
                    <a:pt x="266" y="246"/>
                    <a:pt x="219" y="288"/>
                    <a:pt x="140" y="288"/>
                  </a:cubicBezTo>
                  <a:cubicBezTo>
                    <a:pt x="53" y="288"/>
                    <a:pt x="0" y="233"/>
                    <a:pt x="0" y="144"/>
                  </a:cubicBezTo>
                  <a:cubicBezTo>
                    <a:pt x="0" y="55"/>
                    <a:pt x="54" y="0"/>
                    <a:pt x="139" y="0"/>
                  </a:cubicBezTo>
                  <a:cubicBezTo>
                    <a:pt x="218" y="0"/>
                    <a:pt x="264" y="40"/>
                    <a:pt x="269" y="111"/>
                  </a:cubicBezTo>
                  <a:cubicBezTo>
                    <a:pt x="186" y="111"/>
                    <a:pt x="186" y="111"/>
                    <a:pt x="186" y="111"/>
                  </a:cubicBezTo>
                  <a:cubicBezTo>
                    <a:pt x="183" y="83"/>
                    <a:pt x="168" y="68"/>
                    <a:pt x="140" y="68"/>
                  </a:cubicBezTo>
                  <a:cubicBezTo>
                    <a:pt x="105" y="68"/>
                    <a:pt x="88" y="94"/>
                    <a:pt x="88" y="144"/>
                  </a:cubicBezTo>
                  <a:cubicBezTo>
                    <a:pt x="88" y="194"/>
                    <a:pt x="107" y="220"/>
                    <a:pt x="142" y="220"/>
                  </a:cubicBezTo>
                  <a:cubicBezTo>
                    <a:pt x="169" y="220"/>
                    <a:pt x="186" y="204"/>
                    <a:pt x="188" y="174"/>
                  </a:cubicBezTo>
                  <a:lnTo>
                    <a:pt x="271" y="174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72BB834-AF3C-4EED-BC86-8DE307022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6534" y="439542"/>
              <a:ext cx="327776" cy="333231"/>
            </a:xfrm>
            <a:custGeom>
              <a:avLst/>
              <a:gdLst>
                <a:gd name="T0" fmla="*/ 0 w 721"/>
                <a:gd name="T1" fmla="*/ 0 h 733"/>
                <a:gd name="T2" fmla="*/ 237 w 721"/>
                <a:gd name="T3" fmla="*/ 0 h 733"/>
                <a:gd name="T4" fmla="*/ 360 w 721"/>
                <a:gd name="T5" fmla="*/ 474 h 733"/>
                <a:gd name="T6" fmla="*/ 491 w 721"/>
                <a:gd name="T7" fmla="*/ 0 h 733"/>
                <a:gd name="T8" fmla="*/ 721 w 721"/>
                <a:gd name="T9" fmla="*/ 0 h 733"/>
                <a:gd name="T10" fmla="*/ 478 w 721"/>
                <a:gd name="T11" fmla="*/ 733 h 733"/>
                <a:gd name="T12" fmla="*/ 245 w 721"/>
                <a:gd name="T13" fmla="*/ 733 h 733"/>
                <a:gd name="T14" fmla="*/ 0 w 721"/>
                <a:gd name="T15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1" h="733">
                  <a:moveTo>
                    <a:pt x="0" y="0"/>
                  </a:moveTo>
                  <a:lnTo>
                    <a:pt x="237" y="0"/>
                  </a:lnTo>
                  <a:lnTo>
                    <a:pt x="360" y="474"/>
                  </a:lnTo>
                  <a:lnTo>
                    <a:pt x="491" y="0"/>
                  </a:lnTo>
                  <a:lnTo>
                    <a:pt x="721" y="0"/>
                  </a:lnTo>
                  <a:lnTo>
                    <a:pt x="478" y="733"/>
                  </a:lnTo>
                  <a:lnTo>
                    <a:pt x="245" y="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D98FB805-93F1-4DD1-A922-41F0F7210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784" y="429541"/>
              <a:ext cx="429609" cy="352779"/>
            </a:xfrm>
            <a:custGeom>
              <a:avLst/>
              <a:gdLst>
                <a:gd name="T0" fmla="*/ 101 w 354"/>
                <a:gd name="T1" fmla="*/ 0 h 288"/>
                <a:gd name="T2" fmla="*/ 73 w 354"/>
                <a:gd name="T3" fmla="*/ 12 h 288"/>
                <a:gd name="T4" fmla="*/ 15 w 354"/>
                <a:gd name="T5" fmla="*/ 69 h 288"/>
                <a:gd name="T6" fmla="*/ 15 w 354"/>
                <a:gd name="T7" fmla="*/ 127 h 288"/>
                <a:gd name="T8" fmla="*/ 177 w 354"/>
                <a:gd name="T9" fmla="*/ 288 h 288"/>
                <a:gd name="T10" fmla="*/ 338 w 354"/>
                <a:gd name="T11" fmla="*/ 127 h 288"/>
                <a:gd name="T12" fmla="*/ 338 w 354"/>
                <a:gd name="T13" fmla="*/ 69 h 288"/>
                <a:gd name="T14" fmla="*/ 281 w 354"/>
                <a:gd name="T15" fmla="*/ 12 h 288"/>
                <a:gd name="T16" fmla="*/ 252 w 354"/>
                <a:gd name="T17" fmla="*/ 0 h 288"/>
                <a:gd name="T18" fmla="*/ 224 w 354"/>
                <a:gd name="T19" fmla="*/ 12 h 288"/>
                <a:gd name="T20" fmla="*/ 177 w 354"/>
                <a:gd name="T21" fmla="*/ 59 h 288"/>
                <a:gd name="T22" fmla="*/ 130 w 354"/>
                <a:gd name="T23" fmla="*/ 12 h 288"/>
                <a:gd name="T24" fmla="*/ 101 w 354"/>
                <a:gd name="T2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4" h="288">
                  <a:moveTo>
                    <a:pt x="101" y="0"/>
                  </a:moveTo>
                  <a:cubicBezTo>
                    <a:pt x="91" y="0"/>
                    <a:pt x="80" y="4"/>
                    <a:pt x="73" y="12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0" y="85"/>
                    <a:pt x="0" y="111"/>
                    <a:pt x="15" y="127"/>
                  </a:cubicBezTo>
                  <a:cubicBezTo>
                    <a:pt x="177" y="288"/>
                    <a:pt x="177" y="288"/>
                    <a:pt x="177" y="288"/>
                  </a:cubicBezTo>
                  <a:cubicBezTo>
                    <a:pt x="338" y="127"/>
                    <a:pt x="338" y="127"/>
                    <a:pt x="338" y="127"/>
                  </a:cubicBezTo>
                  <a:cubicBezTo>
                    <a:pt x="354" y="111"/>
                    <a:pt x="354" y="85"/>
                    <a:pt x="338" y="69"/>
                  </a:cubicBezTo>
                  <a:cubicBezTo>
                    <a:pt x="281" y="12"/>
                    <a:pt x="281" y="12"/>
                    <a:pt x="281" y="12"/>
                  </a:cubicBezTo>
                  <a:cubicBezTo>
                    <a:pt x="273" y="4"/>
                    <a:pt x="263" y="0"/>
                    <a:pt x="252" y="0"/>
                  </a:cubicBezTo>
                  <a:cubicBezTo>
                    <a:pt x="242" y="0"/>
                    <a:pt x="232" y="4"/>
                    <a:pt x="224" y="12"/>
                  </a:cubicBezTo>
                  <a:cubicBezTo>
                    <a:pt x="177" y="59"/>
                    <a:pt x="177" y="59"/>
                    <a:pt x="177" y="59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22" y="4"/>
                    <a:pt x="111" y="0"/>
                    <a:pt x="101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71225E3C-921D-42FF-B4D6-693BE03962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62744" y="706400"/>
              <a:ext cx="66828" cy="68647"/>
            </a:xfrm>
            <a:custGeom>
              <a:avLst/>
              <a:gdLst>
                <a:gd name="T0" fmla="*/ 27 w 55"/>
                <a:gd name="T1" fmla="*/ 56 h 56"/>
                <a:gd name="T2" fmla="*/ 0 w 55"/>
                <a:gd name="T3" fmla="*/ 28 h 56"/>
                <a:gd name="T4" fmla="*/ 27 w 55"/>
                <a:gd name="T5" fmla="*/ 0 h 56"/>
                <a:gd name="T6" fmla="*/ 55 w 55"/>
                <a:gd name="T7" fmla="*/ 28 h 56"/>
                <a:gd name="T8" fmla="*/ 27 w 55"/>
                <a:gd name="T9" fmla="*/ 56 h 56"/>
                <a:gd name="T10" fmla="*/ 27 w 55"/>
                <a:gd name="T11" fmla="*/ 5 h 56"/>
                <a:gd name="T12" fmla="*/ 6 w 55"/>
                <a:gd name="T13" fmla="*/ 28 h 56"/>
                <a:gd name="T14" fmla="*/ 27 w 55"/>
                <a:gd name="T15" fmla="*/ 51 h 56"/>
                <a:gd name="T16" fmla="*/ 49 w 55"/>
                <a:gd name="T17" fmla="*/ 28 h 56"/>
                <a:gd name="T18" fmla="*/ 27 w 55"/>
                <a:gd name="T19" fmla="*/ 5 h 56"/>
                <a:gd name="T20" fmla="*/ 22 w 55"/>
                <a:gd name="T21" fmla="*/ 44 h 56"/>
                <a:gd name="T22" fmla="*/ 16 w 55"/>
                <a:gd name="T23" fmla="*/ 44 h 56"/>
                <a:gd name="T24" fmla="*/ 16 w 55"/>
                <a:gd name="T25" fmla="*/ 13 h 56"/>
                <a:gd name="T26" fmla="*/ 28 w 55"/>
                <a:gd name="T27" fmla="*/ 13 h 56"/>
                <a:gd name="T28" fmla="*/ 40 w 55"/>
                <a:gd name="T29" fmla="*/ 22 h 56"/>
                <a:gd name="T30" fmla="*/ 31 w 55"/>
                <a:gd name="T31" fmla="*/ 30 h 56"/>
                <a:gd name="T32" fmla="*/ 40 w 55"/>
                <a:gd name="T33" fmla="*/ 44 h 56"/>
                <a:gd name="T34" fmla="*/ 34 w 55"/>
                <a:gd name="T35" fmla="*/ 44 h 56"/>
                <a:gd name="T36" fmla="*/ 26 w 55"/>
                <a:gd name="T37" fmla="*/ 31 h 56"/>
                <a:gd name="T38" fmla="*/ 22 w 55"/>
                <a:gd name="T39" fmla="*/ 31 h 56"/>
                <a:gd name="T40" fmla="*/ 22 w 55"/>
                <a:gd name="T41" fmla="*/ 44 h 56"/>
                <a:gd name="T42" fmla="*/ 27 w 55"/>
                <a:gd name="T43" fmla="*/ 26 h 56"/>
                <a:gd name="T44" fmla="*/ 34 w 55"/>
                <a:gd name="T45" fmla="*/ 21 h 56"/>
                <a:gd name="T46" fmla="*/ 28 w 55"/>
                <a:gd name="T47" fmla="*/ 17 h 56"/>
                <a:gd name="T48" fmla="*/ 22 w 55"/>
                <a:gd name="T49" fmla="*/ 17 h 56"/>
                <a:gd name="T50" fmla="*/ 22 w 55"/>
                <a:gd name="T51" fmla="*/ 26 h 56"/>
                <a:gd name="T52" fmla="*/ 27 w 55"/>
                <a:gd name="T53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56">
                  <a:moveTo>
                    <a:pt x="27" y="56"/>
                  </a:moveTo>
                  <a:cubicBezTo>
                    <a:pt x="11" y="56"/>
                    <a:pt x="0" y="44"/>
                    <a:pt x="0" y="28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5" y="11"/>
                    <a:pt x="55" y="28"/>
                  </a:cubicBezTo>
                  <a:cubicBezTo>
                    <a:pt x="55" y="45"/>
                    <a:pt x="42" y="56"/>
                    <a:pt x="27" y="56"/>
                  </a:cubicBezTo>
                  <a:close/>
                  <a:moveTo>
                    <a:pt x="27" y="5"/>
                  </a:moveTo>
                  <a:cubicBezTo>
                    <a:pt x="15" y="5"/>
                    <a:pt x="6" y="14"/>
                    <a:pt x="6" y="28"/>
                  </a:cubicBezTo>
                  <a:cubicBezTo>
                    <a:pt x="6" y="41"/>
                    <a:pt x="14" y="51"/>
                    <a:pt x="27" y="51"/>
                  </a:cubicBezTo>
                  <a:cubicBezTo>
                    <a:pt x="39" y="51"/>
                    <a:pt x="49" y="42"/>
                    <a:pt x="49" y="28"/>
                  </a:cubicBezTo>
                  <a:cubicBezTo>
                    <a:pt x="49" y="14"/>
                    <a:pt x="39" y="5"/>
                    <a:pt x="27" y="5"/>
                  </a:cubicBezTo>
                  <a:close/>
                  <a:moveTo>
                    <a:pt x="22" y="44"/>
                  </a:moveTo>
                  <a:cubicBezTo>
                    <a:pt x="16" y="44"/>
                    <a:pt x="16" y="44"/>
                    <a:pt x="16" y="44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6" y="13"/>
                    <a:pt x="40" y="16"/>
                    <a:pt x="40" y="22"/>
                  </a:cubicBezTo>
                  <a:cubicBezTo>
                    <a:pt x="40" y="27"/>
                    <a:pt x="36" y="30"/>
                    <a:pt x="31" y="30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22" y="44"/>
                  </a:lnTo>
                  <a:close/>
                  <a:moveTo>
                    <a:pt x="27" y="26"/>
                  </a:moveTo>
                  <a:cubicBezTo>
                    <a:pt x="31" y="26"/>
                    <a:pt x="34" y="26"/>
                    <a:pt x="34" y="21"/>
                  </a:cubicBezTo>
                  <a:cubicBezTo>
                    <a:pt x="34" y="18"/>
                    <a:pt x="31" y="17"/>
                    <a:pt x="28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26"/>
                    <a:pt x="22" y="26"/>
                    <a:pt x="22" y="26"/>
                  </a:cubicBezTo>
                  <a:lnTo>
                    <a:pt x="27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169" y="1016179"/>
            <a:ext cx="5222470" cy="4340047"/>
          </a:xfrm>
          <a:prstGeom prst="rect">
            <a:avLst/>
          </a:prstGeom>
        </p:spPr>
      </p:pic>
      <p:sp>
        <p:nvSpPr>
          <p:cNvPr id="22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sz="1500" b="1">
                <a:solidFill>
                  <a:schemeClr val="tx2"/>
                </a:solidFill>
                <a:latin typeface="CVS Health Sans" panose="020B05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06319475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557929" y="429542"/>
            <a:ext cx="2872536" cy="352779"/>
            <a:chOff x="557784" y="429541"/>
            <a:chExt cx="2871788" cy="352779"/>
          </a:xfrm>
        </p:grpSpPr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F017E871-18C4-45C8-9198-BF68234904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62537" y="439542"/>
              <a:ext cx="1377022" cy="340505"/>
            </a:xfrm>
            <a:custGeom>
              <a:avLst/>
              <a:gdLst>
                <a:gd name="T0" fmla="*/ 701 w 1134"/>
                <a:gd name="T1" fmla="*/ 273 h 278"/>
                <a:gd name="T2" fmla="*/ 675 w 1134"/>
                <a:gd name="T3" fmla="*/ 248 h 278"/>
                <a:gd name="T4" fmla="*/ 701 w 1134"/>
                <a:gd name="T5" fmla="*/ 109 h 278"/>
                <a:gd name="T6" fmla="*/ 645 w 1134"/>
                <a:gd name="T7" fmla="*/ 84 h 278"/>
                <a:gd name="T8" fmla="*/ 576 w 1134"/>
                <a:gd name="T9" fmla="*/ 79 h 278"/>
                <a:gd name="T10" fmla="*/ 576 w 1134"/>
                <a:gd name="T11" fmla="*/ 278 h 278"/>
                <a:gd name="T12" fmla="*/ 645 w 1134"/>
                <a:gd name="T13" fmla="*/ 273 h 278"/>
                <a:gd name="T14" fmla="*/ 426 w 1134"/>
                <a:gd name="T15" fmla="*/ 222 h 278"/>
                <a:gd name="T16" fmla="*/ 299 w 1134"/>
                <a:gd name="T17" fmla="*/ 189 h 278"/>
                <a:gd name="T18" fmla="*/ 461 w 1134"/>
                <a:gd name="T19" fmla="*/ 175 h 278"/>
                <a:gd name="T20" fmla="*/ 267 w 1134"/>
                <a:gd name="T21" fmla="*/ 178 h 278"/>
                <a:gd name="T22" fmla="*/ 456 w 1134"/>
                <a:gd name="T23" fmla="*/ 222 h 278"/>
                <a:gd name="T24" fmla="*/ 59 w 1134"/>
                <a:gd name="T25" fmla="*/ 25 h 278"/>
                <a:gd name="T26" fmla="*/ 86 w 1134"/>
                <a:gd name="T27" fmla="*/ 0 h 278"/>
                <a:gd name="T28" fmla="*/ 0 w 1134"/>
                <a:gd name="T29" fmla="*/ 25 h 278"/>
                <a:gd name="T30" fmla="*/ 27 w 1134"/>
                <a:gd name="T31" fmla="*/ 247 h 278"/>
                <a:gd name="T32" fmla="*/ 0 w 1134"/>
                <a:gd name="T33" fmla="*/ 273 h 278"/>
                <a:gd name="T34" fmla="*/ 86 w 1134"/>
                <a:gd name="T35" fmla="*/ 247 h 278"/>
                <a:gd name="T36" fmla="*/ 59 w 1134"/>
                <a:gd name="T37" fmla="*/ 138 h 278"/>
                <a:gd name="T38" fmla="*/ 196 w 1134"/>
                <a:gd name="T39" fmla="*/ 247 h 278"/>
                <a:gd name="T40" fmla="*/ 168 w 1134"/>
                <a:gd name="T41" fmla="*/ 273 h 278"/>
                <a:gd name="T42" fmla="*/ 255 w 1134"/>
                <a:gd name="T43" fmla="*/ 247 h 278"/>
                <a:gd name="T44" fmla="*/ 227 w 1134"/>
                <a:gd name="T45" fmla="*/ 25 h 278"/>
                <a:gd name="T46" fmla="*/ 255 w 1134"/>
                <a:gd name="T47" fmla="*/ 0 h 278"/>
                <a:gd name="T48" fmla="*/ 168 w 1134"/>
                <a:gd name="T49" fmla="*/ 25 h 278"/>
                <a:gd name="T50" fmla="*/ 196 w 1134"/>
                <a:gd name="T51" fmla="*/ 114 h 278"/>
                <a:gd name="T52" fmla="*/ 996 w 1134"/>
                <a:gd name="T53" fmla="*/ 248 h 278"/>
                <a:gd name="T54" fmla="*/ 971 w 1134"/>
                <a:gd name="T55" fmla="*/ 163 h 278"/>
                <a:gd name="T56" fmla="*/ 1078 w 1134"/>
                <a:gd name="T57" fmla="*/ 163 h 278"/>
                <a:gd name="T58" fmla="*/ 1053 w 1134"/>
                <a:gd name="T59" fmla="*/ 248 h 278"/>
                <a:gd name="T60" fmla="*/ 1134 w 1134"/>
                <a:gd name="T61" fmla="*/ 273 h 278"/>
                <a:gd name="T62" fmla="*/ 1109 w 1134"/>
                <a:gd name="T63" fmla="*/ 248 h 278"/>
                <a:gd name="T64" fmla="*/ 1030 w 1134"/>
                <a:gd name="T65" fmla="*/ 79 h 278"/>
                <a:gd name="T66" fmla="*/ 971 w 1134"/>
                <a:gd name="T67" fmla="*/ 0 h 278"/>
                <a:gd name="T68" fmla="*/ 915 w 1134"/>
                <a:gd name="T69" fmla="*/ 24 h 278"/>
                <a:gd name="T70" fmla="*/ 940 w 1134"/>
                <a:gd name="T71" fmla="*/ 248 h 278"/>
                <a:gd name="T72" fmla="*/ 915 w 1134"/>
                <a:gd name="T73" fmla="*/ 273 h 278"/>
                <a:gd name="T74" fmla="*/ 996 w 1134"/>
                <a:gd name="T75" fmla="*/ 248 h 278"/>
                <a:gd name="T76" fmla="*/ 580 w 1134"/>
                <a:gd name="T77" fmla="*/ 104 h 278"/>
                <a:gd name="T78" fmla="*/ 580 w 1134"/>
                <a:gd name="T79" fmla="*/ 252 h 278"/>
                <a:gd name="T80" fmla="*/ 366 w 1134"/>
                <a:gd name="T81" fmla="*/ 104 h 278"/>
                <a:gd name="T82" fmla="*/ 299 w 1134"/>
                <a:gd name="T83" fmla="*/ 164 h 278"/>
                <a:gd name="T84" fmla="*/ 859 w 1134"/>
                <a:gd name="T85" fmla="*/ 224 h 278"/>
                <a:gd name="T86" fmla="*/ 897 w 1134"/>
                <a:gd name="T87" fmla="*/ 109 h 278"/>
                <a:gd name="T88" fmla="*/ 859 w 1134"/>
                <a:gd name="T89" fmla="*/ 84 h 278"/>
                <a:gd name="T90" fmla="*/ 829 w 1134"/>
                <a:gd name="T91" fmla="*/ 36 h 278"/>
                <a:gd name="T92" fmla="*/ 799 w 1134"/>
                <a:gd name="T93" fmla="*/ 84 h 278"/>
                <a:gd name="T94" fmla="*/ 829 w 1134"/>
                <a:gd name="T95" fmla="*/ 109 h 278"/>
                <a:gd name="T96" fmla="*/ 879 w 1134"/>
                <a:gd name="T97" fmla="*/ 275 h 278"/>
                <a:gd name="T98" fmla="*/ 897 w 1134"/>
                <a:gd name="T99" fmla="*/ 248 h 278"/>
                <a:gd name="T100" fmla="*/ 859 w 1134"/>
                <a:gd name="T101" fmla="*/ 224 h 278"/>
                <a:gd name="T102" fmla="*/ 801 w 1134"/>
                <a:gd name="T103" fmla="*/ 273 h 278"/>
                <a:gd name="T104" fmla="*/ 787 w 1134"/>
                <a:gd name="T105" fmla="*/ 249 h 278"/>
                <a:gd name="T106" fmla="*/ 768 w 1134"/>
                <a:gd name="T107" fmla="*/ 0 h 278"/>
                <a:gd name="T108" fmla="*/ 712 w 1134"/>
                <a:gd name="T109" fmla="*/ 24 h 278"/>
                <a:gd name="T110" fmla="*/ 737 w 1134"/>
                <a:gd name="T111" fmla="*/ 224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34" h="278">
                  <a:moveTo>
                    <a:pt x="645" y="273"/>
                  </a:moveTo>
                  <a:cubicBezTo>
                    <a:pt x="701" y="273"/>
                    <a:pt x="701" y="273"/>
                    <a:pt x="701" y="273"/>
                  </a:cubicBezTo>
                  <a:cubicBezTo>
                    <a:pt x="701" y="248"/>
                    <a:pt x="701" y="248"/>
                    <a:pt x="701" y="248"/>
                  </a:cubicBezTo>
                  <a:cubicBezTo>
                    <a:pt x="675" y="248"/>
                    <a:pt x="675" y="248"/>
                    <a:pt x="675" y="248"/>
                  </a:cubicBezTo>
                  <a:cubicBezTo>
                    <a:pt x="675" y="109"/>
                    <a:pt x="675" y="109"/>
                    <a:pt x="675" y="109"/>
                  </a:cubicBezTo>
                  <a:cubicBezTo>
                    <a:pt x="701" y="109"/>
                    <a:pt x="701" y="109"/>
                    <a:pt x="701" y="109"/>
                  </a:cubicBezTo>
                  <a:cubicBezTo>
                    <a:pt x="701" y="84"/>
                    <a:pt x="701" y="84"/>
                    <a:pt x="701" y="84"/>
                  </a:cubicBezTo>
                  <a:cubicBezTo>
                    <a:pt x="645" y="84"/>
                    <a:pt x="645" y="84"/>
                    <a:pt x="645" y="84"/>
                  </a:cubicBezTo>
                  <a:cubicBezTo>
                    <a:pt x="645" y="112"/>
                    <a:pt x="645" y="112"/>
                    <a:pt x="645" y="112"/>
                  </a:cubicBezTo>
                  <a:cubicBezTo>
                    <a:pt x="629" y="91"/>
                    <a:pt x="605" y="79"/>
                    <a:pt x="576" y="79"/>
                  </a:cubicBezTo>
                  <a:cubicBezTo>
                    <a:pt x="523" y="79"/>
                    <a:pt x="483" y="122"/>
                    <a:pt x="483" y="178"/>
                  </a:cubicBezTo>
                  <a:cubicBezTo>
                    <a:pt x="483" y="235"/>
                    <a:pt x="523" y="278"/>
                    <a:pt x="576" y="278"/>
                  </a:cubicBezTo>
                  <a:cubicBezTo>
                    <a:pt x="605" y="278"/>
                    <a:pt x="629" y="265"/>
                    <a:pt x="645" y="245"/>
                  </a:cubicBezTo>
                  <a:lnTo>
                    <a:pt x="645" y="273"/>
                  </a:lnTo>
                  <a:close/>
                  <a:moveTo>
                    <a:pt x="456" y="222"/>
                  </a:moveTo>
                  <a:cubicBezTo>
                    <a:pt x="426" y="222"/>
                    <a:pt x="426" y="222"/>
                    <a:pt x="426" y="222"/>
                  </a:cubicBezTo>
                  <a:cubicBezTo>
                    <a:pt x="415" y="241"/>
                    <a:pt x="395" y="253"/>
                    <a:pt x="367" y="253"/>
                  </a:cubicBezTo>
                  <a:cubicBezTo>
                    <a:pt x="325" y="253"/>
                    <a:pt x="302" y="227"/>
                    <a:pt x="299" y="189"/>
                  </a:cubicBezTo>
                  <a:cubicBezTo>
                    <a:pt x="461" y="189"/>
                    <a:pt x="461" y="189"/>
                    <a:pt x="461" y="189"/>
                  </a:cubicBezTo>
                  <a:cubicBezTo>
                    <a:pt x="461" y="175"/>
                    <a:pt x="461" y="175"/>
                    <a:pt x="461" y="175"/>
                  </a:cubicBezTo>
                  <a:cubicBezTo>
                    <a:pt x="461" y="118"/>
                    <a:pt x="424" y="79"/>
                    <a:pt x="366" y="79"/>
                  </a:cubicBezTo>
                  <a:cubicBezTo>
                    <a:pt x="308" y="79"/>
                    <a:pt x="267" y="120"/>
                    <a:pt x="267" y="178"/>
                  </a:cubicBezTo>
                  <a:cubicBezTo>
                    <a:pt x="267" y="237"/>
                    <a:pt x="308" y="278"/>
                    <a:pt x="366" y="278"/>
                  </a:cubicBezTo>
                  <a:cubicBezTo>
                    <a:pt x="409" y="278"/>
                    <a:pt x="442" y="257"/>
                    <a:pt x="456" y="222"/>
                  </a:cubicBezTo>
                  <a:moveTo>
                    <a:pt x="59" y="114"/>
                  </a:moveTo>
                  <a:cubicBezTo>
                    <a:pt x="59" y="25"/>
                    <a:pt x="59" y="25"/>
                    <a:pt x="59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47"/>
                    <a:pt x="27" y="247"/>
                    <a:pt x="27" y="24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6" y="273"/>
                    <a:pt x="86" y="273"/>
                    <a:pt x="86" y="273"/>
                  </a:cubicBezTo>
                  <a:cubicBezTo>
                    <a:pt x="86" y="247"/>
                    <a:pt x="86" y="247"/>
                    <a:pt x="86" y="247"/>
                  </a:cubicBezTo>
                  <a:cubicBezTo>
                    <a:pt x="59" y="247"/>
                    <a:pt x="59" y="247"/>
                    <a:pt x="59" y="247"/>
                  </a:cubicBezTo>
                  <a:cubicBezTo>
                    <a:pt x="59" y="138"/>
                    <a:pt x="59" y="138"/>
                    <a:pt x="59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6" y="247"/>
                    <a:pt x="196" y="247"/>
                    <a:pt x="196" y="247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73"/>
                    <a:pt x="168" y="273"/>
                    <a:pt x="168" y="273"/>
                  </a:cubicBezTo>
                  <a:cubicBezTo>
                    <a:pt x="255" y="273"/>
                    <a:pt x="255" y="273"/>
                    <a:pt x="255" y="273"/>
                  </a:cubicBezTo>
                  <a:cubicBezTo>
                    <a:pt x="255" y="247"/>
                    <a:pt x="255" y="247"/>
                    <a:pt x="255" y="247"/>
                  </a:cubicBezTo>
                  <a:cubicBezTo>
                    <a:pt x="227" y="247"/>
                    <a:pt x="227" y="247"/>
                    <a:pt x="227" y="247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196" y="25"/>
                    <a:pt x="196" y="25"/>
                    <a:pt x="196" y="25"/>
                  </a:cubicBezTo>
                  <a:cubicBezTo>
                    <a:pt x="196" y="114"/>
                    <a:pt x="196" y="114"/>
                    <a:pt x="196" y="114"/>
                  </a:cubicBezTo>
                  <a:lnTo>
                    <a:pt x="59" y="114"/>
                  </a:lnTo>
                  <a:close/>
                  <a:moveTo>
                    <a:pt x="996" y="248"/>
                  </a:moveTo>
                  <a:cubicBezTo>
                    <a:pt x="971" y="248"/>
                    <a:pt x="971" y="248"/>
                    <a:pt x="971" y="248"/>
                  </a:cubicBezTo>
                  <a:cubicBezTo>
                    <a:pt x="971" y="163"/>
                    <a:pt x="971" y="163"/>
                    <a:pt x="971" y="163"/>
                  </a:cubicBezTo>
                  <a:cubicBezTo>
                    <a:pt x="971" y="124"/>
                    <a:pt x="991" y="104"/>
                    <a:pt x="1026" y="104"/>
                  </a:cubicBezTo>
                  <a:cubicBezTo>
                    <a:pt x="1058" y="104"/>
                    <a:pt x="1078" y="124"/>
                    <a:pt x="1078" y="163"/>
                  </a:cubicBezTo>
                  <a:cubicBezTo>
                    <a:pt x="1078" y="248"/>
                    <a:pt x="1078" y="248"/>
                    <a:pt x="1078" y="248"/>
                  </a:cubicBezTo>
                  <a:cubicBezTo>
                    <a:pt x="1053" y="248"/>
                    <a:pt x="1053" y="248"/>
                    <a:pt x="1053" y="248"/>
                  </a:cubicBezTo>
                  <a:cubicBezTo>
                    <a:pt x="1053" y="273"/>
                    <a:pt x="1053" y="273"/>
                    <a:pt x="1053" y="273"/>
                  </a:cubicBezTo>
                  <a:cubicBezTo>
                    <a:pt x="1134" y="273"/>
                    <a:pt x="1134" y="273"/>
                    <a:pt x="1134" y="273"/>
                  </a:cubicBezTo>
                  <a:cubicBezTo>
                    <a:pt x="1134" y="248"/>
                    <a:pt x="1134" y="248"/>
                    <a:pt x="1134" y="248"/>
                  </a:cubicBezTo>
                  <a:cubicBezTo>
                    <a:pt x="1109" y="248"/>
                    <a:pt x="1109" y="248"/>
                    <a:pt x="1109" y="248"/>
                  </a:cubicBezTo>
                  <a:cubicBezTo>
                    <a:pt x="1109" y="163"/>
                    <a:pt x="1109" y="163"/>
                    <a:pt x="1109" y="163"/>
                  </a:cubicBezTo>
                  <a:cubicBezTo>
                    <a:pt x="1109" y="117"/>
                    <a:pt x="1081" y="79"/>
                    <a:pt x="1030" y="79"/>
                  </a:cubicBezTo>
                  <a:cubicBezTo>
                    <a:pt x="1003" y="79"/>
                    <a:pt x="983" y="89"/>
                    <a:pt x="971" y="105"/>
                  </a:cubicBezTo>
                  <a:cubicBezTo>
                    <a:pt x="971" y="0"/>
                    <a:pt x="971" y="0"/>
                    <a:pt x="971" y="0"/>
                  </a:cubicBezTo>
                  <a:cubicBezTo>
                    <a:pt x="915" y="0"/>
                    <a:pt x="915" y="0"/>
                    <a:pt x="915" y="0"/>
                  </a:cubicBezTo>
                  <a:cubicBezTo>
                    <a:pt x="915" y="24"/>
                    <a:pt x="915" y="24"/>
                    <a:pt x="915" y="24"/>
                  </a:cubicBezTo>
                  <a:cubicBezTo>
                    <a:pt x="940" y="24"/>
                    <a:pt x="940" y="24"/>
                    <a:pt x="940" y="24"/>
                  </a:cubicBezTo>
                  <a:cubicBezTo>
                    <a:pt x="940" y="248"/>
                    <a:pt x="940" y="248"/>
                    <a:pt x="940" y="248"/>
                  </a:cubicBezTo>
                  <a:cubicBezTo>
                    <a:pt x="915" y="248"/>
                    <a:pt x="915" y="248"/>
                    <a:pt x="915" y="248"/>
                  </a:cubicBezTo>
                  <a:cubicBezTo>
                    <a:pt x="915" y="273"/>
                    <a:pt x="915" y="273"/>
                    <a:pt x="915" y="273"/>
                  </a:cubicBezTo>
                  <a:cubicBezTo>
                    <a:pt x="996" y="273"/>
                    <a:pt x="996" y="273"/>
                    <a:pt x="996" y="273"/>
                  </a:cubicBezTo>
                  <a:lnTo>
                    <a:pt x="996" y="248"/>
                  </a:lnTo>
                  <a:close/>
                  <a:moveTo>
                    <a:pt x="514" y="178"/>
                  </a:moveTo>
                  <a:cubicBezTo>
                    <a:pt x="514" y="135"/>
                    <a:pt x="542" y="104"/>
                    <a:pt x="580" y="104"/>
                  </a:cubicBezTo>
                  <a:cubicBezTo>
                    <a:pt x="619" y="104"/>
                    <a:pt x="646" y="136"/>
                    <a:pt x="646" y="178"/>
                  </a:cubicBezTo>
                  <a:cubicBezTo>
                    <a:pt x="646" y="221"/>
                    <a:pt x="619" y="252"/>
                    <a:pt x="580" y="252"/>
                  </a:cubicBezTo>
                  <a:cubicBezTo>
                    <a:pt x="542" y="252"/>
                    <a:pt x="514" y="221"/>
                    <a:pt x="514" y="178"/>
                  </a:cubicBezTo>
                  <a:moveTo>
                    <a:pt x="366" y="104"/>
                  </a:moveTo>
                  <a:cubicBezTo>
                    <a:pt x="406" y="104"/>
                    <a:pt x="427" y="133"/>
                    <a:pt x="430" y="164"/>
                  </a:cubicBezTo>
                  <a:cubicBezTo>
                    <a:pt x="299" y="164"/>
                    <a:pt x="299" y="164"/>
                    <a:pt x="299" y="164"/>
                  </a:cubicBezTo>
                  <a:cubicBezTo>
                    <a:pt x="302" y="130"/>
                    <a:pt x="326" y="104"/>
                    <a:pt x="366" y="104"/>
                  </a:cubicBezTo>
                  <a:moveTo>
                    <a:pt x="859" y="224"/>
                  </a:moveTo>
                  <a:cubicBezTo>
                    <a:pt x="859" y="109"/>
                    <a:pt x="859" y="109"/>
                    <a:pt x="859" y="109"/>
                  </a:cubicBezTo>
                  <a:cubicBezTo>
                    <a:pt x="897" y="109"/>
                    <a:pt x="897" y="109"/>
                    <a:pt x="897" y="109"/>
                  </a:cubicBezTo>
                  <a:cubicBezTo>
                    <a:pt x="897" y="84"/>
                    <a:pt x="897" y="84"/>
                    <a:pt x="897" y="84"/>
                  </a:cubicBezTo>
                  <a:cubicBezTo>
                    <a:pt x="859" y="84"/>
                    <a:pt x="859" y="84"/>
                    <a:pt x="859" y="84"/>
                  </a:cubicBezTo>
                  <a:cubicBezTo>
                    <a:pt x="859" y="36"/>
                    <a:pt x="859" y="36"/>
                    <a:pt x="859" y="36"/>
                  </a:cubicBezTo>
                  <a:cubicBezTo>
                    <a:pt x="829" y="36"/>
                    <a:pt x="829" y="36"/>
                    <a:pt x="829" y="36"/>
                  </a:cubicBezTo>
                  <a:cubicBezTo>
                    <a:pt x="829" y="84"/>
                    <a:pt x="829" y="84"/>
                    <a:pt x="829" y="84"/>
                  </a:cubicBezTo>
                  <a:cubicBezTo>
                    <a:pt x="799" y="84"/>
                    <a:pt x="799" y="84"/>
                    <a:pt x="799" y="84"/>
                  </a:cubicBezTo>
                  <a:cubicBezTo>
                    <a:pt x="799" y="109"/>
                    <a:pt x="799" y="109"/>
                    <a:pt x="799" y="109"/>
                  </a:cubicBezTo>
                  <a:cubicBezTo>
                    <a:pt x="829" y="109"/>
                    <a:pt x="829" y="109"/>
                    <a:pt x="829" y="109"/>
                  </a:cubicBezTo>
                  <a:cubicBezTo>
                    <a:pt x="829" y="225"/>
                    <a:pt x="829" y="225"/>
                    <a:pt x="829" y="225"/>
                  </a:cubicBezTo>
                  <a:cubicBezTo>
                    <a:pt x="829" y="259"/>
                    <a:pt x="844" y="275"/>
                    <a:pt x="879" y="275"/>
                  </a:cubicBezTo>
                  <a:cubicBezTo>
                    <a:pt x="884" y="275"/>
                    <a:pt x="893" y="274"/>
                    <a:pt x="897" y="273"/>
                  </a:cubicBezTo>
                  <a:cubicBezTo>
                    <a:pt x="897" y="248"/>
                    <a:pt x="897" y="248"/>
                    <a:pt x="897" y="248"/>
                  </a:cubicBezTo>
                  <a:cubicBezTo>
                    <a:pt x="892" y="249"/>
                    <a:pt x="886" y="249"/>
                    <a:pt x="882" y="249"/>
                  </a:cubicBezTo>
                  <a:cubicBezTo>
                    <a:pt x="866" y="249"/>
                    <a:pt x="859" y="244"/>
                    <a:pt x="859" y="224"/>
                  </a:cubicBezTo>
                  <a:moveTo>
                    <a:pt x="783" y="275"/>
                  </a:moveTo>
                  <a:cubicBezTo>
                    <a:pt x="789" y="275"/>
                    <a:pt x="797" y="274"/>
                    <a:pt x="801" y="273"/>
                  </a:cubicBezTo>
                  <a:cubicBezTo>
                    <a:pt x="801" y="248"/>
                    <a:pt x="801" y="248"/>
                    <a:pt x="801" y="248"/>
                  </a:cubicBezTo>
                  <a:cubicBezTo>
                    <a:pt x="795" y="249"/>
                    <a:pt x="791" y="249"/>
                    <a:pt x="787" y="249"/>
                  </a:cubicBezTo>
                  <a:cubicBezTo>
                    <a:pt x="774" y="249"/>
                    <a:pt x="768" y="243"/>
                    <a:pt x="768" y="222"/>
                  </a:cubicBezTo>
                  <a:cubicBezTo>
                    <a:pt x="768" y="0"/>
                    <a:pt x="768" y="0"/>
                    <a:pt x="768" y="0"/>
                  </a:cubicBezTo>
                  <a:cubicBezTo>
                    <a:pt x="712" y="0"/>
                    <a:pt x="712" y="0"/>
                    <a:pt x="712" y="0"/>
                  </a:cubicBezTo>
                  <a:cubicBezTo>
                    <a:pt x="712" y="24"/>
                    <a:pt x="712" y="24"/>
                    <a:pt x="712" y="24"/>
                  </a:cubicBezTo>
                  <a:cubicBezTo>
                    <a:pt x="737" y="24"/>
                    <a:pt x="737" y="24"/>
                    <a:pt x="737" y="24"/>
                  </a:cubicBezTo>
                  <a:cubicBezTo>
                    <a:pt x="737" y="224"/>
                    <a:pt x="737" y="224"/>
                    <a:pt x="737" y="224"/>
                  </a:cubicBezTo>
                  <a:cubicBezTo>
                    <a:pt x="737" y="257"/>
                    <a:pt x="751" y="275"/>
                    <a:pt x="783" y="27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64721E85-2239-483B-879C-87964E713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125" y="429541"/>
              <a:ext cx="295044" cy="352779"/>
            </a:xfrm>
            <a:custGeom>
              <a:avLst/>
              <a:gdLst>
                <a:gd name="T0" fmla="*/ 85 w 243"/>
                <a:gd name="T1" fmla="*/ 195 h 288"/>
                <a:gd name="T2" fmla="*/ 125 w 243"/>
                <a:gd name="T3" fmla="*/ 223 h 288"/>
                <a:gd name="T4" fmla="*/ 158 w 243"/>
                <a:gd name="T5" fmla="*/ 203 h 288"/>
                <a:gd name="T6" fmla="*/ 110 w 243"/>
                <a:gd name="T7" fmla="*/ 176 h 288"/>
                <a:gd name="T8" fmla="*/ 36 w 243"/>
                <a:gd name="T9" fmla="*/ 150 h 288"/>
                <a:gd name="T10" fmla="*/ 5 w 243"/>
                <a:gd name="T11" fmla="*/ 87 h 288"/>
                <a:gd name="T12" fmla="*/ 119 w 243"/>
                <a:gd name="T13" fmla="*/ 0 h 288"/>
                <a:gd name="T14" fmla="*/ 236 w 243"/>
                <a:gd name="T15" fmla="*/ 86 h 288"/>
                <a:gd name="T16" fmla="*/ 153 w 243"/>
                <a:gd name="T17" fmla="*/ 86 h 288"/>
                <a:gd name="T18" fmla="*/ 118 w 243"/>
                <a:gd name="T19" fmla="*/ 62 h 288"/>
                <a:gd name="T20" fmla="*/ 90 w 243"/>
                <a:gd name="T21" fmla="*/ 80 h 288"/>
                <a:gd name="T22" fmla="*/ 130 w 243"/>
                <a:gd name="T23" fmla="*/ 104 h 288"/>
                <a:gd name="T24" fmla="*/ 208 w 243"/>
                <a:gd name="T25" fmla="*/ 130 h 288"/>
                <a:gd name="T26" fmla="*/ 243 w 243"/>
                <a:gd name="T27" fmla="*/ 194 h 288"/>
                <a:gd name="T28" fmla="*/ 122 w 243"/>
                <a:gd name="T29" fmla="*/ 288 h 288"/>
                <a:gd name="T30" fmla="*/ 0 w 243"/>
                <a:gd name="T31" fmla="*/ 195 h 288"/>
                <a:gd name="T32" fmla="*/ 85 w 243"/>
                <a:gd name="T33" fmla="*/ 195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288">
                  <a:moveTo>
                    <a:pt x="85" y="195"/>
                  </a:moveTo>
                  <a:cubicBezTo>
                    <a:pt x="90" y="216"/>
                    <a:pt x="101" y="223"/>
                    <a:pt x="125" y="223"/>
                  </a:cubicBezTo>
                  <a:cubicBezTo>
                    <a:pt x="146" y="223"/>
                    <a:pt x="158" y="215"/>
                    <a:pt x="158" y="203"/>
                  </a:cubicBezTo>
                  <a:cubicBezTo>
                    <a:pt x="158" y="186"/>
                    <a:pt x="142" y="185"/>
                    <a:pt x="110" y="176"/>
                  </a:cubicBezTo>
                  <a:cubicBezTo>
                    <a:pt x="72" y="166"/>
                    <a:pt x="48" y="158"/>
                    <a:pt x="36" y="150"/>
                  </a:cubicBezTo>
                  <a:cubicBezTo>
                    <a:pt x="15" y="135"/>
                    <a:pt x="5" y="114"/>
                    <a:pt x="5" y="87"/>
                  </a:cubicBezTo>
                  <a:cubicBezTo>
                    <a:pt x="5" y="34"/>
                    <a:pt x="47" y="0"/>
                    <a:pt x="119" y="0"/>
                  </a:cubicBezTo>
                  <a:cubicBezTo>
                    <a:pt x="189" y="0"/>
                    <a:pt x="231" y="31"/>
                    <a:pt x="236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0" y="70"/>
                    <a:pt x="139" y="62"/>
                    <a:pt x="118" y="62"/>
                  </a:cubicBezTo>
                  <a:cubicBezTo>
                    <a:pt x="99" y="62"/>
                    <a:pt x="90" y="68"/>
                    <a:pt x="90" y="80"/>
                  </a:cubicBezTo>
                  <a:cubicBezTo>
                    <a:pt x="90" y="95"/>
                    <a:pt x="104" y="98"/>
                    <a:pt x="130" y="104"/>
                  </a:cubicBezTo>
                  <a:cubicBezTo>
                    <a:pt x="164" y="113"/>
                    <a:pt x="191" y="119"/>
                    <a:pt x="208" y="130"/>
                  </a:cubicBezTo>
                  <a:cubicBezTo>
                    <a:pt x="232" y="146"/>
                    <a:pt x="243" y="166"/>
                    <a:pt x="243" y="194"/>
                  </a:cubicBezTo>
                  <a:cubicBezTo>
                    <a:pt x="243" y="253"/>
                    <a:pt x="201" y="288"/>
                    <a:pt x="122" y="288"/>
                  </a:cubicBezTo>
                  <a:cubicBezTo>
                    <a:pt x="48" y="288"/>
                    <a:pt x="6" y="253"/>
                    <a:pt x="0" y="195"/>
                  </a:cubicBezTo>
                  <a:lnTo>
                    <a:pt x="85" y="1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DE44ED71-C040-4229-9666-B07DD1B05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580" y="429541"/>
              <a:ext cx="328685" cy="352779"/>
            </a:xfrm>
            <a:custGeom>
              <a:avLst/>
              <a:gdLst>
                <a:gd name="T0" fmla="*/ 271 w 271"/>
                <a:gd name="T1" fmla="*/ 174 h 288"/>
                <a:gd name="T2" fmla="*/ 140 w 271"/>
                <a:gd name="T3" fmla="*/ 288 h 288"/>
                <a:gd name="T4" fmla="*/ 0 w 271"/>
                <a:gd name="T5" fmla="*/ 144 h 288"/>
                <a:gd name="T6" fmla="*/ 139 w 271"/>
                <a:gd name="T7" fmla="*/ 0 h 288"/>
                <a:gd name="T8" fmla="*/ 269 w 271"/>
                <a:gd name="T9" fmla="*/ 111 h 288"/>
                <a:gd name="T10" fmla="*/ 186 w 271"/>
                <a:gd name="T11" fmla="*/ 111 h 288"/>
                <a:gd name="T12" fmla="*/ 140 w 271"/>
                <a:gd name="T13" fmla="*/ 68 h 288"/>
                <a:gd name="T14" fmla="*/ 88 w 271"/>
                <a:gd name="T15" fmla="*/ 144 h 288"/>
                <a:gd name="T16" fmla="*/ 142 w 271"/>
                <a:gd name="T17" fmla="*/ 220 h 288"/>
                <a:gd name="T18" fmla="*/ 188 w 271"/>
                <a:gd name="T19" fmla="*/ 174 h 288"/>
                <a:gd name="T20" fmla="*/ 271 w 271"/>
                <a:gd name="T21" fmla="*/ 17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1" h="288">
                  <a:moveTo>
                    <a:pt x="271" y="174"/>
                  </a:moveTo>
                  <a:cubicBezTo>
                    <a:pt x="266" y="246"/>
                    <a:pt x="219" y="288"/>
                    <a:pt x="140" y="288"/>
                  </a:cubicBezTo>
                  <a:cubicBezTo>
                    <a:pt x="53" y="288"/>
                    <a:pt x="0" y="233"/>
                    <a:pt x="0" y="144"/>
                  </a:cubicBezTo>
                  <a:cubicBezTo>
                    <a:pt x="0" y="55"/>
                    <a:pt x="54" y="0"/>
                    <a:pt x="139" y="0"/>
                  </a:cubicBezTo>
                  <a:cubicBezTo>
                    <a:pt x="218" y="0"/>
                    <a:pt x="264" y="40"/>
                    <a:pt x="269" y="111"/>
                  </a:cubicBezTo>
                  <a:cubicBezTo>
                    <a:pt x="186" y="111"/>
                    <a:pt x="186" y="111"/>
                    <a:pt x="186" y="111"/>
                  </a:cubicBezTo>
                  <a:cubicBezTo>
                    <a:pt x="183" y="83"/>
                    <a:pt x="168" y="68"/>
                    <a:pt x="140" y="68"/>
                  </a:cubicBezTo>
                  <a:cubicBezTo>
                    <a:pt x="105" y="68"/>
                    <a:pt x="88" y="94"/>
                    <a:pt x="88" y="144"/>
                  </a:cubicBezTo>
                  <a:cubicBezTo>
                    <a:pt x="88" y="194"/>
                    <a:pt x="107" y="220"/>
                    <a:pt x="142" y="220"/>
                  </a:cubicBezTo>
                  <a:cubicBezTo>
                    <a:pt x="169" y="220"/>
                    <a:pt x="186" y="204"/>
                    <a:pt x="188" y="174"/>
                  </a:cubicBezTo>
                  <a:lnTo>
                    <a:pt x="271" y="174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072BB834-AF3C-4EED-BC86-8DE307022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6534" y="439542"/>
              <a:ext cx="327776" cy="333231"/>
            </a:xfrm>
            <a:custGeom>
              <a:avLst/>
              <a:gdLst>
                <a:gd name="T0" fmla="*/ 0 w 721"/>
                <a:gd name="T1" fmla="*/ 0 h 733"/>
                <a:gd name="T2" fmla="*/ 237 w 721"/>
                <a:gd name="T3" fmla="*/ 0 h 733"/>
                <a:gd name="T4" fmla="*/ 360 w 721"/>
                <a:gd name="T5" fmla="*/ 474 h 733"/>
                <a:gd name="T6" fmla="*/ 491 w 721"/>
                <a:gd name="T7" fmla="*/ 0 h 733"/>
                <a:gd name="T8" fmla="*/ 721 w 721"/>
                <a:gd name="T9" fmla="*/ 0 h 733"/>
                <a:gd name="T10" fmla="*/ 478 w 721"/>
                <a:gd name="T11" fmla="*/ 733 h 733"/>
                <a:gd name="T12" fmla="*/ 245 w 721"/>
                <a:gd name="T13" fmla="*/ 733 h 733"/>
                <a:gd name="T14" fmla="*/ 0 w 721"/>
                <a:gd name="T15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1" h="733">
                  <a:moveTo>
                    <a:pt x="0" y="0"/>
                  </a:moveTo>
                  <a:lnTo>
                    <a:pt x="237" y="0"/>
                  </a:lnTo>
                  <a:lnTo>
                    <a:pt x="360" y="474"/>
                  </a:lnTo>
                  <a:lnTo>
                    <a:pt x="491" y="0"/>
                  </a:lnTo>
                  <a:lnTo>
                    <a:pt x="721" y="0"/>
                  </a:lnTo>
                  <a:lnTo>
                    <a:pt x="478" y="733"/>
                  </a:lnTo>
                  <a:lnTo>
                    <a:pt x="245" y="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D98FB805-93F1-4DD1-A922-41F0F7210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784" y="429541"/>
              <a:ext cx="429609" cy="352779"/>
            </a:xfrm>
            <a:custGeom>
              <a:avLst/>
              <a:gdLst>
                <a:gd name="T0" fmla="*/ 101 w 354"/>
                <a:gd name="T1" fmla="*/ 0 h 288"/>
                <a:gd name="T2" fmla="*/ 73 w 354"/>
                <a:gd name="T3" fmla="*/ 12 h 288"/>
                <a:gd name="T4" fmla="*/ 15 w 354"/>
                <a:gd name="T5" fmla="*/ 69 h 288"/>
                <a:gd name="T6" fmla="*/ 15 w 354"/>
                <a:gd name="T7" fmla="*/ 127 h 288"/>
                <a:gd name="T8" fmla="*/ 177 w 354"/>
                <a:gd name="T9" fmla="*/ 288 h 288"/>
                <a:gd name="T10" fmla="*/ 338 w 354"/>
                <a:gd name="T11" fmla="*/ 127 h 288"/>
                <a:gd name="T12" fmla="*/ 338 w 354"/>
                <a:gd name="T13" fmla="*/ 69 h 288"/>
                <a:gd name="T14" fmla="*/ 281 w 354"/>
                <a:gd name="T15" fmla="*/ 12 h 288"/>
                <a:gd name="T16" fmla="*/ 252 w 354"/>
                <a:gd name="T17" fmla="*/ 0 h 288"/>
                <a:gd name="T18" fmla="*/ 224 w 354"/>
                <a:gd name="T19" fmla="*/ 12 h 288"/>
                <a:gd name="T20" fmla="*/ 177 w 354"/>
                <a:gd name="T21" fmla="*/ 59 h 288"/>
                <a:gd name="T22" fmla="*/ 130 w 354"/>
                <a:gd name="T23" fmla="*/ 12 h 288"/>
                <a:gd name="T24" fmla="*/ 101 w 354"/>
                <a:gd name="T2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4" h="288">
                  <a:moveTo>
                    <a:pt x="101" y="0"/>
                  </a:moveTo>
                  <a:cubicBezTo>
                    <a:pt x="91" y="0"/>
                    <a:pt x="80" y="4"/>
                    <a:pt x="73" y="12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0" y="85"/>
                    <a:pt x="0" y="111"/>
                    <a:pt x="15" y="127"/>
                  </a:cubicBezTo>
                  <a:cubicBezTo>
                    <a:pt x="177" y="288"/>
                    <a:pt x="177" y="288"/>
                    <a:pt x="177" y="288"/>
                  </a:cubicBezTo>
                  <a:cubicBezTo>
                    <a:pt x="338" y="127"/>
                    <a:pt x="338" y="127"/>
                    <a:pt x="338" y="127"/>
                  </a:cubicBezTo>
                  <a:cubicBezTo>
                    <a:pt x="354" y="111"/>
                    <a:pt x="354" y="85"/>
                    <a:pt x="338" y="69"/>
                  </a:cubicBezTo>
                  <a:cubicBezTo>
                    <a:pt x="281" y="12"/>
                    <a:pt x="281" y="12"/>
                    <a:pt x="281" y="12"/>
                  </a:cubicBezTo>
                  <a:cubicBezTo>
                    <a:pt x="273" y="4"/>
                    <a:pt x="263" y="0"/>
                    <a:pt x="252" y="0"/>
                  </a:cubicBezTo>
                  <a:cubicBezTo>
                    <a:pt x="242" y="0"/>
                    <a:pt x="232" y="4"/>
                    <a:pt x="224" y="12"/>
                  </a:cubicBezTo>
                  <a:cubicBezTo>
                    <a:pt x="177" y="59"/>
                    <a:pt x="177" y="59"/>
                    <a:pt x="177" y="59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22" y="4"/>
                    <a:pt x="111" y="0"/>
                    <a:pt x="101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71225E3C-921D-42FF-B4D6-693BE03962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62744" y="706400"/>
              <a:ext cx="66828" cy="68647"/>
            </a:xfrm>
            <a:custGeom>
              <a:avLst/>
              <a:gdLst>
                <a:gd name="T0" fmla="*/ 27 w 55"/>
                <a:gd name="T1" fmla="*/ 56 h 56"/>
                <a:gd name="T2" fmla="*/ 0 w 55"/>
                <a:gd name="T3" fmla="*/ 28 h 56"/>
                <a:gd name="T4" fmla="*/ 27 w 55"/>
                <a:gd name="T5" fmla="*/ 0 h 56"/>
                <a:gd name="T6" fmla="*/ 55 w 55"/>
                <a:gd name="T7" fmla="*/ 28 h 56"/>
                <a:gd name="T8" fmla="*/ 27 w 55"/>
                <a:gd name="T9" fmla="*/ 56 h 56"/>
                <a:gd name="T10" fmla="*/ 27 w 55"/>
                <a:gd name="T11" fmla="*/ 5 h 56"/>
                <a:gd name="T12" fmla="*/ 6 w 55"/>
                <a:gd name="T13" fmla="*/ 28 h 56"/>
                <a:gd name="T14" fmla="*/ 27 w 55"/>
                <a:gd name="T15" fmla="*/ 51 h 56"/>
                <a:gd name="T16" fmla="*/ 49 w 55"/>
                <a:gd name="T17" fmla="*/ 28 h 56"/>
                <a:gd name="T18" fmla="*/ 27 w 55"/>
                <a:gd name="T19" fmla="*/ 5 h 56"/>
                <a:gd name="T20" fmla="*/ 22 w 55"/>
                <a:gd name="T21" fmla="*/ 44 h 56"/>
                <a:gd name="T22" fmla="*/ 16 w 55"/>
                <a:gd name="T23" fmla="*/ 44 h 56"/>
                <a:gd name="T24" fmla="*/ 16 w 55"/>
                <a:gd name="T25" fmla="*/ 13 h 56"/>
                <a:gd name="T26" fmla="*/ 28 w 55"/>
                <a:gd name="T27" fmla="*/ 13 h 56"/>
                <a:gd name="T28" fmla="*/ 40 w 55"/>
                <a:gd name="T29" fmla="*/ 22 h 56"/>
                <a:gd name="T30" fmla="*/ 31 w 55"/>
                <a:gd name="T31" fmla="*/ 30 h 56"/>
                <a:gd name="T32" fmla="*/ 40 w 55"/>
                <a:gd name="T33" fmla="*/ 44 h 56"/>
                <a:gd name="T34" fmla="*/ 34 w 55"/>
                <a:gd name="T35" fmla="*/ 44 h 56"/>
                <a:gd name="T36" fmla="*/ 26 w 55"/>
                <a:gd name="T37" fmla="*/ 31 h 56"/>
                <a:gd name="T38" fmla="*/ 22 w 55"/>
                <a:gd name="T39" fmla="*/ 31 h 56"/>
                <a:gd name="T40" fmla="*/ 22 w 55"/>
                <a:gd name="T41" fmla="*/ 44 h 56"/>
                <a:gd name="T42" fmla="*/ 27 w 55"/>
                <a:gd name="T43" fmla="*/ 26 h 56"/>
                <a:gd name="T44" fmla="*/ 34 w 55"/>
                <a:gd name="T45" fmla="*/ 21 h 56"/>
                <a:gd name="T46" fmla="*/ 28 w 55"/>
                <a:gd name="T47" fmla="*/ 17 h 56"/>
                <a:gd name="T48" fmla="*/ 22 w 55"/>
                <a:gd name="T49" fmla="*/ 17 h 56"/>
                <a:gd name="T50" fmla="*/ 22 w 55"/>
                <a:gd name="T51" fmla="*/ 26 h 56"/>
                <a:gd name="T52" fmla="*/ 27 w 55"/>
                <a:gd name="T53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56">
                  <a:moveTo>
                    <a:pt x="27" y="56"/>
                  </a:moveTo>
                  <a:cubicBezTo>
                    <a:pt x="11" y="56"/>
                    <a:pt x="0" y="44"/>
                    <a:pt x="0" y="28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5" y="11"/>
                    <a:pt x="55" y="28"/>
                  </a:cubicBezTo>
                  <a:cubicBezTo>
                    <a:pt x="55" y="45"/>
                    <a:pt x="42" y="56"/>
                    <a:pt x="27" y="56"/>
                  </a:cubicBezTo>
                  <a:close/>
                  <a:moveTo>
                    <a:pt x="27" y="5"/>
                  </a:moveTo>
                  <a:cubicBezTo>
                    <a:pt x="15" y="5"/>
                    <a:pt x="6" y="14"/>
                    <a:pt x="6" y="28"/>
                  </a:cubicBezTo>
                  <a:cubicBezTo>
                    <a:pt x="6" y="41"/>
                    <a:pt x="14" y="51"/>
                    <a:pt x="27" y="51"/>
                  </a:cubicBezTo>
                  <a:cubicBezTo>
                    <a:pt x="39" y="51"/>
                    <a:pt x="49" y="42"/>
                    <a:pt x="49" y="28"/>
                  </a:cubicBezTo>
                  <a:cubicBezTo>
                    <a:pt x="49" y="14"/>
                    <a:pt x="39" y="5"/>
                    <a:pt x="27" y="5"/>
                  </a:cubicBezTo>
                  <a:close/>
                  <a:moveTo>
                    <a:pt x="22" y="44"/>
                  </a:moveTo>
                  <a:cubicBezTo>
                    <a:pt x="16" y="44"/>
                    <a:pt x="16" y="44"/>
                    <a:pt x="16" y="44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6" y="13"/>
                    <a:pt x="40" y="16"/>
                    <a:pt x="40" y="22"/>
                  </a:cubicBezTo>
                  <a:cubicBezTo>
                    <a:pt x="40" y="27"/>
                    <a:pt x="36" y="30"/>
                    <a:pt x="31" y="30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22" y="44"/>
                  </a:lnTo>
                  <a:close/>
                  <a:moveTo>
                    <a:pt x="27" y="26"/>
                  </a:moveTo>
                  <a:cubicBezTo>
                    <a:pt x="31" y="26"/>
                    <a:pt x="34" y="26"/>
                    <a:pt x="34" y="21"/>
                  </a:cubicBezTo>
                  <a:cubicBezTo>
                    <a:pt x="34" y="18"/>
                    <a:pt x="31" y="17"/>
                    <a:pt x="28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26"/>
                    <a:pt x="22" y="26"/>
                    <a:pt x="22" y="26"/>
                  </a:cubicBezTo>
                  <a:lnTo>
                    <a:pt x="27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15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lang="en-US" sz="1500" b="1" kern="1200" dirty="0">
                <a:solidFill>
                  <a:schemeClr val="tx2"/>
                </a:solidFill>
                <a:latin typeface="CVS Health Sans" panose="020B0504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520733549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0C07AEF2-95F8-4407-BBD7-8F517ACF16FE}"/>
              </a:ext>
            </a:extLst>
          </p:cNvPr>
          <p:cNvSpPr txBox="1">
            <a:spLocks/>
          </p:cNvSpPr>
          <p:nvPr userDrawn="1"/>
        </p:nvSpPr>
        <p:spPr>
          <a:xfrm>
            <a:off x="557929" y="6427484"/>
            <a:ext cx="6859786" cy="228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©2019 CVS Health and/or one of its affiliates. Confidential and proprietary.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F8C4FD8-0AA8-4037-BC71-BA96D0AF218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7929" y="429542"/>
            <a:ext cx="2872536" cy="352779"/>
            <a:chOff x="1011652" y="1504398"/>
            <a:chExt cx="10028238" cy="1231900"/>
          </a:xfrm>
          <a:solidFill>
            <a:schemeClr val="bg1"/>
          </a:solidFill>
        </p:grpSpPr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B3EB7105-6A46-491C-B241-A8F9129575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17027" y="1539323"/>
              <a:ext cx="4808538" cy="1189038"/>
            </a:xfrm>
            <a:custGeom>
              <a:avLst/>
              <a:gdLst>
                <a:gd name="T0" fmla="*/ 701 w 1134"/>
                <a:gd name="T1" fmla="*/ 273 h 278"/>
                <a:gd name="T2" fmla="*/ 675 w 1134"/>
                <a:gd name="T3" fmla="*/ 248 h 278"/>
                <a:gd name="T4" fmla="*/ 701 w 1134"/>
                <a:gd name="T5" fmla="*/ 109 h 278"/>
                <a:gd name="T6" fmla="*/ 645 w 1134"/>
                <a:gd name="T7" fmla="*/ 84 h 278"/>
                <a:gd name="T8" fmla="*/ 576 w 1134"/>
                <a:gd name="T9" fmla="*/ 79 h 278"/>
                <a:gd name="T10" fmla="*/ 576 w 1134"/>
                <a:gd name="T11" fmla="*/ 278 h 278"/>
                <a:gd name="T12" fmla="*/ 645 w 1134"/>
                <a:gd name="T13" fmla="*/ 273 h 278"/>
                <a:gd name="T14" fmla="*/ 426 w 1134"/>
                <a:gd name="T15" fmla="*/ 222 h 278"/>
                <a:gd name="T16" fmla="*/ 299 w 1134"/>
                <a:gd name="T17" fmla="*/ 189 h 278"/>
                <a:gd name="T18" fmla="*/ 461 w 1134"/>
                <a:gd name="T19" fmla="*/ 175 h 278"/>
                <a:gd name="T20" fmla="*/ 267 w 1134"/>
                <a:gd name="T21" fmla="*/ 178 h 278"/>
                <a:gd name="T22" fmla="*/ 456 w 1134"/>
                <a:gd name="T23" fmla="*/ 222 h 278"/>
                <a:gd name="T24" fmla="*/ 59 w 1134"/>
                <a:gd name="T25" fmla="*/ 25 h 278"/>
                <a:gd name="T26" fmla="*/ 86 w 1134"/>
                <a:gd name="T27" fmla="*/ 0 h 278"/>
                <a:gd name="T28" fmla="*/ 0 w 1134"/>
                <a:gd name="T29" fmla="*/ 25 h 278"/>
                <a:gd name="T30" fmla="*/ 27 w 1134"/>
                <a:gd name="T31" fmla="*/ 247 h 278"/>
                <a:gd name="T32" fmla="*/ 0 w 1134"/>
                <a:gd name="T33" fmla="*/ 273 h 278"/>
                <a:gd name="T34" fmla="*/ 86 w 1134"/>
                <a:gd name="T35" fmla="*/ 247 h 278"/>
                <a:gd name="T36" fmla="*/ 59 w 1134"/>
                <a:gd name="T37" fmla="*/ 138 h 278"/>
                <a:gd name="T38" fmla="*/ 196 w 1134"/>
                <a:gd name="T39" fmla="*/ 247 h 278"/>
                <a:gd name="T40" fmla="*/ 168 w 1134"/>
                <a:gd name="T41" fmla="*/ 273 h 278"/>
                <a:gd name="T42" fmla="*/ 255 w 1134"/>
                <a:gd name="T43" fmla="*/ 247 h 278"/>
                <a:gd name="T44" fmla="*/ 227 w 1134"/>
                <a:gd name="T45" fmla="*/ 25 h 278"/>
                <a:gd name="T46" fmla="*/ 255 w 1134"/>
                <a:gd name="T47" fmla="*/ 0 h 278"/>
                <a:gd name="T48" fmla="*/ 168 w 1134"/>
                <a:gd name="T49" fmla="*/ 25 h 278"/>
                <a:gd name="T50" fmla="*/ 196 w 1134"/>
                <a:gd name="T51" fmla="*/ 114 h 278"/>
                <a:gd name="T52" fmla="*/ 996 w 1134"/>
                <a:gd name="T53" fmla="*/ 248 h 278"/>
                <a:gd name="T54" fmla="*/ 971 w 1134"/>
                <a:gd name="T55" fmla="*/ 163 h 278"/>
                <a:gd name="T56" fmla="*/ 1078 w 1134"/>
                <a:gd name="T57" fmla="*/ 163 h 278"/>
                <a:gd name="T58" fmla="*/ 1053 w 1134"/>
                <a:gd name="T59" fmla="*/ 248 h 278"/>
                <a:gd name="T60" fmla="*/ 1134 w 1134"/>
                <a:gd name="T61" fmla="*/ 273 h 278"/>
                <a:gd name="T62" fmla="*/ 1109 w 1134"/>
                <a:gd name="T63" fmla="*/ 248 h 278"/>
                <a:gd name="T64" fmla="*/ 1030 w 1134"/>
                <a:gd name="T65" fmla="*/ 79 h 278"/>
                <a:gd name="T66" fmla="*/ 971 w 1134"/>
                <a:gd name="T67" fmla="*/ 0 h 278"/>
                <a:gd name="T68" fmla="*/ 915 w 1134"/>
                <a:gd name="T69" fmla="*/ 24 h 278"/>
                <a:gd name="T70" fmla="*/ 940 w 1134"/>
                <a:gd name="T71" fmla="*/ 248 h 278"/>
                <a:gd name="T72" fmla="*/ 915 w 1134"/>
                <a:gd name="T73" fmla="*/ 273 h 278"/>
                <a:gd name="T74" fmla="*/ 996 w 1134"/>
                <a:gd name="T75" fmla="*/ 248 h 278"/>
                <a:gd name="T76" fmla="*/ 580 w 1134"/>
                <a:gd name="T77" fmla="*/ 104 h 278"/>
                <a:gd name="T78" fmla="*/ 580 w 1134"/>
                <a:gd name="T79" fmla="*/ 252 h 278"/>
                <a:gd name="T80" fmla="*/ 366 w 1134"/>
                <a:gd name="T81" fmla="*/ 104 h 278"/>
                <a:gd name="T82" fmla="*/ 299 w 1134"/>
                <a:gd name="T83" fmla="*/ 164 h 278"/>
                <a:gd name="T84" fmla="*/ 859 w 1134"/>
                <a:gd name="T85" fmla="*/ 224 h 278"/>
                <a:gd name="T86" fmla="*/ 897 w 1134"/>
                <a:gd name="T87" fmla="*/ 109 h 278"/>
                <a:gd name="T88" fmla="*/ 859 w 1134"/>
                <a:gd name="T89" fmla="*/ 84 h 278"/>
                <a:gd name="T90" fmla="*/ 829 w 1134"/>
                <a:gd name="T91" fmla="*/ 36 h 278"/>
                <a:gd name="T92" fmla="*/ 799 w 1134"/>
                <a:gd name="T93" fmla="*/ 84 h 278"/>
                <a:gd name="T94" fmla="*/ 829 w 1134"/>
                <a:gd name="T95" fmla="*/ 109 h 278"/>
                <a:gd name="T96" fmla="*/ 879 w 1134"/>
                <a:gd name="T97" fmla="*/ 275 h 278"/>
                <a:gd name="T98" fmla="*/ 897 w 1134"/>
                <a:gd name="T99" fmla="*/ 248 h 278"/>
                <a:gd name="T100" fmla="*/ 859 w 1134"/>
                <a:gd name="T101" fmla="*/ 224 h 278"/>
                <a:gd name="T102" fmla="*/ 801 w 1134"/>
                <a:gd name="T103" fmla="*/ 273 h 278"/>
                <a:gd name="T104" fmla="*/ 787 w 1134"/>
                <a:gd name="T105" fmla="*/ 249 h 278"/>
                <a:gd name="T106" fmla="*/ 768 w 1134"/>
                <a:gd name="T107" fmla="*/ 0 h 278"/>
                <a:gd name="T108" fmla="*/ 712 w 1134"/>
                <a:gd name="T109" fmla="*/ 24 h 278"/>
                <a:gd name="T110" fmla="*/ 737 w 1134"/>
                <a:gd name="T111" fmla="*/ 224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34" h="278">
                  <a:moveTo>
                    <a:pt x="645" y="273"/>
                  </a:moveTo>
                  <a:cubicBezTo>
                    <a:pt x="701" y="273"/>
                    <a:pt x="701" y="273"/>
                    <a:pt x="701" y="273"/>
                  </a:cubicBezTo>
                  <a:cubicBezTo>
                    <a:pt x="701" y="248"/>
                    <a:pt x="701" y="248"/>
                    <a:pt x="701" y="248"/>
                  </a:cubicBezTo>
                  <a:cubicBezTo>
                    <a:pt x="675" y="248"/>
                    <a:pt x="675" y="248"/>
                    <a:pt x="675" y="248"/>
                  </a:cubicBezTo>
                  <a:cubicBezTo>
                    <a:pt x="675" y="109"/>
                    <a:pt x="675" y="109"/>
                    <a:pt x="675" y="109"/>
                  </a:cubicBezTo>
                  <a:cubicBezTo>
                    <a:pt x="701" y="109"/>
                    <a:pt x="701" y="109"/>
                    <a:pt x="701" y="109"/>
                  </a:cubicBezTo>
                  <a:cubicBezTo>
                    <a:pt x="701" y="84"/>
                    <a:pt x="701" y="84"/>
                    <a:pt x="701" y="84"/>
                  </a:cubicBezTo>
                  <a:cubicBezTo>
                    <a:pt x="645" y="84"/>
                    <a:pt x="645" y="84"/>
                    <a:pt x="645" y="84"/>
                  </a:cubicBezTo>
                  <a:cubicBezTo>
                    <a:pt x="645" y="112"/>
                    <a:pt x="645" y="112"/>
                    <a:pt x="645" y="112"/>
                  </a:cubicBezTo>
                  <a:cubicBezTo>
                    <a:pt x="629" y="91"/>
                    <a:pt x="605" y="79"/>
                    <a:pt x="576" y="79"/>
                  </a:cubicBezTo>
                  <a:cubicBezTo>
                    <a:pt x="523" y="79"/>
                    <a:pt x="483" y="122"/>
                    <a:pt x="483" y="178"/>
                  </a:cubicBezTo>
                  <a:cubicBezTo>
                    <a:pt x="483" y="235"/>
                    <a:pt x="523" y="278"/>
                    <a:pt x="576" y="278"/>
                  </a:cubicBezTo>
                  <a:cubicBezTo>
                    <a:pt x="605" y="278"/>
                    <a:pt x="629" y="265"/>
                    <a:pt x="645" y="245"/>
                  </a:cubicBezTo>
                  <a:lnTo>
                    <a:pt x="645" y="273"/>
                  </a:lnTo>
                  <a:close/>
                  <a:moveTo>
                    <a:pt x="456" y="222"/>
                  </a:moveTo>
                  <a:cubicBezTo>
                    <a:pt x="426" y="222"/>
                    <a:pt x="426" y="222"/>
                    <a:pt x="426" y="222"/>
                  </a:cubicBezTo>
                  <a:cubicBezTo>
                    <a:pt x="415" y="241"/>
                    <a:pt x="395" y="253"/>
                    <a:pt x="367" y="253"/>
                  </a:cubicBezTo>
                  <a:cubicBezTo>
                    <a:pt x="325" y="253"/>
                    <a:pt x="302" y="227"/>
                    <a:pt x="299" y="189"/>
                  </a:cubicBezTo>
                  <a:cubicBezTo>
                    <a:pt x="461" y="189"/>
                    <a:pt x="461" y="189"/>
                    <a:pt x="461" y="189"/>
                  </a:cubicBezTo>
                  <a:cubicBezTo>
                    <a:pt x="461" y="175"/>
                    <a:pt x="461" y="175"/>
                    <a:pt x="461" y="175"/>
                  </a:cubicBezTo>
                  <a:cubicBezTo>
                    <a:pt x="461" y="118"/>
                    <a:pt x="424" y="79"/>
                    <a:pt x="366" y="79"/>
                  </a:cubicBezTo>
                  <a:cubicBezTo>
                    <a:pt x="308" y="79"/>
                    <a:pt x="267" y="120"/>
                    <a:pt x="267" y="178"/>
                  </a:cubicBezTo>
                  <a:cubicBezTo>
                    <a:pt x="267" y="237"/>
                    <a:pt x="308" y="278"/>
                    <a:pt x="366" y="278"/>
                  </a:cubicBezTo>
                  <a:cubicBezTo>
                    <a:pt x="409" y="278"/>
                    <a:pt x="442" y="257"/>
                    <a:pt x="456" y="222"/>
                  </a:cubicBezTo>
                  <a:moveTo>
                    <a:pt x="59" y="114"/>
                  </a:moveTo>
                  <a:cubicBezTo>
                    <a:pt x="59" y="25"/>
                    <a:pt x="59" y="25"/>
                    <a:pt x="59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47"/>
                    <a:pt x="27" y="247"/>
                    <a:pt x="27" y="24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6" y="273"/>
                    <a:pt x="86" y="273"/>
                    <a:pt x="86" y="273"/>
                  </a:cubicBezTo>
                  <a:cubicBezTo>
                    <a:pt x="86" y="247"/>
                    <a:pt x="86" y="247"/>
                    <a:pt x="86" y="247"/>
                  </a:cubicBezTo>
                  <a:cubicBezTo>
                    <a:pt x="59" y="247"/>
                    <a:pt x="59" y="247"/>
                    <a:pt x="59" y="247"/>
                  </a:cubicBezTo>
                  <a:cubicBezTo>
                    <a:pt x="59" y="138"/>
                    <a:pt x="59" y="138"/>
                    <a:pt x="59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6" y="247"/>
                    <a:pt x="196" y="247"/>
                    <a:pt x="196" y="247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73"/>
                    <a:pt x="168" y="273"/>
                    <a:pt x="168" y="273"/>
                  </a:cubicBezTo>
                  <a:cubicBezTo>
                    <a:pt x="255" y="273"/>
                    <a:pt x="255" y="273"/>
                    <a:pt x="255" y="273"/>
                  </a:cubicBezTo>
                  <a:cubicBezTo>
                    <a:pt x="255" y="247"/>
                    <a:pt x="255" y="247"/>
                    <a:pt x="255" y="247"/>
                  </a:cubicBezTo>
                  <a:cubicBezTo>
                    <a:pt x="227" y="247"/>
                    <a:pt x="227" y="247"/>
                    <a:pt x="227" y="247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196" y="25"/>
                    <a:pt x="196" y="25"/>
                    <a:pt x="196" y="25"/>
                  </a:cubicBezTo>
                  <a:cubicBezTo>
                    <a:pt x="196" y="114"/>
                    <a:pt x="196" y="114"/>
                    <a:pt x="196" y="114"/>
                  </a:cubicBezTo>
                  <a:lnTo>
                    <a:pt x="59" y="114"/>
                  </a:lnTo>
                  <a:close/>
                  <a:moveTo>
                    <a:pt x="996" y="248"/>
                  </a:moveTo>
                  <a:cubicBezTo>
                    <a:pt x="971" y="248"/>
                    <a:pt x="971" y="248"/>
                    <a:pt x="971" y="248"/>
                  </a:cubicBezTo>
                  <a:cubicBezTo>
                    <a:pt x="971" y="163"/>
                    <a:pt x="971" y="163"/>
                    <a:pt x="971" y="163"/>
                  </a:cubicBezTo>
                  <a:cubicBezTo>
                    <a:pt x="971" y="124"/>
                    <a:pt x="991" y="104"/>
                    <a:pt x="1026" y="104"/>
                  </a:cubicBezTo>
                  <a:cubicBezTo>
                    <a:pt x="1058" y="104"/>
                    <a:pt x="1078" y="124"/>
                    <a:pt x="1078" y="163"/>
                  </a:cubicBezTo>
                  <a:cubicBezTo>
                    <a:pt x="1078" y="248"/>
                    <a:pt x="1078" y="248"/>
                    <a:pt x="1078" y="248"/>
                  </a:cubicBezTo>
                  <a:cubicBezTo>
                    <a:pt x="1053" y="248"/>
                    <a:pt x="1053" y="248"/>
                    <a:pt x="1053" y="248"/>
                  </a:cubicBezTo>
                  <a:cubicBezTo>
                    <a:pt x="1053" y="273"/>
                    <a:pt x="1053" y="273"/>
                    <a:pt x="1053" y="273"/>
                  </a:cubicBezTo>
                  <a:cubicBezTo>
                    <a:pt x="1134" y="273"/>
                    <a:pt x="1134" y="273"/>
                    <a:pt x="1134" y="273"/>
                  </a:cubicBezTo>
                  <a:cubicBezTo>
                    <a:pt x="1134" y="248"/>
                    <a:pt x="1134" y="248"/>
                    <a:pt x="1134" y="248"/>
                  </a:cubicBezTo>
                  <a:cubicBezTo>
                    <a:pt x="1109" y="248"/>
                    <a:pt x="1109" y="248"/>
                    <a:pt x="1109" y="248"/>
                  </a:cubicBezTo>
                  <a:cubicBezTo>
                    <a:pt x="1109" y="163"/>
                    <a:pt x="1109" y="163"/>
                    <a:pt x="1109" y="163"/>
                  </a:cubicBezTo>
                  <a:cubicBezTo>
                    <a:pt x="1109" y="117"/>
                    <a:pt x="1081" y="79"/>
                    <a:pt x="1030" y="79"/>
                  </a:cubicBezTo>
                  <a:cubicBezTo>
                    <a:pt x="1003" y="79"/>
                    <a:pt x="983" y="89"/>
                    <a:pt x="971" y="105"/>
                  </a:cubicBezTo>
                  <a:cubicBezTo>
                    <a:pt x="971" y="0"/>
                    <a:pt x="971" y="0"/>
                    <a:pt x="971" y="0"/>
                  </a:cubicBezTo>
                  <a:cubicBezTo>
                    <a:pt x="915" y="0"/>
                    <a:pt x="915" y="0"/>
                    <a:pt x="915" y="0"/>
                  </a:cubicBezTo>
                  <a:cubicBezTo>
                    <a:pt x="915" y="24"/>
                    <a:pt x="915" y="24"/>
                    <a:pt x="915" y="24"/>
                  </a:cubicBezTo>
                  <a:cubicBezTo>
                    <a:pt x="940" y="24"/>
                    <a:pt x="940" y="24"/>
                    <a:pt x="940" y="24"/>
                  </a:cubicBezTo>
                  <a:cubicBezTo>
                    <a:pt x="940" y="248"/>
                    <a:pt x="940" y="248"/>
                    <a:pt x="940" y="248"/>
                  </a:cubicBezTo>
                  <a:cubicBezTo>
                    <a:pt x="915" y="248"/>
                    <a:pt x="915" y="248"/>
                    <a:pt x="915" y="248"/>
                  </a:cubicBezTo>
                  <a:cubicBezTo>
                    <a:pt x="915" y="273"/>
                    <a:pt x="915" y="273"/>
                    <a:pt x="915" y="273"/>
                  </a:cubicBezTo>
                  <a:cubicBezTo>
                    <a:pt x="996" y="273"/>
                    <a:pt x="996" y="273"/>
                    <a:pt x="996" y="273"/>
                  </a:cubicBezTo>
                  <a:lnTo>
                    <a:pt x="996" y="248"/>
                  </a:lnTo>
                  <a:close/>
                  <a:moveTo>
                    <a:pt x="514" y="178"/>
                  </a:moveTo>
                  <a:cubicBezTo>
                    <a:pt x="514" y="135"/>
                    <a:pt x="542" y="104"/>
                    <a:pt x="580" y="104"/>
                  </a:cubicBezTo>
                  <a:cubicBezTo>
                    <a:pt x="619" y="104"/>
                    <a:pt x="646" y="136"/>
                    <a:pt x="646" y="178"/>
                  </a:cubicBezTo>
                  <a:cubicBezTo>
                    <a:pt x="646" y="221"/>
                    <a:pt x="619" y="252"/>
                    <a:pt x="580" y="252"/>
                  </a:cubicBezTo>
                  <a:cubicBezTo>
                    <a:pt x="542" y="252"/>
                    <a:pt x="514" y="221"/>
                    <a:pt x="514" y="178"/>
                  </a:cubicBezTo>
                  <a:moveTo>
                    <a:pt x="366" y="104"/>
                  </a:moveTo>
                  <a:cubicBezTo>
                    <a:pt x="406" y="104"/>
                    <a:pt x="427" y="133"/>
                    <a:pt x="430" y="164"/>
                  </a:cubicBezTo>
                  <a:cubicBezTo>
                    <a:pt x="299" y="164"/>
                    <a:pt x="299" y="164"/>
                    <a:pt x="299" y="164"/>
                  </a:cubicBezTo>
                  <a:cubicBezTo>
                    <a:pt x="302" y="130"/>
                    <a:pt x="326" y="104"/>
                    <a:pt x="366" y="104"/>
                  </a:cubicBezTo>
                  <a:moveTo>
                    <a:pt x="859" y="224"/>
                  </a:moveTo>
                  <a:cubicBezTo>
                    <a:pt x="859" y="109"/>
                    <a:pt x="859" y="109"/>
                    <a:pt x="859" y="109"/>
                  </a:cubicBezTo>
                  <a:cubicBezTo>
                    <a:pt x="897" y="109"/>
                    <a:pt x="897" y="109"/>
                    <a:pt x="897" y="109"/>
                  </a:cubicBezTo>
                  <a:cubicBezTo>
                    <a:pt x="897" y="84"/>
                    <a:pt x="897" y="84"/>
                    <a:pt x="897" y="84"/>
                  </a:cubicBezTo>
                  <a:cubicBezTo>
                    <a:pt x="859" y="84"/>
                    <a:pt x="859" y="84"/>
                    <a:pt x="859" y="84"/>
                  </a:cubicBezTo>
                  <a:cubicBezTo>
                    <a:pt x="859" y="36"/>
                    <a:pt x="859" y="36"/>
                    <a:pt x="859" y="36"/>
                  </a:cubicBezTo>
                  <a:cubicBezTo>
                    <a:pt x="829" y="36"/>
                    <a:pt x="829" y="36"/>
                    <a:pt x="829" y="36"/>
                  </a:cubicBezTo>
                  <a:cubicBezTo>
                    <a:pt x="829" y="84"/>
                    <a:pt x="829" y="84"/>
                    <a:pt x="829" y="84"/>
                  </a:cubicBezTo>
                  <a:cubicBezTo>
                    <a:pt x="799" y="84"/>
                    <a:pt x="799" y="84"/>
                    <a:pt x="799" y="84"/>
                  </a:cubicBezTo>
                  <a:cubicBezTo>
                    <a:pt x="799" y="109"/>
                    <a:pt x="799" y="109"/>
                    <a:pt x="799" y="109"/>
                  </a:cubicBezTo>
                  <a:cubicBezTo>
                    <a:pt x="829" y="109"/>
                    <a:pt x="829" y="109"/>
                    <a:pt x="829" y="109"/>
                  </a:cubicBezTo>
                  <a:cubicBezTo>
                    <a:pt x="829" y="225"/>
                    <a:pt x="829" y="225"/>
                    <a:pt x="829" y="225"/>
                  </a:cubicBezTo>
                  <a:cubicBezTo>
                    <a:pt x="829" y="259"/>
                    <a:pt x="844" y="275"/>
                    <a:pt x="879" y="275"/>
                  </a:cubicBezTo>
                  <a:cubicBezTo>
                    <a:pt x="884" y="275"/>
                    <a:pt x="893" y="274"/>
                    <a:pt x="897" y="273"/>
                  </a:cubicBezTo>
                  <a:cubicBezTo>
                    <a:pt x="897" y="248"/>
                    <a:pt x="897" y="248"/>
                    <a:pt x="897" y="248"/>
                  </a:cubicBezTo>
                  <a:cubicBezTo>
                    <a:pt x="892" y="249"/>
                    <a:pt x="886" y="249"/>
                    <a:pt x="882" y="249"/>
                  </a:cubicBezTo>
                  <a:cubicBezTo>
                    <a:pt x="866" y="249"/>
                    <a:pt x="859" y="244"/>
                    <a:pt x="859" y="224"/>
                  </a:cubicBezTo>
                  <a:moveTo>
                    <a:pt x="783" y="275"/>
                  </a:moveTo>
                  <a:cubicBezTo>
                    <a:pt x="789" y="275"/>
                    <a:pt x="797" y="274"/>
                    <a:pt x="801" y="273"/>
                  </a:cubicBezTo>
                  <a:cubicBezTo>
                    <a:pt x="801" y="248"/>
                    <a:pt x="801" y="248"/>
                    <a:pt x="801" y="248"/>
                  </a:cubicBezTo>
                  <a:cubicBezTo>
                    <a:pt x="795" y="249"/>
                    <a:pt x="791" y="249"/>
                    <a:pt x="787" y="249"/>
                  </a:cubicBezTo>
                  <a:cubicBezTo>
                    <a:pt x="774" y="249"/>
                    <a:pt x="768" y="243"/>
                    <a:pt x="768" y="222"/>
                  </a:cubicBezTo>
                  <a:cubicBezTo>
                    <a:pt x="768" y="0"/>
                    <a:pt x="768" y="0"/>
                    <a:pt x="768" y="0"/>
                  </a:cubicBezTo>
                  <a:cubicBezTo>
                    <a:pt x="712" y="0"/>
                    <a:pt x="712" y="0"/>
                    <a:pt x="712" y="0"/>
                  </a:cubicBezTo>
                  <a:cubicBezTo>
                    <a:pt x="712" y="24"/>
                    <a:pt x="712" y="24"/>
                    <a:pt x="712" y="24"/>
                  </a:cubicBezTo>
                  <a:cubicBezTo>
                    <a:pt x="737" y="24"/>
                    <a:pt x="737" y="24"/>
                    <a:pt x="737" y="24"/>
                  </a:cubicBezTo>
                  <a:cubicBezTo>
                    <a:pt x="737" y="224"/>
                    <a:pt x="737" y="224"/>
                    <a:pt x="737" y="224"/>
                  </a:cubicBezTo>
                  <a:cubicBezTo>
                    <a:pt x="737" y="257"/>
                    <a:pt x="751" y="275"/>
                    <a:pt x="783" y="27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D958FC95-7F0F-491F-8DC3-06F8BACBF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7202" y="1504398"/>
              <a:ext cx="1030288" cy="1231900"/>
            </a:xfrm>
            <a:custGeom>
              <a:avLst/>
              <a:gdLst>
                <a:gd name="T0" fmla="*/ 85 w 243"/>
                <a:gd name="T1" fmla="*/ 195 h 288"/>
                <a:gd name="T2" fmla="*/ 125 w 243"/>
                <a:gd name="T3" fmla="*/ 223 h 288"/>
                <a:gd name="T4" fmla="*/ 158 w 243"/>
                <a:gd name="T5" fmla="*/ 203 h 288"/>
                <a:gd name="T6" fmla="*/ 110 w 243"/>
                <a:gd name="T7" fmla="*/ 176 h 288"/>
                <a:gd name="T8" fmla="*/ 36 w 243"/>
                <a:gd name="T9" fmla="*/ 150 h 288"/>
                <a:gd name="T10" fmla="*/ 5 w 243"/>
                <a:gd name="T11" fmla="*/ 87 h 288"/>
                <a:gd name="T12" fmla="*/ 119 w 243"/>
                <a:gd name="T13" fmla="*/ 0 h 288"/>
                <a:gd name="T14" fmla="*/ 236 w 243"/>
                <a:gd name="T15" fmla="*/ 86 h 288"/>
                <a:gd name="T16" fmla="*/ 153 w 243"/>
                <a:gd name="T17" fmla="*/ 86 h 288"/>
                <a:gd name="T18" fmla="*/ 118 w 243"/>
                <a:gd name="T19" fmla="*/ 62 h 288"/>
                <a:gd name="T20" fmla="*/ 90 w 243"/>
                <a:gd name="T21" fmla="*/ 80 h 288"/>
                <a:gd name="T22" fmla="*/ 130 w 243"/>
                <a:gd name="T23" fmla="*/ 104 h 288"/>
                <a:gd name="T24" fmla="*/ 208 w 243"/>
                <a:gd name="T25" fmla="*/ 130 h 288"/>
                <a:gd name="T26" fmla="*/ 243 w 243"/>
                <a:gd name="T27" fmla="*/ 194 h 288"/>
                <a:gd name="T28" fmla="*/ 122 w 243"/>
                <a:gd name="T29" fmla="*/ 288 h 288"/>
                <a:gd name="T30" fmla="*/ 0 w 243"/>
                <a:gd name="T31" fmla="*/ 195 h 288"/>
                <a:gd name="T32" fmla="*/ 85 w 243"/>
                <a:gd name="T33" fmla="*/ 195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288">
                  <a:moveTo>
                    <a:pt x="85" y="195"/>
                  </a:moveTo>
                  <a:cubicBezTo>
                    <a:pt x="90" y="216"/>
                    <a:pt x="101" y="223"/>
                    <a:pt x="125" y="223"/>
                  </a:cubicBezTo>
                  <a:cubicBezTo>
                    <a:pt x="146" y="223"/>
                    <a:pt x="158" y="215"/>
                    <a:pt x="158" y="203"/>
                  </a:cubicBezTo>
                  <a:cubicBezTo>
                    <a:pt x="158" y="186"/>
                    <a:pt x="142" y="185"/>
                    <a:pt x="110" y="176"/>
                  </a:cubicBezTo>
                  <a:cubicBezTo>
                    <a:pt x="72" y="166"/>
                    <a:pt x="48" y="158"/>
                    <a:pt x="36" y="150"/>
                  </a:cubicBezTo>
                  <a:cubicBezTo>
                    <a:pt x="15" y="135"/>
                    <a:pt x="5" y="114"/>
                    <a:pt x="5" y="87"/>
                  </a:cubicBezTo>
                  <a:cubicBezTo>
                    <a:pt x="5" y="34"/>
                    <a:pt x="47" y="0"/>
                    <a:pt x="119" y="0"/>
                  </a:cubicBezTo>
                  <a:cubicBezTo>
                    <a:pt x="189" y="0"/>
                    <a:pt x="231" y="31"/>
                    <a:pt x="236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0" y="70"/>
                    <a:pt x="139" y="62"/>
                    <a:pt x="118" y="62"/>
                  </a:cubicBezTo>
                  <a:cubicBezTo>
                    <a:pt x="99" y="62"/>
                    <a:pt x="90" y="68"/>
                    <a:pt x="90" y="80"/>
                  </a:cubicBezTo>
                  <a:cubicBezTo>
                    <a:pt x="90" y="95"/>
                    <a:pt x="104" y="98"/>
                    <a:pt x="130" y="104"/>
                  </a:cubicBezTo>
                  <a:cubicBezTo>
                    <a:pt x="164" y="113"/>
                    <a:pt x="191" y="119"/>
                    <a:pt x="208" y="130"/>
                  </a:cubicBezTo>
                  <a:cubicBezTo>
                    <a:pt x="232" y="146"/>
                    <a:pt x="243" y="166"/>
                    <a:pt x="243" y="194"/>
                  </a:cubicBezTo>
                  <a:cubicBezTo>
                    <a:pt x="243" y="253"/>
                    <a:pt x="201" y="288"/>
                    <a:pt x="122" y="288"/>
                  </a:cubicBezTo>
                  <a:cubicBezTo>
                    <a:pt x="48" y="288"/>
                    <a:pt x="6" y="253"/>
                    <a:pt x="0" y="195"/>
                  </a:cubicBezTo>
                  <a:lnTo>
                    <a:pt x="85" y="1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60CEC3B9-4063-48FC-90DC-4CDE63069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727" y="1504398"/>
              <a:ext cx="1147763" cy="1231900"/>
            </a:xfrm>
            <a:custGeom>
              <a:avLst/>
              <a:gdLst>
                <a:gd name="T0" fmla="*/ 271 w 271"/>
                <a:gd name="T1" fmla="*/ 174 h 288"/>
                <a:gd name="T2" fmla="*/ 140 w 271"/>
                <a:gd name="T3" fmla="*/ 288 h 288"/>
                <a:gd name="T4" fmla="*/ 0 w 271"/>
                <a:gd name="T5" fmla="*/ 144 h 288"/>
                <a:gd name="T6" fmla="*/ 139 w 271"/>
                <a:gd name="T7" fmla="*/ 0 h 288"/>
                <a:gd name="T8" fmla="*/ 269 w 271"/>
                <a:gd name="T9" fmla="*/ 111 h 288"/>
                <a:gd name="T10" fmla="*/ 186 w 271"/>
                <a:gd name="T11" fmla="*/ 111 h 288"/>
                <a:gd name="T12" fmla="*/ 140 w 271"/>
                <a:gd name="T13" fmla="*/ 68 h 288"/>
                <a:gd name="T14" fmla="*/ 88 w 271"/>
                <a:gd name="T15" fmla="*/ 144 h 288"/>
                <a:gd name="T16" fmla="*/ 142 w 271"/>
                <a:gd name="T17" fmla="*/ 220 h 288"/>
                <a:gd name="T18" fmla="*/ 188 w 271"/>
                <a:gd name="T19" fmla="*/ 174 h 288"/>
                <a:gd name="T20" fmla="*/ 271 w 271"/>
                <a:gd name="T21" fmla="*/ 17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1" h="288">
                  <a:moveTo>
                    <a:pt x="271" y="174"/>
                  </a:moveTo>
                  <a:cubicBezTo>
                    <a:pt x="266" y="246"/>
                    <a:pt x="219" y="288"/>
                    <a:pt x="140" y="288"/>
                  </a:cubicBezTo>
                  <a:cubicBezTo>
                    <a:pt x="53" y="288"/>
                    <a:pt x="0" y="233"/>
                    <a:pt x="0" y="144"/>
                  </a:cubicBezTo>
                  <a:cubicBezTo>
                    <a:pt x="0" y="55"/>
                    <a:pt x="54" y="0"/>
                    <a:pt x="139" y="0"/>
                  </a:cubicBezTo>
                  <a:cubicBezTo>
                    <a:pt x="218" y="0"/>
                    <a:pt x="264" y="40"/>
                    <a:pt x="269" y="111"/>
                  </a:cubicBezTo>
                  <a:cubicBezTo>
                    <a:pt x="186" y="111"/>
                    <a:pt x="186" y="111"/>
                    <a:pt x="186" y="111"/>
                  </a:cubicBezTo>
                  <a:cubicBezTo>
                    <a:pt x="183" y="83"/>
                    <a:pt x="168" y="68"/>
                    <a:pt x="140" y="68"/>
                  </a:cubicBezTo>
                  <a:cubicBezTo>
                    <a:pt x="105" y="68"/>
                    <a:pt x="88" y="94"/>
                    <a:pt x="88" y="144"/>
                  </a:cubicBezTo>
                  <a:cubicBezTo>
                    <a:pt x="88" y="194"/>
                    <a:pt x="107" y="220"/>
                    <a:pt x="142" y="220"/>
                  </a:cubicBezTo>
                  <a:cubicBezTo>
                    <a:pt x="169" y="220"/>
                    <a:pt x="186" y="204"/>
                    <a:pt x="188" y="174"/>
                  </a:cubicBezTo>
                  <a:lnTo>
                    <a:pt x="271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ACB778AF-4452-4D00-A46E-1FA80ABA89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115" y="1539323"/>
              <a:ext cx="1144588" cy="1163638"/>
            </a:xfrm>
            <a:custGeom>
              <a:avLst/>
              <a:gdLst>
                <a:gd name="T0" fmla="*/ 0 w 721"/>
                <a:gd name="T1" fmla="*/ 0 h 733"/>
                <a:gd name="T2" fmla="*/ 237 w 721"/>
                <a:gd name="T3" fmla="*/ 0 h 733"/>
                <a:gd name="T4" fmla="*/ 360 w 721"/>
                <a:gd name="T5" fmla="*/ 474 h 733"/>
                <a:gd name="T6" fmla="*/ 491 w 721"/>
                <a:gd name="T7" fmla="*/ 0 h 733"/>
                <a:gd name="T8" fmla="*/ 721 w 721"/>
                <a:gd name="T9" fmla="*/ 0 h 733"/>
                <a:gd name="T10" fmla="*/ 478 w 721"/>
                <a:gd name="T11" fmla="*/ 733 h 733"/>
                <a:gd name="T12" fmla="*/ 245 w 721"/>
                <a:gd name="T13" fmla="*/ 733 h 733"/>
                <a:gd name="T14" fmla="*/ 0 w 721"/>
                <a:gd name="T15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1" h="733">
                  <a:moveTo>
                    <a:pt x="0" y="0"/>
                  </a:moveTo>
                  <a:lnTo>
                    <a:pt x="237" y="0"/>
                  </a:lnTo>
                  <a:lnTo>
                    <a:pt x="360" y="474"/>
                  </a:lnTo>
                  <a:lnTo>
                    <a:pt x="491" y="0"/>
                  </a:lnTo>
                  <a:lnTo>
                    <a:pt x="721" y="0"/>
                  </a:lnTo>
                  <a:lnTo>
                    <a:pt x="478" y="733"/>
                  </a:lnTo>
                  <a:lnTo>
                    <a:pt x="245" y="73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52616A00-1107-4114-9319-20AF55350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652" y="1504398"/>
              <a:ext cx="1500188" cy="1231900"/>
            </a:xfrm>
            <a:custGeom>
              <a:avLst/>
              <a:gdLst>
                <a:gd name="T0" fmla="*/ 101 w 354"/>
                <a:gd name="T1" fmla="*/ 0 h 288"/>
                <a:gd name="T2" fmla="*/ 73 w 354"/>
                <a:gd name="T3" fmla="*/ 12 h 288"/>
                <a:gd name="T4" fmla="*/ 15 w 354"/>
                <a:gd name="T5" fmla="*/ 69 h 288"/>
                <a:gd name="T6" fmla="*/ 15 w 354"/>
                <a:gd name="T7" fmla="*/ 127 h 288"/>
                <a:gd name="T8" fmla="*/ 177 w 354"/>
                <a:gd name="T9" fmla="*/ 288 h 288"/>
                <a:gd name="T10" fmla="*/ 338 w 354"/>
                <a:gd name="T11" fmla="*/ 127 h 288"/>
                <a:gd name="T12" fmla="*/ 338 w 354"/>
                <a:gd name="T13" fmla="*/ 69 h 288"/>
                <a:gd name="T14" fmla="*/ 281 w 354"/>
                <a:gd name="T15" fmla="*/ 12 h 288"/>
                <a:gd name="T16" fmla="*/ 252 w 354"/>
                <a:gd name="T17" fmla="*/ 0 h 288"/>
                <a:gd name="T18" fmla="*/ 224 w 354"/>
                <a:gd name="T19" fmla="*/ 12 h 288"/>
                <a:gd name="T20" fmla="*/ 177 w 354"/>
                <a:gd name="T21" fmla="*/ 59 h 288"/>
                <a:gd name="T22" fmla="*/ 130 w 354"/>
                <a:gd name="T23" fmla="*/ 12 h 288"/>
                <a:gd name="T24" fmla="*/ 101 w 354"/>
                <a:gd name="T2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4" h="288">
                  <a:moveTo>
                    <a:pt x="101" y="0"/>
                  </a:moveTo>
                  <a:cubicBezTo>
                    <a:pt x="91" y="0"/>
                    <a:pt x="80" y="4"/>
                    <a:pt x="73" y="12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0" y="85"/>
                    <a:pt x="0" y="111"/>
                    <a:pt x="15" y="127"/>
                  </a:cubicBezTo>
                  <a:cubicBezTo>
                    <a:pt x="177" y="288"/>
                    <a:pt x="177" y="288"/>
                    <a:pt x="177" y="288"/>
                  </a:cubicBezTo>
                  <a:cubicBezTo>
                    <a:pt x="338" y="127"/>
                    <a:pt x="338" y="127"/>
                    <a:pt x="338" y="127"/>
                  </a:cubicBezTo>
                  <a:cubicBezTo>
                    <a:pt x="354" y="111"/>
                    <a:pt x="354" y="85"/>
                    <a:pt x="338" y="69"/>
                  </a:cubicBezTo>
                  <a:cubicBezTo>
                    <a:pt x="281" y="12"/>
                    <a:pt x="281" y="12"/>
                    <a:pt x="281" y="12"/>
                  </a:cubicBezTo>
                  <a:cubicBezTo>
                    <a:pt x="273" y="4"/>
                    <a:pt x="263" y="0"/>
                    <a:pt x="252" y="0"/>
                  </a:cubicBezTo>
                  <a:cubicBezTo>
                    <a:pt x="242" y="0"/>
                    <a:pt x="232" y="4"/>
                    <a:pt x="224" y="12"/>
                  </a:cubicBezTo>
                  <a:cubicBezTo>
                    <a:pt x="177" y="59"/>
                    <a:pt x="177" y="59"/>
                    <a:pt x="177" y="59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22" y="4"/>
                    <a:pt x="111" y="0"/>
                    <a:pt x="10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id="{7C96DD26-9A69-4431-91BB-3F67E41B5D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06527" y="2471186"/>
              <a:ext cx="233363" cy="239713"/>
            </a:xfrm>
            <a:custGeom>
              <a:avLst/>
              <a:gdLst>
                <a:gd name="T0" fmla="*/ 27 w 55"/>
                <a:gd name="T1" fmla="*/ 56 h 56"/>
                <a:gd name="T2" fmla="*/ 0 w 55"/>
                <a:gd name="T3" fmla="*/ 28 h 56"/>
                <a:gd name="T4" fmla="*/ 27 w 55"/>
                <a:gd name="T5" fmla="*/ 0 h 56"/>
                <a:gd name="T6" fmla="*/ 55 w 55"/>
                <a:gd name="T7" fmla="*/ 28 h 56"/>
                <a:gd name="T8" fmla="*/ 27 w 55"/>
                <a:gd name="T9" fmla="*/ 56 h 56"/>
                <a:gd name="T10" fmla="*/ 27 w 55"/>
                <a:gd name="T11" fmla="*/ 5 h 56"/>
                <a:gd name="T12" fmla="*/ 6 w 55"/>
                <a:gd name="T13" fmla="*/ 28 h 56"/>
                <a:gd name="T14" fmla="*/ 27 w 55"/>
                <a:gd name="T15" fmla="*/ 51 h 56"/>
                <a:gd name="T16" fmla="*/ 49 w 55"/>
                <a:gd name="T17" fmla="*/ 28 h 56"/>
                <a:gd name="T18" fmla="*/ 27 w 55"/>
                <a:gd name="T19" fmla="*/ 5 h 56"/>
                <a:gd name="T20" fmla="*/ 22 w 55"/>
                <a:gd name="T21" fmla="*/ 44 h 56"/>
                <a:gd name="T22" fmla="*/ 16 w 55"/>
                <a:gd name="T23" fmla="*/ 44 h 56"/>
                <a:gd name="T24" fmla="*/ 16 w 55"/>
                <a:gd name="T25" fmla="*/ 13 h 56"/>
                <a:gd name="T26" fmla="*/ 28 w 55"/>
                <a:gd name="T27" fmla="*/ 13 h 56"/>
                <a:gd name="T28" fmla="*/ 40 w 55"/>
                <a:gd name="T29" fmla="*/ 22 h 56"/>
                <a:gd name="T30" fmla="*/ 31 w 55"/>
                <a:gd name="T31" fmla="*/ 30 h 56"/>
                <a:gd name="T32" fmla="*/ 40 w 55"/>
                <a:gd name="T33" fmla="*/ 44 h 56"/>
                <a:gd name="T34" fmla="*/ 34 w 55"/>
                <a:gd name="T35" fmla="*/ 44 h 56"/>
                <a:gd name="T36" fmla="*/ 26 w 55"/>
                <a:gd name="T37" fmla="*/ 31 h 56"/>
                <a:gd name="T38" fmla="*/ 22 w 55"/>
                <a:gd name="T39" fmla="*/ 31 h 56"/>
                <a:gd name="T40" fmla="*/ 22 w 55"/>
                <a:gd name="T41" fmla="*/ 44 h 56"/>
                <a:gd name="T42" fmla="*/ 27 w 55"/>
                <a:gd name="T43" fmla="*/ 26 h 56"/>
                <a:gd name="T44" fmla="*/ 34 w 55"/>
                <a:gd name="T45" fmla="*/ 21 h 56"/>
                <a:gd name="T46" fmla="*/ 28 w 55"/>
                <a:gd name="T47" fmla="*/ 17 h 56"/>
                <a:gd name="T48" fmla="*/ 22 w 55"/>
                <a:gd name="T49" fmla="*/ 17 h 56"/>
                <a:gd name="T50" fmla="*/ 22 w 55"/>
                <a:gd name="T51" fmla="*/ 26 h 56"/>
                <a:gd name="T52" fmla="*/ 27 w 55"/>
                <a:gd name="T53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56">
                  <a:moveTo>
                    <a:pt x="27" y="56"/>
                  </a:moveTo>
                  <a:cubicBezTo>
                    <a:pt x="11" y="56"/>
                    <a:pt x="0" y="44"/>
                    <a:pt x="0" y="28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5" y="11"/>
                    <a:pt x="55" y="28"/>
                  </a:cubicBezTo>
                  <a:cubicBezTo>
                    <a:pt x="55" y="45"/>
                    <a:pt x="42" y="56"/>
                    <a:pt x="27" y="56"/>
                  </a:cubicBezTo>
                  <a:close/>
                  <a:moveTo>
                    <a:pt x="27" y="5"/>
                  </a:moveTo>
                  <a:cubicBezTo>
                    <a:pt x="15" y="5"/>
                    <a:pt x="6" y="14"/>
                    <a:pt x="6" y="28"/>
                  </a:cubicBezTo>
                  <a:cubicBezTo>
                    <a:pt x="6" y="41"/>
                    <a:pt x="14" y="51"/>
                    <a:pt x="27" y="51"/>
                  </a:cubicBezTo>
                  <a:cubicBezTo>
                    <a:pt x="39" y="51"/>
                    <a:pt x="49" y="42"/>
                    <a:pt x="49" y="28"/>
                  </a:cubicBezTo>
                  <a:cubicBezTo>
                    <a:pt x="49" y="14"/>
                    <a:pt x="39" y="5"/>
                    <a:pt x="27" y="5"/>
                  </a:cubicBezTo>
                  <a:close/>
                  <a:moveTo>
                    <a:pt x="22" y="44"/>
                  </a:moveTo>
                  <a:cubicBezTo>
                    <a:pt x="16" y="44"/>
                    <a:pt x="16" y="44"/>
                    <a:pt x="16" y="44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6" y="13"/>
                    <a:pt x="40" y="16"/>
                    <a:pt x="40" y="22"/>
                  </a:cubicBezTo>
                  <a:cubicBezTo>
                    <a:pt x="40" y="27"/>
                    <a:pt x="36" y="30"/>
                    <a:pt x="31" y="30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22" y="44"/>
                  </a:lnTo>
                  <a:close/>
                  <a:moveTo>
                    <a:pt x="27" y="26"/>
                  </a:moveTo>
                  <a:cubicBezTo>
                    <a:pt x="31" y="26"/>
                    <a:pt x="34" y="26"/>
                    <a:pt x="34" y="21"/>
                  </a:cubicBezTo>
                  <a:cubicBezTo>
                    <a:pt x="34" y="18"/>
                    <a:pt x="31" y="17"/>
                    <a:pt x="28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26"/>
                    <a:pt x="22" y="26"/>
                    <a:pt x="22" y="26"/>
                  </a:cubicBezTo>
                  <a:lnTo>
                    <a:pt x="27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sz="1500" b="1">
                <a:solidFill>
                  <a:schemeClr val="bg1"/>
                </a:solidFill>
                <a:latin typeface="CVS Health Sans" panose="020B05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069716032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357" y="4634747"/>
            <a:ext cx="10564071" cy="795528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357" y="5578043"/>
            <a:ext cx="10564071" cy="34747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500" b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presenter information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2323A7D-5761-4AEF-8E75-65750A20EB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35800" y="6371584"/>
            <a:ext cx="2798793" cy="201168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defRPr sz="1200" b="0">
                <a:solidFill>
                  <a:schemeClr val="tx2"/>
                </a:solidFill>
                <a:latin typeface="+mn-lt"/>
              </a:defRPr>
            </a:lvl1pPr>
            <a:lvl2pPr algn="r">
              <a:defRPr b="1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add date</a:t>
            </a:r>
          </a:p>
          <a:p>
            <a:pPr lvl="1"/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557929" y="429542"/>
            <a:ext cx="2872536" cy="352779"/>
            <a:chOff x="557784" y="429541"/>
            <a:chExt cx="2871788" cy="352779"/>
          </a:xfrm>
        </p:grpSpPr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F017E871-18C4-45C8-9198-BF68234904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62537" y="439542"/>
              <a:ext cx="1377022" cy="340505"/>
            </a:xfrm>
            <a:custGeom>
              <a:avLst/>
              <a:gdLst>
                <a:gd name="T0" fmla="*/ 701 w 1134"/>
                <a:gd name="T1" fmla="*/ 273 h 278"/>
                <a:gd name="T2" fmla="*/ 675 w 1134"/>
                <a:gd name="T3" fmla="*/ 248 h 278"/>
                <a:gd name="T4" fmla="*/ 701 w 1134"/>
                <a:gd name="T5" fmla="*/ 109 h 278"/>
                <a:gd name="T6" fmla="*/ 645 w 1134"/>
                <a:gd name="T7" fmla="*/ 84 h 278"/>
                <a:gd name="T8" fmla="*/ 576 w 1134"/>
                <a:gd name="T9" fmla="*/ 79 h 278"/>
                <a:gd name="T10" fmla="*/ 576 w 1134"/>
                <a:gd name="T11" fmla="*/ 278 h 278"/>
                <a:gd name="T12" fmla="*/ 645 w 1134"/>
                <a:gd name="T13" fmla="*/ 273 h 278"/>
                <a:gd name="T14" fmla="*/ 426 w 1134"/>
                <a:gd name="T15" fmla="*/ 222 h 278"/>
                <a:gd name="T16" fmla="*/ 299 w 1134"/>
                <a:gd name="T17" fmla="*/ 189 h 278"/>
                <a:gd name="T18" fmla="*/ 461 w 1134"/>
                <a:gd name="T19" fmla="*/ 175 h 278"/>
                <a:gd name="T20" fmla="*/ 267 w 1134"/>
                <a:gd name="T21" fmla="*/ 178 h 278"/>
                <a:gd name="T22" fmla="*/ 456 w 1134"/>
                <a:gd name="T23" fmla="*/ 222 h 278"/>
                <a:gd name="T24" fmla="*/ 59 w 1134"/>
                <a:gd name="T25" fmla="*/ 25 h 278"/>
                <a:gd name="T26" fmla="*/ 86 w 1134"/>
                <a:gd name="T27" fmla="*/ 0 h 278"/>
                <a:gd name="T28" fmla="*/ 0 w 1134"/>
                <a:gd name="T29" fmla="*/ 25 h 278"/>
                <a:gd name="T30" fmla="*/ 27 w 1134"/>
                <a:gd name="T31" fmla="*/ 247 h 278"/>
                <a:gd name="T32" fmla="*/ 0 w 1134"/>
                <a:gd name="T33" fmla="*/ 273 h 278"/>
                <a:gd name="T34" fmla="*/ 86 w 1134"/>
                <a:gd name="T35" fmla="*/ 247 h 278"/>
                <a:gd name="T36" fmla="*/ 59 w 1134"/>
                <a:gd name="T37" fmla="*/ 138 h 278"/>
                <a:gd name="T38" fmla="*/ 196 w 1134"/>
                <a:gd name="T39" fmla="*/ 247 h 278"/>
                <a:gd name="T40" fmla="*/ 168 w 1134"/>
                <a:gd name="T41" fmla="*/ 273 h 278"/>
                <a:gd name="T42" fmla="*/ 255 w 1134"/>
                <a:gd name="T43" fmla="*/ 247 h 278"/>
                <a:gd name="T44" fmla="*/ 227 w 1134"/>
                <a:gd name="T45" fmla="*/ 25 h 278"/>
                <a:gd name="T46" fmla="*/ 255 w 1134"/>
                <a:gd name="T47" fmla="*/ 0 h 278"/>
                <a:gd name="T48" fmla="*/ 168 w 1134"/>
                <a:gd name="T49" fmla="*/ 25 h 278"/>
                <a:gd name="T50" fmla="*/ 196 w 1134"/>
                <a:gd name="T51" fmla="*/ 114 h 278"/>
                <a:gd name="T52" fmla="*/ 996 w 1134"/>
                <a:gd name="T53" fmla="*/ 248 h 278"/>
                <a:gd name="T54" fmla="*/ 971 w 1134"/>
                <a:gd name="T55" fmla="*/ 163 h 278"/>
                <a:gd name="T56" fmla="*/ 1078 w 1134"/>
                <a:gd name="T57" fmla="*/ 163 h 278"/>
                <a:gd name="T58" fmla="*/ 1053 w 1134"/>
                <a:gd name="T59" fmla="*/ 248 h 278"/>
                <a:gd name="T60" fmla="*/ 1134 w 1134"/>
                <a:gd name="T61" fmla="*/ 273 h 278"/>
                <a:gd name="T62" fmla="*/ 1109 w 1134"/>
                <a:gd name="T63" fmla="*/ 248 h 278"/>
                <a:gd name="T64" fmla="*/ 1030 w 1134"/>
                <a:gd name="T65" fmla="*/ 79 h 278"/>
                <a:gd name="T66" fmla="*/ 971 w 1134"/>
                <a:gd name="T67" fmla="*/ 0 h 278"/>
                <a:gd name="T68" fmla="*/ 915 w 1134"/>
                <a:gd name="T69" fmla="*/ 24 h 278"/>
                <a:gd name="T70" fmla="*/ 940 w 1134"/>
                <a:gd name="T71" fmla="*/ 248 h 278"/>
                <a:gd name="T72" fmla="*/ 915 w 1134"/>
                <a:gd name="T73" fmla="*/ 273 h 278"/>
                <a:gd name="T74" fmla="*/ 996 w 1134"/>
                <a:gd name="T75" fmla="*/ 248 h 278"/>
                <a:gd name="T76" fmla="*/ 580 w 1134"/>
                <a:gd name="T77" fmla="*/ 104 h 278"/>
                <a:gd name="T78" fmla="*/ 580 w 1134"/>
                <a:gd name="T79" fmla="*/ 252 h 278"/>
                <a:gd name="T80" fmla="*/ 366 w 1134"/>
                <a:gd name="T81" fmla="*/ 104 h 278"/>
                <a:gd name="T82" fmla="*/ 299 w 1134"/>
                <a:gd name="T83" fmla="*/ 164 h 278"/>
                <a:gd name="T84" fmla="*/ 859 w 1134"/>
                <a:gd name="T85" fmla="*/ 224 h 278"/>
                <a:gd name="T86" fmla="*/ 897 w 1134"/>
                <a:gd name="T87" fmla="*/ 109 h 278"/>
                <a:gd name="T88" fmla="*/ 859 w 1134"/>
                <a:gd name="T89" fmla="*/ 84 h 278"/>
                <a:gd name="T90" fmla="*/ 829 w 1134"/>
                <a:gd name="T91" fmla="*/ 36 h 278"/>
                <a:gd name="T92" fmla="*/ 799 w 1134"/>
                <a:gd name="T93" fmla="*/ 84 h 278"/>
                <a:gd name="T94" fmla="*/ 829 w 1134"/>
                <a:gd name="T95" fmla="*/ 109 h 278"/>
                <a:gd name="T96" fmla="*/ 879 w 1134"/>
                <a:gd name="T97" fmla="*/ 275 h 278"/>
                <a:gd name="T98" fmla="*/ 897 w 1134"/>
                <a:gd name="T99" fmla="*/ 248 h 278"/>
                <a:gd name="T100" fmla="*/ 859 w 1134"/>
                <a:gd name="T101" fmla="*/ 224 h 278"/>
                <a:gd name="T102" fmla="*/ 801 w 1134"/>
                <a:gd name="T103" fmla="*/ 273 h 278"/>
                <a:gd name="T104" fmla="*/ 787 w 1134"/>
                <a:gd name="T105" fmla="*/ 249 h 278"/>
                <a:gd name="T106" fmla="*/ 768 w 1134"/>
                <a:gd name="T107" fmla="*/ 0 h 278"/>
                <a:gd name="T108" fmla="*/ 712 w 1134"/>
                <a:gd name="T109" fmla="*/ 24 h 278"/>
                <a:gd name="T110" fmla="*/ 737 w 1134"/>
                <a:gd name="T111" fmla="*/ 224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34" h="278">
                  <a:moveTo>
                    <a:pt x="645" y="273"/>
                  </a:moveTo>
                  <a:cubicBezTo>
                    <a:pt x="701" y="273"/>
                    <a:pt x="701" y="273"/>
                    <a:pt x="701" y="273"/>
                  </a:cubicBezTo>
                  <a:cubicBezTo>
                    <a:pt x="701" y="248"/>
                    <a:pt x="701" y="248"/>
                    <a:pt x="701" y="248"/>
                  </a:cubicBezTo>
                  <a:cubicBezTo>
                    <a:pt x="675" y="248"/>
                    <a:pt x="675" y="248"/>
                    <a:pt x="675" y="248"/>
                  </a:cubicBezTo>
                  <a:cubicBezTo>
                    <a:pt x="675" y="109"/>
                    <a:pt x="675" y="109"/>
                    <a:pt x="675" y="109"/>
                  </a:cubicBezTo>
                  <a:cubicBezTo>
                    <a:pt x="701" y="109"/>
                    <a:pt x="701" y="109"/>
                    <a:pt x="701" y="109"/>
                  </a:cubicBezTo>
                  <a:cubicBezTo>
                    <a:pt x="701" y="84"/>
                    <a:pt x="701" y="84"/>
                    <a:pt x="701" y="84"/>
                  </a:cubicBezTo>
                  <a:cubicBezTo>
                    <a:pt x="645" y="84"/>
                    <a:pt x="645" y="84"/>
                    <a:pt x="645" y="84"/>
                  </a:cubicBezTo>
                  <a:cubicBezTo>
                    <a:pt x="645" y="112"/>
                    <a:pt x="645" y="112"/>
                    <a:pt x="645" y="112"/>
                  </a:cubicBezTo>
                  <a:cubicBezTo>
                    <a:pt x="629" y="91"/>
                    <a:pt x="605" y="79"/>
                    <a:pt x="576" y="79"/>
                  </a:cubicBezTo>
                  <a:cubicBezTo>
                    <a:pt x="523" y="79"/>
                    <a:pt x="483" y="122"/>
                    <a:pt x="483" y="178"/>
                  </a:cubicBezTo>
                  <a:cubicBezTo>
                    <a:pt x="483" y="235"/>
                    <a:pt x="523" y="278"/>
                    <a:pt x="576" y="278"/>
                  </a:cubicBezTo>
                  <a:cubicBezTo>
                    <a:pt x="605" y="278"/>
                    <a:pt x="629" y="265"/>
                    <a:pt x="645" y="245"/>
                  </a:cubicBezTo>
                  <a:lnTo>
                    <a:pt x="645" y="273"/>
                  </a:lnTo>
                  <a:close/>
                  <a:moveTo>
                    <a:pt x="456" y="222"/>
                  </a:moveTo>
                  <a:cubicBezTo>
                    <a:pt x="426" y="222"/>
                    <a:pt x="426" y="222"/>
                    <a:pt x="426" y="222"/>
                  </a:cubicBezTo>
                  <a:cubicBezTo>
                    <a:pt x="415" y="241"/>
                    <a:pt x="395" y="253"/>
                    <a:pt x="367" y="253"/>
                  </a:cubicBezTo>
                  <a:cubicBezTo>
                    <a:pt x="325" y="253"/>
                    <a:pt x="302" y="227"/>
                    <a:pt x="299" y="189"/>
                  </a:cubicBezTo>
                  <a:cubicBezTo>
                    <a:pt x="461" y="189"/>
                    <a:pt x="461" y="189"/>
                    <a:pt x="461" y="189"/>
                  </a:cubicBezTo>
                  <a:cubicBezTo>
                    <a:pt x="461" y="175"/>
                    <a:pt x="461" y="175"/>
                    <a:pt x="461" y="175"/>
                  </a:cubicBezTo>
                  <a:cubicBezTo>
                    <a:pt x="461" y="118"/>
                    <a:pt x="424" y="79"/>
                    <a:pt x="366" y="79"/>
                  </a:cubicBezTo>
                  <a:cubicBezTo>
                    <a:pt x="308" y="79"/>
                    <a:pt x="267" y="120"/>
                    <a:pt x="267" y="178"/>
                  </a:cubicBezTo>
                  <a:cubicBezTo>
                    <a:pt x="267" y="237"/>
                    <a:pt x="308" y="278"/>
                    <a:pt x="366" y="278"/>
                  </a:cubicBezTo>
                  <a:cubicBezTo>
                    <a:pt x="409" y="278"/>
                    <a:pt x="442" y="257"/>
                    <a:pt x="456" y="222"/>
                  </a:cubicBezTo>
                  <a:moveTo>
                    <a:pt x="59" y="114"/>
                  </a:moveTo>
                  <a:cubicBezTo>
                    <a:pt x="59" y="25"/>
                    <a:pt x="59" y="25"/>
                    <a:pt x="59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47"/>
                    <a:pt x="27" y="247"/>
                    <a:pt x="27" y="24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6" y="273"/>
                    <a:pt x="86" y="273"/>
                    <a:pt x="86" y="273"/>
                  </a:cubicBezTo>
                  <a:cubicBezTo>
                    <a:pt x="86" y="247"/>
                    <a:pt x="86" y="247"/>
                    <a:pt x="86" y="247"/>
                  </a:cubicBezTo>
                  <a:cubicBezTo>
                    <a:pt x="59" y="247"/>
                    <a:pt x="59" y="247"/>
                    <a:pt x="59" y="247"/>
                  </a:cubicBezTo>
                  <a:cubicBezTo>
                    <a:pt x="59" y="138"/>
                    <a:pt x="59" y="138"/>
                    <a:pt x="59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6" y="247"/>
                    <a:pt x="196" y="247"/>
                    <a:pt x="196" y="247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73"/>
                    <a:pt x="168" y="273"/>
                    <a:pt x="168" y="273"/>
                  </a:cubicBezTo>
                  <a:cubicBezTo>
                    <a:pt x="255" y="273"/>
                    <a:pt x="255" y="273"/>
                    <a:pt x="255" y="273"/>
                  </a:cubicBezTo>
                  <a:cubicBezTo>
                    <a:pt x="255" y="247"/>
                    <a:pt x="255" y="247"/>
                    <a:pt x="255" y="247"/>
                  </a:cubicBezTo>
                  <a:cubicBezTo>
                    <a:pt x="227" y="247"/>
                    <a:pt x="227" y="247"/>
                    <a:pt x="227" y="247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196" y="25"/>
                    <a:pt x="196" y="25"/>
                    <a:pt x="196" y="25"/>
                  </a:cubicBezTo>
                  <a:cubicBezTo>
                    <a:pt x="196" y="114"/>
                    <a:pt x="196" y="114"/>
                    <a:pt x="196" y="114"/>
                  </a:cubicBezTo>
                  <a:lnTo>
                    <a:pt x="59" y="114"/>
                  </a:lnTo>
                  <a:close/>
                  <a:moveTo>
                    <a:pt x="996" y="248"/>
                  </a:moveTo>
                  <a:cubicBezTo>
                    <a:pt x="971" y="248"/>
                    <a:pt x="971" y="248"/>
                    <a:pt x="971" y="248"/>
                  </a:cubicBezTo>
                  <a:cubicBezTo>
                    <a:pt x="971" y="163"/>
                    <a:pt x="971" y="163"/>
                    <a:pt x="971" y="163"/>
                  </a:cubicBezTo>
                  <a:cubicBezTo>
                    <a:pt x="971" y="124"/>
                    <a:pt x="991" y="104"/>
                    <a:pt x="1026" y="104"/>
                  </a:cubicBezTo>
                  <a:cubicBezTo>
                    <a:pt x="1058" y="104"/>
                    <a:pt x="1078" y="124"/>
                    <a:pt x="1078" y="163"/>
                  </a:cubicBezTo>
                  <a:cubicBezTo>
                    <a:pt x="1078" y="248"/>
                    <a:pt x="1078" y="248"/>
                    <a:pt x="1078" y="248"/>
                  </a:cubicBezTo>
                  <a:cubicBezTo>
                    <a:pt x="1053" y="248"/>
                    <a:pt x="1053" y="248"/>
                    <a:pt x="1053" y="248"/>
                  </a:cubicBezTo>
                  <a:cubicBezTo>
                    <a:pt x="1053" y="273"/>
                    <a:pt x="1053" y="273"/>
                    <a:pt x="1053" y="273"/>
                  </a:cubicBezTo>
                  <a:cubicBezTo>
                    <a:pt x="1134" y="273"/>
                    <a:pt x="1134" y="273"/>
                    <a:pt x="1134" y="273"/>
                  </a:cubicBezTo>
                  <a:cubicBezTo>
                    <a:pt x="1134" y="248"/>
                    <a:pt x="1134" y="248"/>
                    <a:pt x="1134" y="248"/>
                  </a:cubicBezTo>
                  <a:cubicBezTo>
                    <a:pt x="1109" y="248"/>
                    <a:pt x="1109" y="248"/>
                    <a:pt x="1109" y="248"/>
                  </a:cubicBezTo>
                  <a:cubicBezTo>
                    <a:pt x="1109" y="163"/>
                    <a:pt x="1109" y="163"/>
                    <a:pt x="1109" y="163"/>
                  </a:cubicBezTo>
                  <a:cubicBezTo>
                    <a:pt x="1109" y="117"/>
                    <a:pt x="1081" y="79"/>
                    <a:pt x="1030" y="79"/>
                  </a:cubicBezTo>
                  <a:cubicBezTo>
                    <a:pt x="1003" y="79"/>
                    <a:pt x="983" y="89"/>
                    <a:pt x="971" y="105"/>
                  </a:cubicBezTo>
                  <a:cubicBezTo>
                    <a:pt x="971" y="0"/>
                    <a:pt x="971" y="0"/>
                    <a:pt x="971" y="0"/>
                  </a:cubicBezTo>
                  <a:cubicBezTo>
                    <a:pt x="915" y="0"/>
                    <a:pt x="915" y="0"/>
                    <a:pt x="915" y="0"/>
                  </a:cubicBezTo>
                  <a:cubicBezTo>
                    <a:pt x="915" y="24"/>
                    <a:pt x="915" y="24"/>
                    <a:pt x="915" y="24"/>
                  </a:cubicBezTo>
                  <a:cubicBezTo>
                    <a:pt x="940" y="24"/>
                    <a:pt x="940" y="24"/>
                    <a:pt x="940" y="24"/>
                  </a:cubicBezTo>
                  <a:cubicBezTo>
                    <a:pt x="940" y="248"/>
                    <a:pt x="940" y="248"/>
                    <a:pt x="940" y="248"/>
                  </a:cubicBezTo>
                  <a:cubicBezTo>
                    <a:pt x="915" y="248"/>
                    <a:pt x="915" y="248"/>
                    <a:pt x="915" y="248"/>
                  </a:cubicBezTo>
                  <a:cubicBezTo>
                    <a:pt x="915" y="273"/>
                    <a:pt x="915" y="273"/>
                    <a:pt x="915" y="273"/>
                  </a:cubicBezTo>
                  <a:cubicBezTo>
                    <a:pt x="996" y="273"/>
                    <a:pt x="996" y="273"/>
                    <a:pt x="996" y="273"/>
                  </a:cubicBezTo>
                  <a:lnTo>
                    <a:pt x="996" y="248"/>
                  </a:lnTo>
                  <a:close/>
                  <a:moveTo>
                    <a:pt x="514" y="178"/>
                  </a:moveTo>
                  <a:cubicBezTo>
                    <a:pt x="514" y="135"/>
                    <a:pt x="542" y="104"/>
                    <a:pt x="580" y="104"/>
                  </a:cubicBezTo>
                  <a:cubicBezTo>
                    <a:pt x="619" y="104"/>
                    <a:pt x="646" y="136"/>
                    <a:pt x="646" y="178"/>
                  </a:cubicBezTo>
                  <a:cubicBezTo>
                    <a:pt x="646" y="221"/>
                    <a:pt x="619" y="252"/>
                    <a:pt x="580" y="252"/>
                  </a:cubicBezTo>
                  <a:cubicBezTo>
                    <a:pt x="542" y="252"/>
                    <a:pt x="514" y="221"/>
                    <a:pt x="514" y="178"/>
                  </a:cubicBezTo>
                  <a:moveTo>
                    <a:pt x="366" y="104"/>
                  </a:moveTo>
                  <a:cubicBezTo>
                    <a:pt x="406" y="104"/>
                    <a:pt x="427" y="133"/>
                    <a:pt x="430" y="164"/>
                  </a:cubicBezTo>
                  <a:cubicBezTo>
                    <a:pt x="299" y="164"/>
                    <a:pt x="299" y="164"/>
                    <a:pt x="299" y="164"/>
                  </a:cubicBezTo>
                  <a:cubicBezTo>
                    <a:pt x="302" y="130"/>
                    <a:pt x="326" y="104"/>
                    <a:pt x="366" y="104"/>
                  </a:cubicBezTo>
                  <a:moveTo>
                    <a:pt x="859" y="224"/>
                  </a:moveTo>
                  <a:cubicBezTo>
                    <a:pt x="859" y="109"/>
                    <a:pt x="859" y="109"/>
                    <a:pt x="859" y="109"/>
                  </a:cubicBezTo>
                  <a:cubicBezTo>
                    <a:pt x="897" y="109"/>
                    <a:pt x="897" y="109"/>
                    <a:pt x="897" y="109"/>
                  </a:cubicBezTo>
                  <a:cubicBezTo>
                    <a:pt x="897" y="84"/>
                    <a:pt x="897" y="84"/>
                    <a:pt x="897" y="84"/>
                  </a:cubicBezTo>
                  <a:cubicBezTo>
                    <a:pt x="859" y="84"/>
                    <a:pt x="859" y="84"/>
                    <a:pt x="859" y="84"/>
                  </a:cubicBezTo>
                  <a:cubicBezTo>
                    <a:pt x="859" y="36"/>
                    <a:pt x="859" y="36"/>
                    <a:pt x="859" y="36"/>
                  </a:cubicBezTo>
                  <a:cubicBezTo>
                    <a:pt x="829" y="36"/>
                    <a:pt x="829" y="36"/>
                    <a:pt x="829" y="36"/>
                  </a:cubicBezTo>
                  <a:cubicBezTo>
                    <a:pt x="829" y="84"/>
                    <a:pt x="829" y="84"/>
                    <a:pt x="829" y="84"/>
                  </a:cubicBezTo>
                  <a:cubicBezTo>
                    <a:pt x="799" y="84"/>
                    <a:pt x="799" y="84"/>
                    <a:pt x="799" y="84"/>
                  </a:cubicBezTo>
                  <a:cubicBezTo>
                    <a:pt x="799" y="109"/>
                    <a:pt x="799" y="109"/>
                    <a:pt x="799" y="109"/>
                  </a:cubicBezTo>
                  <a:cubicBezTo>
                    <a:pt x="829" y="109"/>
                    <a:pt x="829" y="109"/>
                    <a:pt x="829" y="109"/>
                  </a:cubicBezTo>
                  <a:cubicBezTo>
                    <a:pt x="829" y="225"/>
                    <a:pt x="829" y="225"/>
                    <a:pt x="829" y="225"/>
                  </a:cubicBezTo>
                  <a:cubicBezTo>
                    <a:pt x="829" y="259"/>
                    <a:pt x="844" y="275"/>
                    <a:pt x="879" y="275"/>
                  </a:cubicBezTo>
                  <a:cubicBezTo>
                    <a:pt x="884" y="275"/>
                    <a:pt x="893" y="274"/>
                    <a:pt x="897" y="273"/>
                  </a:cubicBezTo>
                  <a:cubicBezTo>
                    <a:pt x="897" y="248"/>
                    <a:pt x="897" y="248"/>
                    <a:pt x="897" y="248"/>
                  </a:cubicBezTo>
                  <a:cubicBezTo>
                    <a:pt x="892" y="249"/>
                    <a:pt x="886" y="249"/>
                    <a:pt x="882" y="249"/>
                  </a:cubicBezTo>
                  <a:cubicBezTo>
                    <a:pt x="866" y="249"/>
                    <a:pt x="859" y="244"/>
                    <a:pt x="859" y="224"/>
                  </a:cubicBezTo>
                  <a:moveTo>
                    <a:pt x="783" y="275"/>
                  </a:moveTo>
                  <a:cubicBezTo>
                    <a:pt x="789" y="275"/>
                    <a:pt x="797" y="274"/>
                    <a:pt x="801" y="273"/>
                  </a:cubicBezTo>
                  <a:cubicBezTo>
                    <a:pt x="801" y="248"/>
                    <a:pt x="801" y="248"/>
                    <a:pt x="801" y="248"/>
                  </a:cubicBezTo>
                  <a:cubicBezTo>
                    <a:pt x="795" y="249"/>
                    <a:pt x="791" y="249"/>
                    <a:pt x="787" y="249"/>
                  </a:cubicBezTo>
                  <a:cubicBezTo>
                    <a:pt x="774" y="249"/>
                    <a:pt x="768" y="243"/>
                    <a:pt x="768" y="222"/>
                  </a:cubicBezTo>
                  <a:cubicBezTo>
                    <a:pt x="768" y="0"/>
                    <a:pt x="768" y="0"/>
                    <a:pt x="768" y="0"/>
                  </a:cubicBezTo>
                  <a:cubicBezTo>
                    <a:pt x="712" y="0"/>
                    <a:pt x="712" y="0"/>
                    <a:pt x="712" y="0"/>
                  </a:cubicBezTo>
                  <a:cubicBezTo>
                    <a:pt x="712" y="24"/>
                    <a:pt x="712" y="24"/>
                    <a:pt x="712" y="24"/>
                  </a:cubicBezTo>
                  <a:cubicBezTo>
                    <a:pt x="737" y="24"/>
                    <a:pt x="737" y="24"/>
                    <a:pt x="737" y="24"/>
                  </a:cubicBezTo>
                  <a:cubicBezTo>
                    <a:pt x="737" y="224"/>
                    <a:pt x="737" y="224"/>
                    <a:pt x="737" y="224"/>
                  </a:cubicBezTo>
                  <a:cubicBezTo>
                    <a:pt x="737" y="257"/>
                    <a:pt x="751" y="275"/>
                    <a:pt x="783" y="27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64721E85-2239-483B-879C-87964E713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125" y="429541"/>
              <a:ext cx="295044" cy="352779"/>
            </a:xfrm>
            <a:custGeom>
              <a:avLst/>
              <a:gdLst>
                <a:gd name="T0" fmla="*/ 85 w 243"/>
                <a:gd name="T1" fmla="*/ 195 h 288"/>
                <a:gd name="T2" fmla="*/ 125 w 243"/>
                <a:gd name="T3" fmla="*/ 223 h 288"/>
                <a:gd name="T4" fmla="*/ 158 w 243"/>
                <a:gd name="T5" fmla="*/ 203 h 288"/>
                <a:gd name="T6" fmla="*/ 110 w 243"/>
                <a:gd name="T7" fmla="*/ 176 h 288"/>
                <a:gd name="T8" fmla="*/ 36 w 243"/>
                <a:gd name="T9" fmla="*/ 150 h 288"/>
                <a:gd name="T10" fmla="*/ 5 w 243"/>
                <a:gd name="T11" fmla="*/ 87 h 288"/>
                <a:gd name="T12" fmla="*/ 119 w 243"/>
                <a:gd name="T13" fmla="*/ 0 h 288"/>
                <a:gd name="T14" fmla="*/ 236 w 243"/>
                <a:gd name="T15" fmla="*/ 86 h 288"/>
                <a:gd name="T16" fmla="*/ 153 w 243"/>
                <a:gd name="T17" fmla="*/ 86 h 288"/>
                <a:gd name="T18" fmla="*/ 118 w 243"/>
                <a:gd name="T19" fmla="*/ 62 h 288"/>
                <a:gd name="T20" fmla="*/ 90 w 243"/>
                <a:gd name="T21" fmla="*/ 80 h 288"/>
                <a:gd name="T22" fmla="*/ 130 w 243"/>
                <a:gd name="T23" fmla="*/ 104 h 288"/>
                <a:gd name="T24" fmla="*/ 208 w 243"/>
                <a:gd name="T25" fmla="*/ 130 h 288"/>
                <a:gd name="T26" fmla="*/ 243 w 243"/>
                <a:gd name="T27" fmla="*/ 194 h 288"/>
                <a:gd name="T28" fmla="*/ 122 w 243"/>
                <a:gd name="T29" fmla="*/ 288 h 288"/>
                <a:gd name="T30" fmla="*/ 0 w 243"/>
                <a:gd name="T31" fmla="*/ 195 h 288"/>
                <a:gd name="T32" fmla="*/ 85 w 243"/>
                <a:gd name="T33" fmla="*/ 195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288">
                  <a:moveTo>
                    <a:pt x="85" y="195"/>
                  </a:moveTo>
                  <a:cubicBezTo>
                    <a:pt x="90" y="216"/>
                    <a:pt x="101" y="223"/>
                    <a:pt x="125" y="223"/>
                  </a:cubicBezTo>
                  <a:cubicBezTo>
                    <a:pt x="146" y="223"/>
                    <a:pt x="158" y="215"/>
                    <a:pt x="158" y="203"/>
                  </a:cubicBezTo>
                  <a:cubicBezTo>
                    <a:pt x="158" y="186"/>
                    <a:pt x="142" y="185"/>
                    <a:pt x="110" y="176"/>
                  </a:cubicBezTo>
                  <a:cubicBezTo>
                    <a:pt x="72" y="166"/>
                    <a:pt x="48" y="158"/>
                    <a:pt x="36" y="150"/>
                  </a:cubicBezTo>
                  <a:cubicBezTo>
                    <a:pt x="15" y="135"/>
                    <a:pt x="5" y="114"/>
                    <a:pt x="5" y="87"/>
                  </a:cubicBezTo>
                  <a:cubicBezTo>
                    <a:pt x="5" y="34"/>
                    <a:pt x="47" y="0"/>
                    <a:pt x="119" y="0"/>
                  </a:cubicBezTo>
                  <a:cubicBezTo>
                    <a:pt x="189" y="0"/>
                    <a:pt x="231" y="31"/>
                    <a:pt x="236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0" y="70"/>
                    <a:pt x="139" y="62"/>
                    <a:pt x="118" y="62"/>
                  </a:cubicBezTo>
                  <a:cubicBezTo>
                    <a:pt x="99" y="62"/>
                    <a:pt x="90" y="68"/>
                    <a:pt x="90" y="80"/>
                  </a:cubicBezTo>
                  <a:cubicBezTo>
                    <a:pt x="90" y="95"/>
                    <a:pt x="104" y="98"/>
                    <a:pt x="130" y="104"/>
                  </a:cubicBezTo>
                  <a:cubicBezTo>
                    <a:pt x="164" y="113"/>
                    <a:pt x="191" y="119"/>
                    <a:pt x="208" y="130"/>
                  </a:cubicBezTo>
                  <a:cubicBezTo>
                    <a:pt x="232" y="146"/>
                    <a:pt x="243" y="166"/>
                    <a:pt x="243" y="194"/>
                  </a:cubicBezTo>
                  <a:cubicBezTo>
                    <a:pt x="243" y="253"/>
                    <a:pt x="201" y="288"/>
                    <a:pt x="122" y="288"/>
                  </a:cubicBezTo>
                  <a:cubicBezTo>
                    <a:pt x="48" y="288"/>
                    <a:pt x="6" y="253"/>
                    <a:pt x="0" y="195"/>
                  </a:cubicBezTo>
                  <a:lnTo>
                    <a:pt x="85" y="1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DE44ED71-C040-4229-9666-B07DD1B05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580" y="429541"/>
              <a:ext cx="328685" cy="352779"/>
            </a:xfrm>
            <a:custGeom>
              <a:avLst/>
              <a:gdLst>
                <a:gd name="T0" fmla="*/ 271 w 271"/>
                <a:gd name="T1" fmla="*/ 174 h 288"/>
                <a:gd name="T2" fmla="*/ 140 w 271"/>
                <a:gd name="T3" fmla="*/ 288 h 288"/>
                <a:gd name="T4" fmla="*/ 0 w 271"/>
                <a:gd name="T5" fmla="*/ 144 h 288"/>
                <a:gd name="T6" fmla="*/ 139 w 271"/>
                <a:gd name="T7" fmla="*/ 0 h 288"/>
                <a:gd name="T8" fmla="*/ 269 w 271"/>
                <a:gd name="T9" fmla="*/ 111 h 288"/>
                <a:gd name="T10" fmla="*/ 186 w 271"/>
                <a:gd name="T11" fmla="*/ 111 h 288"/>
                <a:gd name="T12" fmla="*/ 140 w 271"/>
                <a:gd name="T13" fmla="*/ 68 h 288"/>
                <a:gd name="T14" fmla="*/ 88 w 271"/>
                <a:gd name="T15" fmla="*/ 144 h 288"/>
                <a:gd name="T16" fmla="*/ 142 w 271"/>
                <a:gd name="T17" fmla="*/ 220 h 288"/>
                <a:gd name="T18" fmla="*/ 188 w 271"/>
                <a:gd name="T19" fmla="*/ 174 h 288"/>
                <a:gd name="T20" fmla="*/ 271 w 271"/>
                <a:gd name="T21" fmla="*/ 17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1" h="288">
                  <a:moveTo>
                    <a:pt x="271" y="174"/>
                  </a:moveTo>
                  <a:cubicBezTo>
                    <a:pt x="266" y="246"/>
                    <a:pt x="219" y="288"/>
                    <a:pt x="140" y="288"/>
                  </a:cubicBezTo>
                  <a:cubicBezTo>
                    <a:pt x="53" y="288"/>
                    <a:pt x="0" y="233"/>
                    <a:pt x="0" y="144"/>
                  </a:cubicBezTo>
                  <a:cubicBezTo>
                    <a:pt x="0" y="55"/>
                    <a:pt x="54" y="0"/>
                    <a:pt x="139" y="0"/>
                  </a:cubicBezTo>
                  <a:cubicBezTo>
                    <a:pt x="218" y="0"/>
                    <a:pt x="264" y="40"/>
                    <a:pt x="269" y="111"/>
                  </a:cubicBezTo>
                  <a:cubicBezTo>
                    <a:pt x="186" y="111"/>
                    <a:pt x="186" y="111"/>
                    <a:pt x="186" y="111"/>
                  </a:cubicBezTo>
                  <a:cubicBezTo>
                    <a:pt x="183" y="83"/>
                    <a:pt x="168" y="68"/>
                    <a:pt x="140" y="68"/>
                  </a:cubicBezTo>
                  <a:cubicBezTo>
                    <a:pt x="105" y="68"/>
                    <a:pt x="88" y="94"/>
                    <a:pt x="88" y="144"/>
                  </a:cubicBezTo>
                  <a:cubicBezTo>
                    <a:pt x="88" y="194"/>
                    <a:pt x="107" y="220"/>
                    <a:pt x="142" y="220"/>
                  </a:cubicBezTo>
                  <a:cubicBezTo>
                    <a:pt x="169" y="220"/>
                    <a:pt x="186" y="204"/>
                    <a:pt x="188" y="174"/>
                  </a:cubicBezTo>
                  <a:lnTo>
                    <a:pt x="271" y="174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072BB834-AF3C-4EED-BC86-8DE307022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6534" y="439542"/>
              <a:ext cx="327776" cy="333231"/>
            </a:xfrm>
            <a:custGeom>
              <a:avLst/>
              <a:gdLst>
                <a:gd name="T0" fmla="*/ 0 w 721"/>
                <a:gd name="T1" fmla="*/ 0 h 733"/>
                <a:gd name="T2" fmla="*/ 237 w 721"/>
                <a:gd name="T3" fmla="*/ 0 h 733"/>
                <a:gd name="T4" fmla="*/ 360 w 721"/>
                <a:gd name="T5" fmla="*/ 474 h 733"/>
                <a:gd name="T6" fmla="*/ 491 w 721"/>
                <a:gd name="T7" fmla="*/ 0 h 733"/>
                <a:gd name="T8" fmla="*/ 721 w 721"/>
                <a:gd name="T9" fmla="*/ 0 h 733"/>
                <a:gd name="T10" fmla="*/ 478 w 721"/>
                <a:gd name="T11" fmla="*/ 733 h 733"/>
                <a:gd name="T12" fmla="*/ 245 w 721"/>
                <a:gd name="T13" fmla="*/ 733 h 733"/>
                <a:gd name="T14" fmla="*/ 0 w 721"/>
                <a:gd name="T15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1" h="733">
                  <a:moveTo>
                    <a:pt x="0" y="0"/>
                  </a:moveTo>
                  <a:lnTo>
                    <a:pt x="237" y="0"/>
                  </a:lnTo>
                  <a:lnTo>
                    <a:pt x="360" y="474"/>
                  </a:lnTo>
                  <a:lnTo>
                    <a:pt x="491" y="0"/>
                  </a:lnTo>
                  <a:lnTo>
                    <a:pt x="721" y="0"/>
                  </a:lnTo>
                  <a:lnTo>
                    <a:pt x="478" y="733"/>
                  </a:lnTo>
                  <a:lnTo>
                    <a:pt x="245" y="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D98FB805-93F1-4DD1-A922-41F0F7210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784" y="429541"/>
              <a:ext cx="429609" cy="352779"/>
            </a:xfrm>
            <a:custGeom>
              <a:avLst/>
              <a:gdLst>
                <a:gd name="T0" fmla="*/ 101 w 354"/>
                <a:gd name="T1" fmla="*/ 0 h 288"/>
                <a:gd name="T2" fmla="*/ 73 w 354"/>
                <a:gd name="T3" fmla="*/ 12 h 288"/>
                <a:gd name="T4" fmla="*/ 15 w 354"/>
                <a:gd name="T5" fmla="*/ 69 h 288"/>
                <a:gd name="T6" fmla="*/ 15 w 354"/>
                <a:gd name="T7" fmla="*/ 127 h 288"/>
                <a:gd name="T8" fmla="*/ 177 w 354"/>
                <a:gd name="T9" fmla="*/ 288 h 288"/>
                <a:gd name="T10" fmla="*/ 338 w 354"/>
                <a:gd name="T11" fmla="*/ 127 h 288"/>
                <a:gd name="T12" fmla="*/ 338 w 354"/>
                <a:gd name="T13" fmla="*/ 69 h 288"/>
                <a:gd name="T14" fmla="*/ 281 w 354"/>
                <a:gd name="T15" fmla="*/ 12 h 288"/>
                <a:gd name="T16" fmla="*/ 252 w 354"/>
                <a:gd name="T17" fmla="*/ 0 h 288"/>
                <a:gd name="T18" fmla="*/ 224 w 354"/>
                <a:gd name="T19" fmla="*/ 12 h 288"/>
                <a:gd name="T20" fmla="*/ 177 w 354"/>
                <a:gd name="T21" fmla="*/ 59 h 288"/>
                <a:gd name="T22" fmla="*/ 130 w 354"/>
                <a:gd name="T23" fmla="*/ 12 h 288"/>
                <a:gd name="T24" fmla="*/ 101 w 354"/>
                <a:gd name="T2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4" h="288">
                  <a:moveTo>
                    <a:pt x="101" y="0"/>
                  </a:moveTo>
                  <a:cubicBezTo>
                    <a:pt x="91" y="0"/>
                    <a:pt x="80" y="4"/>
                    <a:pt x="73" y="12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0" y="85"/>
                    <a:pt x="0" y="111"/>
                    <a:pt x="15" y="127"/>
                  </a:cubicBezTo>
                  <a:cubicBezTo>
                    <a:pt x="177" y="288"/>
                    <a:pt x="177" y="288"/>
                    <a:pt x="177" y="288"/>
                  </a:cubicBezTo>
                  <a:cubicBezTo>
                    <a:pt x="338" y="127"/>
                    <a:pt x="338" y="127"/>
                    <a:pt x="338" y="127"/>
                  </a:cubicBezTo>
                  <a:cubicBezTo>
                    <a:pt x="354" y="111"/>
                    <a:pt x="354" y="85"/>
                    <a:pt x="338" y="69"/>
                  </a:cubicBezTo>
                  <a:cubicBezTo>
                    <a:pt x="281" y="12"/>
                    <a:pt x="281" y="12"/>
                    <a:pt x="281" y="12"/>
                  </a:cubicBezTo>
                  <a:cubicBezTo>
                    <a:pt x="273" y="4"/>
                    <a:pt x="263" y="0"/>
                    <a:pt x="252" y="0"/>
                  </a:cubicBezTo>
                  <a:cubicBezTo>
                    <a:pt x="242" y="0"/>
                    <a:pt x="232" y="4"/>
                    <a:pt x="224" y="12"/>
                  </a:cubicBezTo>
                  <a:cubicBezTo>
                    <a:pt x="177" y="59"/>
                    <a:pt x="177" y="59"/>
                    <a:pt x="177" y="59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22" y="4"/>
                    <a:pt x="111" y="0"/>
                    <a:pt x="101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71225E3C-921D-42FF-B4D6-693BE03962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62744" y="706400"/>
              <a:ext cx="66828" cy="68647"/>
            </a:xfrm>
            <a:custGeom>
              <a:avLst/>
              <a:gdLst>
                <a:gd name="T0" fmla="*/ 27 w 55"/>
                <a:gd name="T1" fmla="*/ 56 h 56"/>
                <a:gd name="T2" fmla="*/ 0 w 55"/>
                <a:gd name="T3" fmla="*/ 28 h 56"/>
                <a:gd name="T4" fmla="*/ 27 w 55"/>
                <a:gd name="T5" fmla="*/ 0 h 56"/>
                <a:gd name="T6" fmla="*/ 55 w 55"/>
                <a:gd name="T7" fmla="*/ 28 h 56"/>
                <a:gd name="T8" fmla="*/ 27 w 55"/>
                <a:gd name="T9" fmla="*/ 56 h 56"/>
                <a:gd name="T10" fmla="*/ 27 w 55"/>
                <a:gd name="T11" fmla="*/ 5 h 56"/>
                <a:gd name="T12" fmla="*/ 6 w 55"/>
                <a:gd name="T13" fmla="*/ 28 h 56"/>
                <a:gd name="T14" fmla="*/ 27 w 55"/>
                <a:gd name="T15" fmla="*/ 51 h 56"/>
                <a:gd name="T16" fmla="*/ 49 w 55"/>
                <a:gd name="T17" fmla="*/ 28 h 56"/>
                <a:gd name="T18" fmla="*/ 27 w 55"/>
                <a:gd name="T19" fmla="*/ 5 h 56"/>
                <a:gd name="T20" fmla="*/ 22 w 55"/>
                <a:gd name="T21" fmla="*/ 44 h 56"/>
                <a:gd name="T22" fmla="*/ 16 w 55"/>
                <a:gd name="T23" fmla="*/ 44 h 56"/>
                <a:gd name="T24" fmla="*/ 16 w 55"/>
                <a:gd name="T25" fmla="*/ 13 h 56"/>
                <a:gd name="T26" fmla="*/ 28 w 55"/>
                <a:gd name="T27" fmla="*/ 13 h 56"/>
                <a:gd name="T28" fmla="*/ 40 w 55"/>
                <a:gd name="T29" fmla="*/ 22 h 56"/>
                <a:gd name="T30" fmla="*/ 31 w 55"/>
                <a:gd name="T31" fmla="*/ 30 h 56"/>
                <a:gd name="T32" fmla="*/ 40 w 55"/>
                <a:gd name="T33" fmla="*/ 44 h 56"/>
                <a:gd name="T34" fmla="*/ 34 w 55"/>
                <a:gd name="T35" fmla="*/ 44 h 56"/>
                <a:gd name="T36" fmla="*/ 26 w 55"/>
                <a:gd name="T37" fmla="*/ 31 h 56"/>
                <a:gd name="T38" fmla="*/ 22 w 55"/>
                <a:gd name="T39" fmla="*/ 31 h 56"/>
                <a:gd name="T40" fmla="*/ 22 w 55"/>
                <a:gd name="T41" fmla="*/ 44 h 56"/>
                <a:gd name="T42" fmla="*/ 27 w 55"/>
                <a:gd name="T43" fmla="*/ 26 h 56"/>
                <a:gd name="T44" fmla="*/ 34 w 55"/>
                <a:gd name="T45" fmla="*/ 21 h 56"/>
                <a:gd name="T46" fmla="*/ 28 w 55"/>
                <a:gd name="T47" fmla="*/ 17 h 56"/>
                <a:gd name="T48" fmla="*/ 22 w 55"/>
                <a:gd name="T49" fmla="*/ 17 h 56"/>
                <a:gd name="T50" fmla="*/ 22 w 55"/>
                <a:gd name="T51" fmla="*/ 26 h 56"/>
                <a:gd name="T52" fmla="*/ 27 w 55"/>
                <a:gd name="T53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56">
                  <a:moveTo>
                    <a:pt x="27" y="56"/>
                  </a:moveTo>
                  <a:cubicBezTo>
                    <a:pt x="11" y="56"/>
                    <a:pt x="0" y="44"/>
                    <a:pt x="0" y="28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5" y="11"/>
                    <a:pt x="55" y="28"/>
                  </a:cubicBezTo>
                  <a:cubicBezTo>
                    <a:pt x="55" y="45"/>
                    <a:pt x="42" y="56"/>
                    <a:pt x="27" y="56"/>
                  </a:cubicBezTo>
                  <a:close/>
                  <a:moveTo>
                    <a:pt x="27" y="5"/>
                  </a:moveTo>
                  <a:cubicBezTo>
                    <a:pt x="15" y="5"/>
                    <a:pt x="6" y="14"/>
                    <a:pt x="6" y="28"/>
                  </a:cubicBezTo>
                  <a:cubicBezTo>
                    <a:pt x="6" y="41"/>
                    <a:pt x="14" y="51"/>
                    <a:pt x="27" y="51"/>
                  </a:cubicBezTo>
                  <a:cubicBezTo>
                    <a:pt x="39" y="51"/>
                    <a:pt x="49" y="42"/>
                    <a:pt x="49" y="28"/>
                  </a:cubicBezTo>
                  <a:cubicBezTo>
                    <a:pt x="49" y="14"/>
                    <a:pt x="39" y="5"/>
                    <a:pt x="27" y="5"/>
                  </a:cubicBezTo>
                  <a:close/>
                  <a:moveTo>
                    <a:pt x="22" y="44"/>
                  </a:moveTo>
                  <a:cubicBezTo>
                    <a:pt x="16" y="44"/>
                    <a:pt x="16" y="44"/>
                    <a:pt x="16" y="44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6" y="13"/>
                    <a:pt x="40" y="16"/>
                    <a:pt x="40" y="22"/>
                  </a:cubicBezTo>
                  <a:cubicBezTo>
                    <a:pt x="40" y="27"/>
                    <a:pt x="36" y="30"/>
                    <a:pt x="31" y="30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22" y="44"/>
                  </a:lnTo>
                  <a:close/>
                  <a:moveTo>
                    <a:pt x="27" y="26"/>
                  </a:moveTo>
                  <a:cubicBezTo>
                    <a:pt x="31" y="26"/>
                    <a:pt x="34" y="26"/>
                    <a:pt x="34" y="21"/>
                  </a:cubicBezTo>
                  <a:cubicBezTo>
                    <a:pt x="34" y="18"/>
                    <a:pt x="31" y="17"/>
                    <a:pt x="28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26"/>
                    <a:pt x="22" y="26"/>
                    <a:pt x="22" y="26"/>
                  </a:cubicBezTo>
                  <a:lnTo>
                    <a:pt x="27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3236857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8475144-A8AF-4C31-A022-05A109EC64D7}"/>
              </a:ext>
            </a:extLst>
          </p:cNvPr>
          <p:cNvSpPr/>
          <p:nvPr userDrawn="1"/>
        </p:nvSpPr>
        <p:spPr>
          <a:xfrm>
            <a:off x="1" y="4350554"/>
            <a:ext cx="12192000" cy="25074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357" y="4634747"/>
            <a:ext cx="10564071" cy="795528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357" y="5578043"/>
            <a:ext cx="10564071" cy="34747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presenter information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2323A7D-5761-4AEF-8E75-65750A20EB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35800" y="6371584"/>
            <a:ext cx="2798793" cy="201168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defRPr sz="1200" b="0">
                <a:solidFill>
                  <a:schemeClr val="bg1"/>
                </a:solidFill>
                <a:latin typeface="+mn-lt"/>
              </a:defRPr>
            </a:lvl1pPr>
            <a:lvl2pPr algn="r">
              <a:defRPr b="1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add date</a:t>
            </a:r>
          </a:p>
          <a:p>
            <a:pPr lvl="1"/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57929" y="429542"/>
            <a:ext cx="2872536" cy="352779"/>
            <a:chOff x="557784" y="429541"/>
            <a:chExt cx="2871788" cy="352779"/>
          </a:xfrm>
        </p:grpSpPr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F017E871-18C4-45C8-9198-BF68234904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62537" y="439542"/>
              <a:ext cx="1377022" cy="340505"/>
            </a:xfrm>
            <a:custGeom>
              <a:avLst/>
              <a:gdLst>
                <a:gd name="T0" fmla="*/ 701 w 1134"/>
                <a:gd name="T1" fmla="*/ 273 h 278"/>
                <a:gd name="T2" fmla="*/ 675 w 1134"/>
                <a:gd name="T3" fmla="*/ 248 h 278"/>
                <a:gd name="T4" fmla="*/ 701 w 1134"/>
                <a:gd name="T5" fmla="*/ 109 h 278"/>
                <a:gd name="T6" fmla="*/ 645 w 1134"/>
                <a:gd name="T7" fmla="*/ 84 h 278"/>
                <a:gd name="T8" fmla="*/ 576 w 1134"/>
                <a:gd name="T9" fmla="*/ 79 h 278"/>
                <a:gd name="T10" fmla="*/ 576 w 1134"/>
                <a:gd name="T11" fmla="*/ 278 h 278"/>
                <a:gd name="T12" fmla="*/ 645 w 1134"/>
                <a:gd name="T13" fmla="*/ 273 h 278"/>
                <a:gd name="T14" fmla="*/ 426 w 1134"/>
                <a:gd name="T15" fmla="*/ 222 h 278"/>
                <a:gd name="T16" fmla="*/ 299 w 1134"/>
                <a:gd name="T17" fmla="*/ 189 h 278"/>
                <a:gd name="T18" fmla="*/ 461 w 1134"/>
                <a:gd name="T19" fmla="*/ 175 h 278"/>
                <a:gd name="T20" fmla="*/ 267 w 1134"/>
                <a:gd name="T21" fmla="*/ 178 h 278"/>
                <a:gd name="T22" fmla="*/ 456 w 1134"/>
                <a:gd name="T23" fmla="*/ 222 h 278"/>
                <a:gd name="T24" fmla="*/ 59 w 1134"/>
                <a:gd name="T25" fmla="*/ 25 h 278"/>
                <a:gd name="T26" fmla="*/ 86 w 1134"/>
                <a:gd name="T27" fmla="*/ 0 h 278"/>
                <a:gd name="T28" fmla="*/ 0 w 1134"/>
                <a:gd name="T29" fmla="*/ 25 h 278"/>
                <a:gd name="T30" fmla="*/ 27 w 1134"/>
                <a:gd name="T31" fmla="*/ 247 h 278"/>
                <a:gd name="T32" fmla="*/ 0 w 1134"/>
                <a:gd name="T33" fmla="*/ 273 h 278"/>
                <a:gd name="T34" fmla="*/ 86 w 1134"/>
                <a:gd name="T35" fmla="*/ 247 h 278"/>
                <a:gd name="T36" fmla="*/ 59 w 1134"/>
                <a:gd name="T37" fmla="*/ 138 h 278"/>
                <a:gd name="T38" fmla="*/ 196 w 1134"/>
                <a:gd name="T39" fmla="*/ 247 h 278"/>
                <a:gd name="T40" fmla="*/ 168 w 1134"/>
                <a:gd name="T41" fmla="*/ 273 h 278"/>
                <a:gd name="T42" fmla="*/ 255 w 1134"/>
                <a:gd name="T43" fmla="*/ 247 h 278"/>
                <a:gd name="T44" fmla="*/ 227 w 1134"/>
                <a:gd name="T45" fmla="*/ 25 h 278"/>
                <a:gd name="T46" fmla="*/ 255 w 1134"/>
                <a:gd name="T47" fmla="*/ 0 h 278"/>
                <a:gd name="T48" fmla="*/ 168 w 1134"/>
                <a:gd name="T49" fmla="*/ 25 h 278"/>
                <a:gd name="T50" fmla="*/ 196 w 1134"/>
                <a:gd name="T51" fmla="*/ 114 h 278"/>
                <a:gd name="T52" fmla="*/ 996 w 1134"/>
                <a:gd name="T53" fmla="*/ 248 h 278"/>
                <a:gd name="T54" fmla="*/ 971 w 1134"/>
                <a:gd name="T55" fmla="*/ 163 h 278"/>
                <a:gd name="T56" fmla="*/ 1078 w 1134"/>
                <a:gd name="T57" fmla="*/ 163 h 278"/>
                <a:gd name="T58" fmla="*/ 1053 w 1134"/>
                <a:gd name="T59" fmla="*/ 248 h 278"/>
                <a:gd name="T60" fmla="*/ 1134 w 1134"/>
                <a:gd name="T61" fmla="*/ 273 h 278"/>
                <a:gd name="T62" fmla="*/ 1109 w 1134"/>
                <a:gd name="T63" fmla="*/ 248 h 278"/>
                <a:gd name="T64" fmla="*/ 1030 w 1134"/>
                <a:gd name="T65" fmla="*/ 79 h 278"/>
                <a:gd name="T66" fmla="*/ 971 w 1134"/>
                <a:gd name="T67" fmla="*/ 0 h 278"/>
                <a:gd name="T68" fmla="*/ 915 w 1134"/>
                <a:gd name="T69" fmla="*/ 24 h 278"/>
                <a:gd name="T70" fmla="*/ 940 w 1134"/>
                <a:gd name="T71" fmla="*/ 248 h 278"/>
                <a:gd name="T72" fmla="*/ 915 w 1134"/>
                <a:gd name="T73" fmla="*/ 273 h 278"/>
                <a:gd name="T74" fmla="*/ 996 w 1134"/>
                <a:gd name="T75" fmla="*/ 248 h 278"/>
                <a:gd name="T76" fmla="*/ 580 w 1134"/>
                <a:gd name="T77" fmla="*/ 104 h 278"/>
                <a:gd name="T78" fmla="*/ 580 w 1134"/>
                <a:gd name="T79" fmla="*/ 252 h 278"/>
                <a:gd name="T80" fmla="*/ 366 w 1134"/>
                <a:gd name="T81" fmla="*/ 104 h 278"/>
                <a:gd name="T82" fmla="*/ 299 w 1134"/>
                <a:gd name="T83" fmla="*/ 164 h 278"/>
                <a:gd name="T84" fmla="*/ 859 w 1134"/>
                <a:gd name="T85" fmla="*/ 224 h 278"/>
                <a:gd name="T86" fmla="*/ 897 w 1134"/>
                <a:gd name="T87" fmla="*/ 109 h 278"/>
                <a:gd name="T88" fmla="*/ 859 w 1134"/>
                <a:gd name="T89" fmla="*/ 84 h 278"/>
                <a:gd name="T90" fmla="*/ 829 w 1134"/>
                <a:gd name="T91" fmla="*/ 36 h 278"/>
                <a:gd name="T92" fmla="*/ 799 w 1134"/>
                <a:gd name="T93" fmla="*/ 84 h 278"/>
                <a:gd name="T94" fmla="*/ 829 w 1134"/>
                <a:gd name="T95" fmla="*/ 109 h 278"/>
                <a:gd name="T96" fmla="*/ 879 w 1134"/>
                <a:gd name="T97" fmla="*/ 275 h 278"/>
                <a:gd name="T98" fmla="*/ 897 w 1134"/>
                <a:gd name="T99" fmla="*/ 248 h 278"/>
                <a:gd name="T100" fmla="*/ 859 w 1134"/>
                <a:gd name="T101" fmla="*/ 224 h 278"/>
                <a:gd name="T102" fmla="*/ 801 w 1134"/>
                <a:gd name="T103" fmla="*/ 273 h 278"/>
                <a:gd name="T104" fmla="*/ 787 w 1134"/>
                <a:gd name="T105" fmla="*/ 249 h 278"/>
                <a:gd name="T106" fmla="*/ 768 w 1134"/>
                <a:gd name="T107" fmla="*/ 0 h 278"/>
                <a:gd name="T108" fmla="*/ 712 w 1134"/>
                <a:gd name="T109" fmla="*/ 24 h 278"/>
                <a:gd name="T110" fmla="*/ 737 w 1134"/>
                <a:gd name="T111" fmla="*/ 224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34" h="278">
                  <a:moveTo>
                    <a:pt x="645" y="273"/>
                  </a:moveTo>
                  <a:cubicBezTo>
                    <a:pt x="701" y="273"/>
                    <a:pt x="701" y="273"/>
                    <a:pt x="701" y="273"/>
                  </a:cubicBezTo>
                  <a:cubicBezTo>
                    <a:pt x="701" y="248"/>
                    <a:pt x="701" y="248"/>
                    <a:pt x="701" y="248"/>
                  </a:cubicBezTo>
                  <a:cubicBezTo>
                    <a:pt x="675" y="248"/>
                    <a:pt x="675" y="248"/>
                    <a:pt x="675" y="248"/>
                  </a:cubicBezTo>
                  <a:cubicBezTo>
                    <a:pt x="675" y="109"/>
                    <a:pt x="675" y="109"/>
                    <a:pt x="675" y="109"/>
                  </a:cubicBezTo>
                  <a:cubicBezTo>
                    <a:pt x="701" y="109"/>
                    <a:pt x="701" y="109"/>
                    <a:pt x="701" y="109"/>
                  </a:cubicBezTo>
                  <a:cubicBezTo>
                    <a:pt x="701" y="84"/>
                    <a:pt x="701" y="84"/>
                    <a:pt x="701" y="84"/>
                  </a:cubicBezTo>
                  <a:cubicBezTo>
                    <a:pt x="645" y="84"/>
                    <a:pt x="645" y="84"/>
                    <a:pt x="645" y="84"/>
                  </a:cubicBezTo>
                  <a:cubicBezTo>
                    <a:pt x="645" y="112"/>
                    <a:pt x="645" y="112"/>
                    <a:pt x="645" y="112"/>
                  </a:cubicBezTo>
                  <a:cubicBezTo>
                    <a:pt x="629" y="91"/>
                    <a:pt x="605" y="79"/>
                    <a:pt x="576" y="79"/>
                  </a:cubicBezTo>
                  <a:cubicBezTo>
                    <a:pt x="523" y="79"/>
                    <a:pt x="483" y="122"/>
                    <a:pt x="483" y="178"/>
                  </a:cubicBezTo>
                  <a:cubicBezTo>
                    <a:pt x="483" y="235"/>
                    <a:pt x="523" y="278"/>
                    <a:pt x="576" y="278"/>
                  </a:cubicBezTo>
                  <a:cubicBezTo>
                    <a:pt x="605" y="278"/>
                    <a:pt x="629" y="265"/>
                    <a:pt x="645" y="245"/>
                  </a:cubicBezTo>
                  <a:lnTo>
                    <a:pt x="645" y="273"/>
                  </a:lnTo>
                  <a:close/>
                  <a:moveTo>
                    <a:pt x="456" y="222"/>
                  </a:moveTo>
                  <a:cubicBezTo>
                    <a:pt x="426" y="222"/>
                    <a:pt x="426" y="222"/>
                    <a:pt x="426" y="222"/>
                  </a:cubicBezTo>
                  <a:cubicBezTo>
                    <a:pt x="415" y="241"/>
                    <a:pt x="395" y="253"/>
                    <a:pt x="367" y="253"/>
                  </a:cubicBezTo>
                  <a:cubicBezTo>
                    <a:pt x="325" y="253"/>
                    <a:pt x="302" y="227"/>
                    <a:pt x="299" y="189"/>
                  </a:cubicBezTo>
                  <a:cubicBezTo>
                    <a:pt x="461" y="189"/>
                    <a:pt x="461" y="189"/>
                    <a:pt x="461" y="189"/>
                  </a:cubicBezTo>
                  <a:cubicBezTo>
                    <a:pt x="461" y="175"/>
                    <a:pt x="461" y="175"/>
                    <a:pt x="461" y="175"/>
                  </a:cubicBezTo>
                  <a:cubicBezTo>
                    <a:pt x="461" y="118"/>
                    <a:pt x="424" y="79"/>
                    <a:pt x="366" y="79"/>
                  </a:cubicBezTo>
                  <a:cubicBezTo>
                    <a:pt x="308" y="79"/>
                    <a:pt x="267" y="120"/>
                    <a:pt x="267" y="178"/>
                  </a:cubicBezTo>
                  <a:cubicBezTo>
                    <a:pt x="267" y="237"/>
                    <a:pt x="308" y="278"/>
                    <a:pt x="366" y="278"/>
                  </a:cubicBezTo>
                  <a:cubicBezTo>
                    <a:pt x="409" y="278"/>
                    <a:pt x="442" y="257"/>
                    <a:pt x="456" y="222"/>
                  </a:cubicBezTo>
                  <a:moveTo>
                    <a:pt x="59" y="114"/>
                  </a:moveTo>
                  <a:cubicBezTo>
                    <a:pt x="59" y="25"/>
                    <a:pt x="59" y="25"/>
                    <a:pt x="59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47"/>
                    <a:pt x="27" y="247"/>
                    <a:pt x="27" y="24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6" y="273"/>
                    <a:pt x="86" y="273"/>
                    <a:pt x="86" y="273"/>
                  </a:cubicBezTo>
                  <a:cubicBezTo>
                    <a:pt x="86" y="247"/>
                    <a:pt x="86" y="247"/>
                    <a:pt x="86" y="247"/>
                  </a:cubicBezTo>
                  <a:cubicBezTo>
                    <a:pt x="59" y="247"/>
                    <a:pt x="59" y="247"/>
                    <a:pt x="59" y="247"/>
                  </a:cubicBezTo>
                  <a:cubicBezTo>
                    <a:pt x="59" y="138"/>
                    <a:pt x="59" y="138"/>
                    <a:pt x="59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6" y="247"/>
                    <a:pt x="196" y="247"/>
                    <a:pt x="196" y="247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73"/>
                    <a:pt x="168" y="273"/>
                    <a:pt x="168" y="273"/>
                  </a:cubicBezTo>
                  <a:cubicBezTo>
                    <a:pt x="255" y="273"/>
                    <a:pt x="255" y="273"/>
                    <a:pt x="255" y="273"/>
                  </a:cubicBezTo>
                  <a:cubicBezTo>
                    <a:pt x="255" y="247"/>
                    <a:pt x="255" y="247"/>
                    <a:pt x="255" y="247"/>
                  </a:cubicBezTo>
                  <a:cubicBezTo>
                    <a:pt x="227" y="247"/>
                    <a:pt x="227" y="247"/>
                    <a:pt x="227" y="247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196" y="25"/>
                    <a:pt x="196" y="25"/>
                    <a:pt x="196" y="25"/>
                  </a:cubicBezTo>
                  <a:cubicBezTo>
                    <a:pt x="196" y="114"/>
                    <a:pt x="196" y="114"/>
                    <a:pt x="196" y="114"/>
                  </a:cubicBezTo>
                  <a:lnTo>
                    <a:pt x="59" y="114"/>
                  </a:lnTo>
                  <a:close/>
                  <a:moveTo>
                    <a:pt x="996" y="248"/>
                  </a:moveTo>
                  <a:cubicBezTo>
                    <a:pt x="971" y="248"/>
                    <a:pt x="971" y="248"/>
                    <a:pt x="971" y="248"/>
                  </a:cubicBezTo>
                  <a:cubicBezTo>
                    <a:pt x="971" y="163"/>
                    <a:pt x="971" y="163"/>
                    <a:pt x="971" y="163"/>
                  </a:cubicBezTo>
                  <a:cubicBezTo>
                    <a:pt x="971" y="124"/>
                    <a:pt x="991" y="104"/>
                    <a:pt x="1026" y="104"/>
                  </a:cubicBezTo>
                  <a:cubicBezTo>
                    <a:pt x="1058" y="104"/>
                    <a:pt x="1078" y="124"/>
                    <a:pt x="1078" y="163"/>
                  </a:cubicBezTo>
                  <a:cubicBezTo>
                    <a:pt x="1078" y="248"/>
                    <a:pt x="1078" y="248"/>
                    <a:pt x="1078" y="248"/>
                  </a:cubicBezTo>
                  <a:cubicBezTo>
                    <a:pt x="1053" y="248"/>
                    <a:pt x="1053" y="248"/>
                    <a:pt x="1053" y="248"/>
                  </a:cubicBezTo>
                  <a:cubicBezTo>
                    <a:pt x="1053" y="273"/>
                    <a:pt x="1053" y="273"/>
                    <a:pt x="1053" y="273"/>
                  </a:cubicBezTo>
                  <a:cubicBezTo>
                    <a:pt x="1134" y="273"/>
                    <a:pt x="1134" y="273"/>
                    <a:pt x="1134" y="273"/>
                  </a:cubicBezTo>
                  <a:cubicBezTo>
                    <a:pt x="1134" y="248"/>
                    <a:pt x="1134" y="248"/>
                    <a:pt x="1134" y="248"/>
                  </a:cubicBezTo>
                  <a:cubicBezTo>
                    <a:pt x="1109" y="248"/>
                    <a:pt x="1109" y="248"/>
                    <a:pt x="1109" y="248"/>
                  </a:cubicBezTo>
                  <a:cubicBezTo>
                    <a:pt x="1109" y="163"/>
                    <a:pt x="1109" y="163"/>
                    <a:pt x="1109" y="163"/>
                  </a:cubicBezTo>
                  <a:cubicBezTo>
                    <a:pt x="1109" y="117"/>
                    <a:pt x="1081" y="79"/>
                    <a:pt x="1030" y="79"/>
                  </a:cubicBezTo>
                  <a:cubicBezTo>
                    <a:pt x="1003" y="79"/>
                    <a:pt x="983" y="89"/>
                    <a:pt x="971" y="105"/>
                  </a:cubicBezTo>
                  <a:cubicBezTo>
                    <a:pt x="971" y="0"/>
                    <a:pt x="971" y="0"/>
                    <a:pt x="971" y="0"/>
                  </a:cubicBezTo>
                  <a:cubicBezTo>
                    <a:pt x="915" y="0"/>
                    <a:pt x="915" y="0"/>
                    <a:pt x="915" y="0"/>
                  </a:cubicBezTo>
                  <a:cubicBezTo>
                    <a:pt x="915" y="24"/>
                    <a:pt x="915" y="24"/>
                    <a:pt x="915" y="24"/>
                  </a:cubicBezTo>
                  <a:cubicBezTo>
                    <a:pt x="940" y="24"/>
                    <a:pt x="940" y="24"/>
                    <a:pt x="940" y="24"/>
                  </a:cubicBezTo>
                  <a:cubicBezTo>
                    <a:pt x="940" y="248"/>
                    <a:pt x="940" y="248"/>
                    <a:pt x="940" y="248"/>
                  </a:cubicBezTo>
                  <a:cubicBezTo>
                    <a:pt x="915" y="248"/>
                    <a:pt x="915" y="248"/>
                    <a:pt x="915" y="248"/>
                  </a:cubicBezTo>
                  <a:cubicBezTo>
                    <a:pt x="915" y="273"/>
                    <a:pt x="915" y="273"/>
                    <a:pt x="915" y="273"/>
                  </a:cubicBezTo>
                  <a:cubicBezTo>
                    <a:pt x="996" y="273"/>
                    <a:pt x="996" y="273"/>
                    <a:pt x="996" y="273"/>
                  </a:cubicBezTo>
                  <a:lnTo>
                    <a:pt x="996" y="248"/>
                  </a:lnTo>
                  <a:close/>
                  <a:moveTo>
                    <a:pt x="514" y="178"/>
                  </a:moveTo>
                  <a:cubicBezTo>
                    <a:pt x="514" y="135"/>
                    <a:pt x="542" y="104"/>
                    <a:pt x="580" y="104"/>
                  </a:cubicBezTo>
                  <a:cubicBezTo>
                    <a:pt x="619" y="104"/>
                    <a:pt x="646" y="136"/>
                    <a:pt x="646" y="178"/>
                  </a:cubicBezTo>
                  <a:cubicBezTo>
                    <a:pt x="646" y="221"/>
                    <a:pt x="619" y="252"/>
                    <a:pt x="580" y="252"/>
                  </a:cubicBezTo>
                  <a:cubicBezTo>
                    <a:pt x="542" y="252"/>
                    <a:pt x="514" y="221"/>
                    <a:pt x="514" y="178"/>
                  </a:cubicBezTo>
                  <a:moveTo>
                    <a:pt x="366" y="104"/>
                  </a:moveTo>
                  <a:cubicBezTo>
                    <a:pt x="406" y="104"/>
                    <a:pt x="427" y="133"/>
                    <a:pt x="430" y="164"/>
                  </a:cubicBezTo>
                  <a:cubicBezTo>
                    <a:pt x="299" y="164"/>
                    <a:pt x="299" y="164"/>
                    <a:pt x="299" y="164"/>
                  </a:cubicBezTo>
                  <a:cubicBezTo>
                    <a:pt x="302" y="130"/>
                    <a:pt x="326" y="104"/>
                    <a:pt x="366" y="104"/>
                  </a:cubicBezTo>
                  <a:moveTo>
                    <a:pt x="859" y="224"/>
                  </a:moveTo>
                  <a:cubicBezTo>
                    <a:pt x="859" y="109"/>
                    <a:pt x="859" y="109"/>
                    <a:pt x="859" y="109"/>
                  </a:cubicBezTo>
                  <a:cubicBezTo>
                    <a:pt x="897" y="109"/>
                    <a:pt x="897" y="109"/>
                    <a:pt x="897" y="109"/>
                  </a:cubicBezTo>
                  <a:cubicBezTo>
                    <a:pt x="897" y="84"/>
                    <a:pt x="897" y="84"/>
                    <a:pt x="897" y="84"/>
                  </a:cubicBezTo>
                  <a:cubicBezTo>
                    <a:pt x="859" y="84"/>
                    <a:pt x="859" y="84"/>
                    <a:pt x="859" y="84"/>
                  </a:cubicBezTo>
                  <a:cubicBezTo>
                    <a:pt x="859" y="36"/>
                    <a:pt x="859" y="36"/>
                    <a:pt x="859" y="36"/>
                  </a:cubicBezTo>
                  <a:cubicBezTo>
                    <a:pt x="829" y="36"/>
                    <a:pt x="829" y="36"/>
                    <a:pt x="829" y="36"/>
                  </a:cubicBezTo>
                  <a:cubicBezTo>
                    <a:pt x="829" y="84"/>
                    <a:pt x="829" y="84"/>
                    <a:pt x="829" y="84"/>
                  </a:cubicBezTo>
                  <a:cubicBezTo>
                    <a:pt x="799" y="84"/>
                    <a:pt x="799" y="84"/>
                    <a:pt x="799" y="84"/>
                  </a:cubicBezTo>
                  <a:cubicBezTo>
                    <a:pt x="799" y="109"/>
                    <a:pt x="799" y="109"/>
                    <a:pt x="799" y="109"/>
                  </a:cubicBezTo>
                  <a:cubicBezTo>
                    <a:pt x="829" y="109"/>
                    <a:pt x="829" y="109"/>
                    <a:pt x="829" y="109"/>
                  </a:cubicBezTo>
                  <a:cubicBezTo>
                    <a:pt x="829" y="225"/>
                    <a:pt x="829" y="225"/>
                    <a:pt x="829" y="225"/>
                  </a:cubicBezTo>
                  <a:cubicBezTo>
                    <a:pt x="829" y="259"/>
                    <a:pt x="844" y="275"/>
                    <a:pt x="879" y="275"/>
                  </a:cubicBezTo>
                  <a:cubicBezTo>
                    <a:pt x="884" y="275"/>
                    <a:pt x="893" y="274"/>
                    <a:pt x="897" y="273"/>
                  </a:cubicBezTo>
                  <a:cubicBezTo>
                    <a:pt x="897" y="248"/>
                    <a:pt x="897" y="248"/>
                    <a:pt x="897" y="248"/>
                  </a:cubicBezTo>
                  <a:cubicBezTo>
                    <a:pt x="892" y="249"/>
                    <a:pt x="886" y="249"/>
                    <a:pt x="882" y="249"/>
                  </a:cubicBezTo>
                  <a:cubicBezTo>
                    <a:pt x="866" y="249"/>
                    <a:pt x="859" y="244"/>
                    <a:pt x="859" y="224"/>
                  </a:cubicBezTo>
                  <a:moveTo>
                    <a:pt x="783" y="275"/>
                  </a:moveTo>
                  <a:cubicBezTo>
                    <a:pt x="789" y="275"/>
                    <a:pt x="797" y="274"/>
                    <a:pt x="801" y="273"/>
                  </a:cubicBezTo>
                  <a:cubicBezTo>
                    <a:pt x="801" y="248"/>
                    <a:pt x="801" y="248"/>
                    <a:pt x="801" y="248"/>
                  </a:cubicBezTo>
                  <a:cubicBezTo>
                    <a:pt x="795" y="249"/>
                    <a:pt x="791" y="249"/>
                    <a:pt x="787" y="249"/>
                  </a:cubicBezTo>
                  <a:cubicBezTo>
                    <a:pt x="774" y="249"/>
                    <a:pt x="768" y="243"/>
                    <a:pt x="768" y="222"/>
                  </a:cubicBezTo>
                  <a:cubicBezTo>
                    <a:pt x="768" y="0"/>
                    <a:pt x="768" y="0"/>
                    <a:pt x="768" y="0"/>
                  </a:cubicBezTo>
                  <a:cubicBezTo>
                    <a:pt x="712" y="0"/>
                    <a:pt x="712" y="0"/>
                    <a:pt x="712" y="0"/>
                  </a:cubicBezTo>
                  <a:cubicBezTo>
                    <a:pt x="712" y="24"/>
                    <a:pt x="712" y="24"/>
                    <a:pt x="712" y="24"/>
                  </a:cubicBezTo>
                  <a:cubicBezTo>
                    <a:pt x="737" y="24"/>
                    <a:pt x="737" y="24"/>
                    <a:pt x="737" y="24"/>
                  </a:cubicBezTo>
                  <a:cubicBezTo>
                    <a:pt x="737" y="224"/>
                    <a:pt x="737" y="224"/>
                    <a:pt x="737" y="224"/>
                  </a:cubicBezTo>
                  <a:cubicBezTo>
                    <a:pt x="737" y="257"/>
                    <a:pt x="751" y="275"/>
                    <a:pt x="783" y="27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64721E85-2239-483B-879C-87964E713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125" y="429541"/>
              <a:ext cx="295044" cy="352779"/>
            </a:xfrm>
            <a:custGeom>
              <a:avLst/>
              <a:gdLst>
                <a:gd name="T0" fmla="*/ 85 w 243"/>
                <a:gd name="T1" fmla="*/ 195 h 288"/>
                <a:gd name="T2" fmla="*/ 125 w 243"/>
                <a:gd name="T3" fmla="*/ 223 h 288"/>
                <a:gd name="T4" fmla="*/ 158 w 243"/>
                <a:gd name="T5" fmla="*/ 203 h 288"/>
                <a:gd name="T6" fmla="*/ 110 w 243"/>
                <a:gd name="T7" fmla="*/ 176 h 288"/>
                <a:gd name="T8" fmla="*/ 36 w 243"/>
                <a:gd name="T9" fmla="*/ 150 h 288"/>
                <a:gd name="T10" fmla="*/ 5 w 243"/>
                <a:gd name="T11" fmla="*/ 87 h 288"/>
                <a:gd name="T12" fmla="*/ 119 w 243"/>
                <a:gd name="T13" fmla="*/ 0 h 288"/>
                <a:gd name="T14" fmla="*/ 236 w 243"/>
                <a:gd name="T15" fmla="*/ 86 h 288"/>
                <a:gd name="T16" fmla="*/ 153 w 243"/>
                <a:gd name="T17" fmla="*/ 86 h 288"/>
                <a:gd name="T18" fmla="*/ 118 w 243"/>
                <a:gd name="T19" fmla="*/ 62 h 288"/>
                <a:gd name="T20" fmla="*/ 90 w 243"/>
                <a:gd name="T21" fmla="*/ 80 h 288"/>
                <a:gd name="T22" fmla="*/ 130 w 243"/>
                <a:gd name="T23" fmla="*/ 104 h 288"/>
                <a:gd name="T24" fmla="*/ 208 w 243"/>
                <a:gd name="T25" fmla="*/ 130 h 288"/>
                <a:gd name="T26" fmla="*/ 243 w 243"/>
                <a:gd name="T27" fmla="*/ 194 h 288"/>
                <a:gd name="T28" fmla="*/ 122 w 243"/>
                <a:gd name="T29" fmla="*/ 288 h 288"/>
                <a:gd name="T30" fmla="*/ 0 w 243"/>
                <a:gd name="T31" fmla="*/ 195 h 288"/>
                <a:gd name="T32" fmla="*/ 85 w 243"/>
                <a:gd name="T33" fmla="*/ 195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288">
                  <a:moveTo>
                    <a:pt x="85" y="195"/>
                  </a:moveTo>
                  <a:cubicBezTo>
                    <a:pt x="90" y="216"/>
                    <a:pt x="101" y="223"/>
                    <a:pt x="125" y="223"/>
                  </a:cubicBezTo>
                  <a:cubicBezTo>
                    <a:pt x="146" y="223"/>
                    <a:pt x="158" y="215"/>
                    <a:pt x="158" y="203"/>
                  </a:cubicBezTo>
                  <a:cubicBezTo>
                    <a:pt x="158" y="186"/>
                    <a:pt x="142" y="185"/>
                    <a:pt x="110" y="176"/>
                  </a:cubicBezTo>
                  <a:cubicBezTo>
                    <a:pt x="72" y="166"/>
                    <a:pt x="48" y="158"/>
                    <a:pt x="36" y="150"/>
                  </a:cubicBezTo>
                  <a:cubicBezTo>
                    <a:pt x="15" y="135"/>
                    <a:pt x="5" y="114"/>
                    <a:pt x="5" y="87"/>
                  </a:cubicBezTo>
                  <a:cubicBezTo>
                    <a:pt x="5" y="34"/>
                    <a:pt x="47" y="0"/>
                    <a:pt x="119" y="0"/>
                  </a:cubicBezTo>
                  <a:cubicBezTo>
                    <a:pt x="189" y="0"/>
                    <a:pt x="231" y="31"/>
                    <a:pt x="236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0" y="70"/>
                    <a:pt x="139" y="62"/>
                    <a:pt x="118" y="62"/>
                  </a:cubicBezTo>
                  <a:cubicBezTo>
                    <a:pt x="99" y="62"/>
                    <a:pt x="90" y="68"/>
                    <a:pt x="90" y="80"/>
                  </a:cubicBezTo>
                  <a:cubicBezTo>
                    <a:pt x="90" y="95"/>
                    <a:pt x="104" y="98"/>
                    <a:pt x="130" y="104"/>
                  </a:cubicBezTo>
                  <a:cubicBezTo>
                    <a:pt x="164" y="113"/>
                    <a:pt x="191" y="119"/>
                    <a:pt x="208" y="130"/>
                  </a:cubicBezTo>
                  <a:cubicBezTo>
                    <a:pt x="232" y="146"/>
                    <a:pt x="243" y="166"/>
                    <a:pt x="243" y="194"/>
                  </a:cubicBezTo>
                  <a:cubicBezTo>
                    <a:pt x="243" y="253"/>
                    <a:pt x="201" y="288"/>
                    <a:pt x="122" y="288"/>
                  </a:cubicBezTo>
                  <a:cubicBezTo>
                    <a:pt x="48" y="288"/>
                    <a:pt x="6" y="253"/>
                    <a:pt x="0" y="195"/>
                  </a:cubicBezTo>
                  <a:lnTo>
                    <a:pt x="85" y="1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DE44ED71-C040-4229-9666-B07DD1B05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580" y="429541"/>
              <a:ext cx="328685" cy="352779"/>
            </a:xfrm>
            <a:custGeom>
              <a:avLst/>
              <a:gdLst>
                <a:gd name="T0" fmla="*/ 271 w 271"/>
                <a:gd name="T1" fmla="*/ 174 h 288"/>
                <a:gd name="T2" fmla="*/ 140 w 271"/>
                <a:gd name="T3" fmla="*/ 288 h 288"/>
                <a:gd name="T4" fmla="*/ 0 w 271"/>
                <a:gd name="T5" fmla="*/ 144 h 288"/>
                <a:gd name="T6" fmla="*/ 139 w 271"/>
                <a:gd name="T7" fmla="*/ 0 h 288"/>
                <a:gd name="T8" fmla="*/ 269 w 271"/>
                <a:gd name="T9" fmla="*/ 111 h 288"/>
                <a:gd name="T10" fmla="*/ 186 w 271"/>
                <a:gd name="T11" fmla="*/ 111 h 288"/>
                <a:gd name="T12" fmla="*/ 140 w 271"/>
                <a:gd name="T13" fmla="*/ 68 h 288"/>
                <a:gd name="T14" fmla="*/ 88 w 271"/>
                <a:gd name="T15" fmla="*/ 144 h 288"/>
                <a:gd name="T16" fmla="*/ 142 w 271"/>
                <a:gd name="T17" fmla="*/ 220 h 288"/>
                <a:gd name="T18" fmla="*/ 188 w 271"/>
                <a:gd name="T19" fmla="*/ 174 h 288"/>
                <a:gd name="T20" fmla="*/ 271 w 271"/>
                <a:gd name="T21" fmla="*/ 17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1" h="288">
                  <a:moveTo>
                    <a:pt x="271" y="174"/>
                  </a:moveTo>
                  <a:cubicBezTo>
                    <a:pt x="266" y="246"/>
                    <a:pt x="219" y="288"/>
                    <a:pt x="140" y="288"/>
                  </a:cubicBezTo>
                  <a:cubicBezTo>
                    <a:pt x="53" y="288"/>
                    <a:pt x="0" y="233"/>
                    <a:pt x="0" y="144"/>
                  </a:cubicBezTo>
                  <a:cubicBezTo>
                    <a:pt x="0" y="55"/>
                    <a:pt x="54" y="0"/>
                    <a:pt x="139" y="0"/>
                  </a:cubicBezTo>
                  <a:cubicBezTo>
                    <a:pt x="218" y="0"/>
                    <a:pt x="264" y="40"/>
                    <a:pt x="269" y="111"/>
                  </a:cubicBezTo>
                  <a:cubicBezTo>
                    <a:pt x="186" y="111"/>
                    <a:pt x="186" y="111"/>
                    <a:pt x="186" y="111"/>
                  </a:cubicBezTo>
                  <a:cubicBezTo>
                    <a:pt x="183" y="83"/>
                    <a:pt x="168" y="68"/>
                    <a:pt x="140" y="68"/>
                  </a:cubicBezTo>
                  <a:cubicBezTo>
                    <a:pt x="105" y="68"/>
                    <a:pt x="88" y="94"/>
                    <a:pt x="88" y="144"/>
                  </a:cubicBezTo>
                  <a:cubicBezTo>
                    <a:pt x="88" y="194"/>
                    <a:pt x="107" y="220"/>
                    <a:pt x="142" y="220"/>
                  </a:cubicBezTo>
                  <a:cubicBezTo>
                    <a:pt x="169" y="220"/>
                    <a:pt x="186" y="204"/>
                    <a:pt x="188" y="174"/>
                  </a:cubicBezTo>
                  <a:lnTo>
                    <a:pt x="271" y="174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072BB834-AF3C-4EED-BC86-8DE307022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6534" y="439542"/>
              <a:ext cx="327776" cy="333231"/>
            </a:xfrm>
            <a:custGeom>
              <a:avLst/>
              <a:gdLst>
                <a:gd name="T0" fmla="*/ 0 w 721"/>
                <a:gd name="T1" fmla="*/ 0 h 733"/>
                <a:gd name="T2" fmla="*/ 237 w 721"/>
                <a:gd name="T3" fmla="*/ 0 h 733"/>
                <a:gd name="T4" fmla="*/ 360 w 721"/>
                <a:gd name="T5" fmla="*/ 474 h 733"/>
                <a:gd name="T6" fmla="*/ 491 w 721"/>
                <a:gd name="T7" fmla="*/ 0 h 733"/>
                <a:gd name="T8" fmla="*/ 721 w 721"/>
                <a:gd name="T9" fmla="*/ 0 h 733"/>
                <a:gd name="T10" fmla="*/ 478 w 721"/>
                <a:gd name="T11" fmla="*/ 733 h 733"/>
                <a:gd name="T12" fmla="*/ 245 w 721"/>
                <a:gd name="T13" fmla="*/ 733 h 733"/>
                <a:gd name="T14" fmla="*/ 0 w 721"/>
                <a:gd name="T15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1" h="733">
                  <a:moveTo>
                    <a:pt x="0" y="0"/>
                  </a:moveTo>
                  <a:lnTo>
                    <a:pt x="237" y="0"/>
                  </a:lnTo>
                  <a:lnTo>
                    <a:pt x="360" y="474"/>
                  </a:lnTo>
                  <a:lnTo>
                    <a:pt x="491" y="0"/>
                  </a:lnTo>
                  <a:lnTo>
                    <a:pt x="721" y="0"/>
                  </a:lnTo>
                  <a:lnTo>
                    <a:pt x="478" y="733"/>
                  </a:lnTo>
                  <a:lnTo>
                    <a:pt x="245" y="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D98FB805-93F1-4DD1-A922-41F0F7210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784" y="429541"/>
              <a:ext cx="429609" cy="352779"/>
            </a:xfrm>
            <a:custGeom>
              <a:avLst/>
              <a:gdLst>
                <a:gd name="T0" fmla="*/ 101 w 354"/>
                <a:gd name="T1" fmla="*/ 0 h 288"/>
                <a:gd name="T2" fmla="*/ 73 w 354"/>
                <a:gd name="T3" fmla="*/ 12 h 288"/>
                <a:gd name="T4" fmla="*/ 15 w 354"/>
                <a:gd name="T5" fmla="*/ 69 h 288"/>
                <a:gd name="T6" fmla="*/ 15 w 354"/>
                <a:gd name="T7" fmla="*/ 127 h 288"/>
                <a:gd name="T8" fmla="*/ 177 w 354"/>
                <a:gd name="T9" fmla="*/ 288 h 288"/>
                <a:gd name="T10" fmla="*/ 338 w 354"/>
                <a:gd name="T11" fmla="*/ 127 h 288"/>
                <a:gd name="T12" fmla="*/ 338 w 354"/>
                <a:gd name="T13" fmla="*/ 69 h 288"/>
                <a:gd name="T14" fmla="*/ 281 w 354"/>
                <a:gd name="T15" fmla="*/ 12 h 288"/>
                <a:gd name="T16" fmla="*/ 252 w 354"/>
                <a:gd name="T17" fmla="*/ 0 h 288"/>
                <a:gd name="T18" fmla="*/ 224 w 354"/>
                <a:gd name="T19" fmla="*/ 12 h 288"/>
                <a:gd name="T20" fmla="*/ 177 w 354"/>
                <a:gd name="T21" fmla="*/ 59 h 288"/>
                <a:gd name="T22" fmla="*/ 130 w 354"/>
                <a:gd name="T23" fmla="*/ 12 h 288"/>
                <a:gd name="T24" fmla="*/ 101 w 354"/>
                <a:gd name="T2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4" h="288">
                  <a:moveTo>
                    <a:pt x="101" y="0"/>
                  </a:moveTo>
                  <a:cubicBezTo>
                    <a:pt x="91" y="0"/>
                    <a:pt x="80" y="4"/>
                    <a:pt x="73" y="12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0" y="85"/>
                    <a:pt x="0" y="111"/>
                    <a:pt x="15" y="127"/>
                  </a:cubicBezTo>
                  <a:cubicBezTo>
                    <a:pt x="177" y="288"/>
                    <a:pt x="177" y="288"/>
                    <a:pt x="177" y="288"/>
                  </a:cubicBezTo>
                  <a:cubicBezTo>
                    <a:pt x="338" y="127"/>
                    <a:pt x="338" y="127"/>
                    <a:pt x="338" y="127"/>
                  </a:cubicBezTo>
                  <a:cubicBezTo>
                    <a:pt x="354" y="111"/>
                    <a:pt x="354" y="85"/>
                    <a:pt x="338" y="69"/>
                  </a:cubicBezTo>
                  <a:cubicBezTo>
                    <a:pt x="281" y="12"/>
                    <a:pt x="281" y="12"/>
                    <a:pt x="281" y="12"/>
                  </a:cubicBezTo>
                  <a:cubicBezTo>
                    <a:pt x="273" y="4"/>
                    <a:pt x="263" y="0"/>
                    <a:pt x="252" y="0"/>
                  </a:cubicBezTo>
                  <a:cubicBezTo>
                    <a:pt x="242" y="0"/>
                    <a:pt x="232" y="4"/>
                    <a:pt x="224" y="12"/>
                  </a:cubicBezTo>
                  <a:cubicBezTo>
                    <a:pt x="177" y="59"/>
                    <a:pt x="177" y="59"/>
                    <a:pt x="177" y="59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22" y="4"/>
                    <a:pt x="111" y="0"/>
                    <a:pt x="101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71225E3C-921D-42FF-B4D6-693BE03962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62744" y="706400"/>
              <a:ext cx="66828" cy="68647"/>
            </a:xfrm>
            <a:custGeom>
              <a:avLst/>
              <a:gdLst>
                <a:gd name="T0" fmla="*/ 27 w 55"/>
                <a:gd name="T1" fmla="*/ 56 h 56"/>
                <a:gd name="T2" fmla="*/ 0 w 55"/>
                <a:gd name="T3" fmla="*/ 28 h 56"/>
                <a:gd name="T4" fmla="*/ 27 w 55"/>
                <a:gd name="T5" fmla="*/ 0 h 56"/>
                <a:gd name="T6" fmla="*/ 55 w 55"/>
                <a:gd name="T7" fmla="*/ 28 h 56"/>
                <a:gd name="T8" fmla="*/ 27 w 55"/>
                <a:gd name="T9" fmla="*/ 56 h 56"/>
                <a:gd name="T10" fmla="*/ 27 w 55"/>
                <a:gd name="T11" fmla="*/ 5 h 56"/>
                <a:gd name="T12" fmla="*/ 6 w 55"/>
                <a:gd name="T13" fmla="*/ 28 h 56"/>
                <a:gd name="T14" fmla="*/ 27 w 55"/>
                <a:gd name="T15" fmla="*/ 51 h 56"/>
                <a:gd name="T16" fmla="*/ 49 w 55"/>
                <a:gd name="T17" fmla="*/ 28 h 56"/>
                <a:gd name="T18" fmla="*/ 27 w 55"/>
                <a:gd name="T19" fmla="*/ 5 h 56"/>
                <a:gd name="T20" fmla="*/ 22 w 55"/>
                <a:gd name="T21" fmla="*/ 44 h 56"/>
                <a:gd name="T22" fmla="*/ 16 w 55"/>
                <a:gd name="T23" fmla="*/ 44 h 56"/>
                <a:gd name="T24" fmla="*/ 16 w 55"/>
                <a:gd name="T25" fmla="*/ 13 h 56"/>
                <a:gd name="T26" fmla="*/ 28 w 55"/>
                <a:gd name="T27" fmla="*/ 13 h 56"/>
                <a:gd name="T28" fmla="*/ 40 w 55"/>
                <a:gd name="T29" fmla="*/ 22 h 56"/>
                <a:gd name="T30" fmla="*/ 31 w 55"/>
                <a:gd name="T31" fmla="*/ 30 h 56"/>
                <a:gd name="T32" fmla="*/ 40 w 55"/>
                <a:gd name="T33" fmla="*/ 44 h 56"/>
                <a:gd name="T34" fmla="*/ 34 w 55"/>
                <a:gd name="T35" fmla="*/ 44 h 56"/>
                <a:gd name="T36" fmla="*/ 26 w 55"/>
                <a:gd name="T37" fmla="*/ 31 h 56"/>
                <a:gd name="T38" fmla="*/ 22 w 55"/>
                <a:gd name="T39" fmla="*/ 31 h 56"/>
                <a:gd name="T40" fmla="*/ 22 w 55"/>
                <a:gd name="T41" fmla="*/ 44 h 56"/>
                <a:gd name="T42" fmla="*/ 27 w 55"/>
                <a:gd name="T43" fmla="*/ 26 h 56"/>
                <a:gd name="T44" fmla="*/ 34 w 55"/>
                <a:gd name="T45" fmla="*/ 21 h 56"/>
                <a:gd name="T46" fmla="*/ 28 w 55"/>
                <a:gd name="T47" fmla="*/ 17 h 56"/>
                <a:gd name="T48" fmla="*/ 22 w 55"/>
                <a:gd name="T49" fmla="*/ 17 h 56"/>
                <a:gd name="T50" fmla="*/ 22 w 55"/>
                <a:gd name="T51" fmla="*/ 26 h 56"/>
                <a:gd name="T52" fmla="*/ 27 w 55"/>
                <a:gd name="T53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56">
                  <a:moveTo>
                    <a:pt x="27" y="56"/>
                  </a:moveTo>
                  <a:cubicBezTo>
                    <a:pt x="11" y="56"/>
                    <a:pt x="0" y="44"/>
                    <a:pt x="0" y="28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5" y="11"/>
                    <a:pt x="55" y="28"/>
                  </a:cubicBezTo>
                  <a:cubicBezTo>
                    <a:pt x="55" y="45"/>
                    <a:pt x="42" y="56"/>
                    <a:pt x="27" y="56"/>
                  </a:cubicBezTo>
                  <a:close/>
                  <a:moveTo>
                    <a:pt x="27" y="5"/>
                  </a:moveTo>
                  <a:cubicBezTo>
                    <a:pt x="15" y="5"/>
                    <a:pt x="6" y="14"/>
                    <a:pt x="6" y="28"/>
                  </a:cubicBezTo>
                  <a:cubicBezTo>
                    <a:pt x="6" y="41"/>
                    <a:pt x="14" y="51"/>
                    <a:pt x="27" y="51"/>
                  </a:cubicBezTo>
                  <a:cubicBezTo>
                    <a:pt x="39" y="51"/>
                    <a:pt x="49" y="42"/>
                    <a:pt x="49" y="28"/>
                  </a:cubicBezTo>
                  <a:cubicBezTo>
                    <a:pt x="49" y="14"/>
                    <a:pt x="39" y="5"/>
                    <a:pt x="27" y="5"/>
                  </a:cubicBezTo>
                  <a:close/>
                  <a:moveTo>
                    <a:pt x="22" y="44"/>
                  </a:moveTo>
                  <a:cubicBezTo>
                    <a:pt x="16" y="44"/>
                    <a:pt x="16" y="44"/>
                    <a:pt x="16" y="44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6" y="13"/>
                    <a:pt x="40" y="16"/>
                    <a:pt x="40" y="22"/>
                  </a:cubicBezTo>
                  <a:cubicBezTo>
                    <a:pt x="40" y="27"/>
                    <a:pt x="36" y="30"/>
                    <a:pt x="31" y="30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22" y="44"/>
                  </a:lnTo>
                  <a:close/>
                  <a:moveTo>
                    <a:pt x="27" y="26"/>
                  </a:moveTo>
                  <a:cubicBezTo>
                    <a:pt x="31" y="26"/>
                    <a:pt x="34" y="26"/>
                    <a:pt x="34" y="21"/>
                  </a:cubicBezTo>
                  <a:cubicBezTo>
                    <a:pt x="34" y="18"/>
                    <a:pt x="31" y="17"/>
                    <a:pt x="28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26"/>
                    <a:pt x="22" y="26"/>
                    <a:pt x="22" y="26"/>
                  </a:cubicBezTo>
                  <a:lnTo>
                    <a:pt x="27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4631951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557929" y="429542"/>
            <a:ext cx="2872536" cy="352779"/>
            <a:chOff x="557784" y="429541"/>
            <a:chExt cx="2871788" cy="352779"/>
          </a:xfrm>
        </p:grpSpPr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F017E871-18C4-45C8-9198-BF68234904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62537" y="439542"/>
              <a:ext cx="1377022" cy="340505"/>
            </a:xfrm>
            <a:custGeom>
              <a:avLst/>
              <a:gdLst>
                <a:gd name="T0" fmla="*/ 701 w 1134"/>
                <a:gd name="T1" fmla="*/ 273 h 278"/>
                <a:gd name="T2" fmla="*/ 675 w 1134"/>
                <a:gd name="T3" fmla="*/ 248 h 278"/>
                <a:gd name="T4" fmla="*/ 701 w 1134"/>
                <a:gd name="T5" fmla="*/ 109 h 278"/>
                <a:gd name="T6" fmla="*/ 645 w 1134"/>
                <a:gd name="T7" fmla="*/ 84 h 278"/>
                <a:gd name="T8" fmla="*/ 576 w 1134"/>
                <a:gd name="T9" fmla="*/ 79 h 278"/>
                <a:gd name="T10" fmla="*/ 576 w 1134"/>
                <a:gd name="T11" fmla="*/ 278 h 278"/>
                <a:gd name="T12" fmla="*/ 645 w 1134"/>
                <a:gd name="T13" fmla="*/ 273 h 278"/>
                <a:gd name="T14" fmla="*/ 426 w 1134"/>
                <a:gd name="T15" fmla="*/ 222 h 278"/>
                <a:gd name="T16" fmla="*/ 299 w 1134"/>
                <a:gd name="T17" fmla="*/ 189 h 278"/>
                <a:gd name="T18" fmla="*/ 461 w 1134"/>
                <a:gd name="T19" fmla="*/ 175 h 278"/>
                <a:gd name="T20" fmla="*/ 267 w 1134"/>
                <a:gd name="T21" fmla="*/ 178 h 278"/>
                <a:gd name="T22" fmla="*/ 456 w 1134"/>
                <a:gd name="T23" fmla="*/ 222 h 278"/>
                <a:gd name="T24" fmla="*/ 59 w 1134"/>
                <a:gd name="T25" fmla="*/ 25 h 278"/>
                <a:gd name="T26" fmla="*/ 86 w 1134"/>
                <a:gd name="T27" fmla="*/ 0 h 278"/>
                <a:gd name="T28" fmla="*/ 0 w 1134"/>
                <a:gd name="T29" fmla="*/ 25 h 278"/>
                <a:gd name="T30" fmla="*/ 27 w 1134"/>
                <a:gd name="T31" fmla="*/ 247 h 278"/>
                <a:gd name="T32" fmla="*/ 0 w 1134"/>
                <a:gd name="T33" fmla="*/ 273 h 278"/>
                <a:gd name="T34" fmla="*/ 86 w 1134"/>
                <a:gd name="T35" fmla="*/ 247 h 278"/>
                <a:gd name="T36" fmla="*/ 59 w 1134"/>
                <a:gd name="T37" fmla="*/ 138 h 278"/>
                <a:gd name="T38" fmla="*/ 196 w 1134"/>
                <a:gd name="T39" fmla="*/ 247 h 278"/>
                <a:gd name="T40" fmla="*/ 168 w 1134"/>
                <a:gd name="T41" fmla="*/ 273 h 278"/>
                <a:gd name="T42" fmla="*/ 255 w 1134"/>
                <a:gd name="T43" fmla="*/ 247 h 278"/>
                <a:gd name="T44" fmla="*/ 227 w 1134"/>
                <a:gd name="T45" fmla="*/ 25 h 278"/>
                <a:gd name="T46" fmla="*/ 255 w 1134"/>
                <a:gd name="T47" fmla="*/ 0 h 278"/>
                <a:gd name="T48" fmla="*/ 168 w 1134"/>
                <a:gd name="T49" fmla="*/ 25 h 278"/>
                <a:gd name="T50" fmla="*/ 196 w 1134"/>
                <a:gd name="T51" fmla="*/ 114 h 278"/>
                <a:gd name="T52" fmla="*/ 996 w 1134"/>
                <a:gd name="T53" fmla="*/ 248 h 278"/>
                <a:gd name="T54" fmla="*/ 971 w 1134"/>
                <a:gd name="T55" fmla="*/ 163 h 278"/>
                <a:gd name="T56" fmla="*/ 1078 w 1134"/>
                <a:gd name="T57" fmla="*/ 163 h 278"/>
                <a:gd name="T58" fmla="*/ 1053 w 1134"/>
                <a:gd name="T59" fmla="*/ 248 h 278"/>
                <a:gd name="T60" fmla="*/ 1134 w 1134"/>
                <a:gd name="T61" fmla="*/ 273 h 278"/>
                <a:gd name="T62" fmla="*/ 1109 w 1134"/>
                <a:gd name="T63" fmla="*/ 248 h 278"/>
                <a:gd name="T64" fmla="*/ 1030 w 1134"/>
                <a:gd name="T65" fmla="*/ 79 h 278"/>
                <a:gd name="T66" fmla="*/ 971 w 1134"/>
                <a:gd name="T67" fmla="*/ 0 h 278"/>
                <a:gd name="T68" fmla="*/ 915 w 1134"/>
                <a:gd name="T69" fmla="*/ 24 h 278"/>
                <a:gd name="T70" fmla="*/ 940 w 1134"/>
                <a:gd name="T71" fmla="*/ 248 h 278"/>
                <a:gd name="T72" fmla="*/ 915 w 1134"/>
                <a:gd name="T73" fmla="*/ 273 h 278"/>
                <a:gd name="T74" fmla="*/ 996 w 1134"/>
                <a:gd name="T75" fmla="*/ 248 h 278"/>
                <a:gd name="T76" fmla="*/ 580 w 1134"/>
                <a:gd name="T77" fmla="*/ 104 h 278"/>
                <a:gd name="T78" fmla="*/ 580 w 1134"/>
                <a:gd name="T79" fmla="*/ 252 h 278"/>
                <a:gd name="T80" fmla="*/ 366 w 1134"/>
                <a:gd name="T81" fmla="*/ 104 h 278"/>
                <a:gd name="T82" fmla="*/ 299 w 1134"/>
                <a:gd name="T83" fmla="*/ 164 h 278"/>
                <a:gd name="T84" fmla="*/ 859 w 1134"/>
                <a:gd name="T85" fmla="*/ 224 h 278"/>
                <a:gd name="T86" fmla="*/ 897 w 1134"/>
                <a:gd name="T87" fmla="*/ 109 h 278"/>
                <a:gd name="T88" fmla="*/ 859 w 1134"/>
                <a:gd name="T89" fmla="*/ 84 h 278"/>
                <a:gd name="T90" fmla="*/ 829 w 1134"/>
                <a:gd name="T91" fmla="*/ 36 h 278"/>
                <a:gd name="T92" fmla="*/ 799 w 1134"/>
                <a:gd name="T93" fmla="*/ 84 h 278"/>
                <a:gd name="T94" fmla="*/ 829 w 1134"/>
                <a:gd name="T95" fmla="*/ 109 h 278"/>
                <a:gd name="T96" fmla="*/ 879 w 1134"/>
                <a:gd name="T97" fmla="*/ 275 h 278"/>
                <a:gd name="T98" fmla="*/ 897 w 1134"/>
                <a:gd name="T99" fmla="*/ 248 h 278"/>
                <a:gd name="T100" fmla="*/ 859 w 1134"/>
                <a:gd name="T101" fmla="*/ 224 h 278"/>
                <a:gd name="T102" fmla="*/ 801 w 1134"/>
                <a:gd name="T103" fmla="*/ 273 h 278"/>
                <a:gd name="T104" fmla="*/ 787 w 1134"/>
                <a:gd name="T105" fmla="*/ 249 h 278"/>
                <a:gd name="T106" fmla="*/ 768 w 1134"/>
                <a:gd name="T107" fmla="*/ 0 h 278"/>
                <a:gd name="T108" fmla="*/ 712 w 1134"/>
                <a:gd name="T109" fmla="*/ 24 h 278"/>
                <a:gd name="T110" fmla="*/ 737 w 1134"/>
                <a:gd name="T111" fmla="*/ 224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34" h="278">
                  <a:moveTo>
                    <a:pt x="645" y="273"/>
                  </a:moveTo>
                  <a:cubicBezTo>
                    <a:pt x="701" y="273"/>
                    <a:pt x="701" y="273"/>
                    <a:pt x="701" y="273"/>
                  </a:cubicBezTo>
                  <a:cubicBezTo>
                    <a:pt x="701" y="248"/>
                    <a:pt x="701" y="248"/>
                    <a:pt x="701" y="248"/>
                  </a:cubicBezTo>
                  <a:cubicBezTo>
                    <a:pt x="675" y="248"/>
                    <a:pt x="675" y="248"/>
                    <a:pt x="675" y="248"/>
                  </a:cubicBezTo>
                  <a:cubicBezTo>
                    <a:pt x="675" y="109"/>
                    <a:pt x="675" y="109"/>
                    <a:pt x="675" y="109"/>
                  </a:cubicBezTo>
                  <a:cubicBezTo>
                    <a:pt x="701" y="109"/>
                    <a:pt x="701" y="109"/>
                    <a:pt x="701" y="109"/>
                  </a:cubicBezTo>
                  <a:cubicBezTo>
                    <a:pt x="701" y="84"/>
                    <a:pt x="701" y="84"/>
                    <a:pt x="701" y="84"/>
                  </a:cubicBezTo>
                  <a:cubicBezTo>
                    <a:pt x="645" y="84"/>
                    <a:pt x="645" y="84"/>
                    <a:pt x="645" y="84"/>
                  </a:cubicBezTo>
                  <a:cubicBezTo>
                    <a:pt x="645" y="112"/>
                    <a:pt x="645" y="112"/>
                    <a:pt x="645" y="112"/>
                  </a:cubicBezTo>
                  <a:cubicBezTo>
                    <a:pt x="629" y="91"/>
                    <a:pt x="605" y="79"/>
                    <a:pt x="576" y="79"/>
                  </a:cubicBezTo>
                  <a:cubicBezTo>
                    <a:pt x="523" y="79"/>
                    <a:pt x="483" y="122"/>
                    <a:pt x="483" y="178"/>
                  </a:cubicBezTo>
                  <a:cubicBezTo>
                    <a:pt x="483" y="235"/>
                    <a:pt x="523" y="278"/>
                    <a:pt x="576" y="278"/>
                  </a:cubicBezTo>
                  <a:cubicBezTo>
                    <a:pt x="605" y="278"/>
                    <a:pt x="629" y="265"/>
                    <a:pt x="645" y="245"/>
                  </a:cubicBezTo>
                  <a:lnTo>
                    <a:pt x="645" y="273"/>
                  </a:lnTo>
                  <a:close/>
                  <a:moveTo>
                    <a:pt x="456" y="222"/>
                  </a:moveTo>
                  <a:cubicBezTo>
                    <a:pt x="426" y="222"/>
                    <a:pt x="426" y="222"/>
                    <a:pt x="426" y="222"/>
                  </a:cubicBezTo>
                  <a:cubicBezTo>
                    <a:pt x="415" y="241"/>
                    <a:pt x="395" y="253"/>
                    <a:pt x="367" y="253"/>
                  </a:cubicBezTo>
                  <a:cubicBezTo>
                    <a:pt x="325" y="253"/>
                    <a:pt x="302" y="227"/>
                    <a:pt x="299" y="189"/>
                  </a:cubicBezTo>
                  <a:cubicBezTo>
                    <a:pt x="461" y="189"/>
                    <a:pt x="461" y="189"/>
                    <a:pt x="461" y="189"/>
                  </a:cubicBezTo>
                  <a:cubicBezTo>
                    <a:pt x="461" y="175"/>
                    <a:pt x="461" y="175"/>
                    <a:pt x="461" y="175"/>
                  </a:cubicBezTo>
                  <a:cubicBezTo>
                    <a:pt x="461" y="118"/>
                    <a:pt x="424" y="79"/>
                    <a:pt x="366" y="79"/>
                  </a:cubicBezTo>
                  <a:cubicBezTo>
                    <a:pt x="308" y="79"/>
                    <a:pt x="267" y="120"/>
                    <a:pt x="267" y="178"/>
                  </a:cubicBezTo>
                  <a:cubicBezTo>
                    <a:pt x="267" y="237"/>
                    <a:pt x="308" y="278"/>
                    <a:pt x="366" y="278"/>
                  </a:cubicBezTo>
                  <a:cubicBezTo>
                    <a:pt x="409" y="278"/>
                    <a:pt x="442" y="257"/>
                    <a:pt x="456" y="222"/>
                  </a:cubicBezTo>
                  <a:moveTo>
                    <a:pt x="59" y="114"/>
                  </a:moveTo>
                  <a:cubicBezTo>
                    <a:pt x="59" y="25"/>
                    <a:pt x="59" y="25"/>
                    <a:pt x="59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47"/>
                    <a:pt x="27" y="247"/>
                    <a:pt x="27" y="24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6" y="273"/>
                    <a:pt x="86" y="273"/>
                    <a:pt x="86" y="273"/>
                  </a:cubicBezTo>
                  <a:cubicBezTo>
                    <a:pt x="86" y="247"/>
                    <a:pt x="86" y="247"/>
                    <a:pt x="86" y="247"/>
                  </a:cubicBezTo>
                  <a:cubicBezTo>
                    <a:pt x="59" y="247"/>
                    <a:pt x="59" y="247"/>
                    <a:pt x="59" y="247"/>
                  </a:cubicBezTo>
                  <a:cubicBezTo>
                    <a:pt x="59" y="138"/>
                    <a:pt x="59" y="138"/>
                    <a:pt x="59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6" y="247"/>
                    <a:pt x="196" y="247"/>
                    <a:pt x="196" y="247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73"/>
                    <a:pt x="168" y="273"/>
                    <a:pt x="168" y="273"/>
                  </a:cubicBezTo>
                  <a:cubicBezTo>
                    <a:pt x="255" y="273"/>
                    <a:pt x="255" y="273"/>
                    <a:pt x="255" y="273"/>
                  </a:cubicBezTo>
                  <a:cubicBezTo>
                    <a:pt x="255" y="247"/>
                    <a:pt x="255" y="247"/>
                    <a:pt x="255" y="247"/>
                  </a:cubicBezTo>
                  <a:cubicBezTo>
                    <a:pt x="227" y="247"/>
                    <a:pt x="227" y="247"/>
                    <a:pt x="227" y="247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196" y="25"/>
                    <a:pt x="196" y="25"/>
                    <a:pt x="196" y="25"/>
                  </a:cubicBezTo>
                  <a:cubicBezTo>
                    <a:pt x="196" y="114"/>
                    <a:pt x="196" y="114"/>
                    <a:pt x="196" y="114"/>
                  </a:cubicBezTo>
                  <a:lnTo>
                    <a:pt x="59" y="114"/>
                  </a:lnTo>
                  <a:close/>
                  <a:moveTo>
                    <a:pt x="996" y="248"/>
                  </a:moveTo>
                  <a:cubicBezTo>
                    <a:pt x="971" y="248"/>
                    <a:pt x="971" y="248"/>
                    <a:pt x="971" y="248"/>
                  </a:cubicBezTo>
                  <a:cubicBezTo>
                    <a:pt x="971" y="163"/>
                    <a:pt x="971" y="163"/>
                    <a:pt x="971" y="163"/>
                  </a:cubicBezTo>
                  <a:cubicBezTo>
                    <a:pt x="971" y="124"/>
                    <a:pt x="991" y="104"/>
                    <a:pt x="1026" y="104"/>
                  </a:cubicBezTo>
                  <a:cubicBezTo>
                    <a:pt x="1058" y="104"/>
                    <a:pt x="1078" y="124"/>
                    <a:pt x="1078" y="163"/>
                  </a:cubicBezTo>
                  <a:cubicBezTo>
                    <a:pt x="1078" y="248"/>
                    <a:pt x="1078" y="248"/>
                    <a:pt x="1078" y="248"/>
                  </a:cubicBezTo>
                  <a:cubicBezTo>
                    <a:pt x="1053" y="248"/>
                    <a:pt x="1053" y="248"/>
                    <a:pt x="1053" y="248"/>
                  </a:cubicBezTo>
                  <a:cubicBezTo>
                    <a:pt x="1053" y="273"/>
                    <a:pt x="1053" y="273"/>
                    <a:pt x="1053" y="273"/>
                  </a:cubicBezTo>
                  <a:cubicBezTo>
                    <a:pt x="1134" y="273"/>
                    <a:pt x="1134" y="273"/>
                    <a:pt x="1134" y="273"/>
                  </a:cubicBezTo>
                  <a:cubicBezTo>
                    <a:pt x="1134" y="248"/>
                    <a:pt x="1134" y="248"/>
                    <a:pt x="1134" y="248"/>
                  </a:cubicBezTo>
                  <a:cubicBezTo>
                    <a:pt x="1109" y="248"/>
                    <a:pt x="1109" y="248"/>
                    <a:pt x="1109" y="248"/>
                  </a:cubicBezTo>
                  <a:cubicBezTo>
                    <a:pt x="1109" y="163"/>
                    <a:pt x="1109" y="163"/>
                    <a:pt x="1109" y="163"/>
                  </a:cubicBezTo>
                  <a:cubicBezTo>
                    <a:pt x="1109" y="117"/>
                    <a:pt x="1081" y="79"/>
                    <a:pt x="1030" y="79"/>
                  </a:cubicBezTo>
                  <a:cubicBezTo>
                    <a:pt x="1003" y="79"/>
                    <a:pt x="983" y="89"/>
                    <a:pt x="971" y="105"/>
                  </a:cubicBezTo>
                  <a:cubicBezTo>
                    <a:pt x="971" y="0"/>
                    <a:pt x="971" y="0"/>
                    <a:pt x="971" y="0"/>
                  </a:cubicBezTo>
                  <a:cubicBezTo>
                    <a:pt x="915" y="0"/>
                    <a:pt x="915" y="0"/>
                    <a:pt x="915" y="0"/>
                  </a:cubicBezTo>
                  <a:cubicBezTo>
                    <a:pt x="915" y="24"/>
                    <a:pt x="915" y="24"/>
                    <a:pt x="915" y="24"/>
                  </a:cubicBezTo>
                  <a:cubicBezTo>
                    <a:pt x="940" y="24"/>
                    <a:pt x="940" y="24"/>
                    <a:pt x="940" y="24"/>
                  </a:cubicBezTo>
                  <a:cubicBezTo>
                    <a:pt x="940" y="248"/>
                    <a:pt x="940" y="248"/>
                    <a:pt x="940" y="248"/>
                  </a:cubicBezTo>
                  <a:cubicBezTo>
                    <a:pt x="915" y="248"/>
                    <a:pt x="915" y="248"/>
                    <a:pt x="915" y="248"/>
                  </a:cubicBezTo>
                  <a:cubicBezTo>
                    <a:pt x="915" y="273"/>
                    <a:pt x="915" y="273"/>
                    <a:pt x="915" y="273"/>
                  </a:cubicBezTo>
                  <a:cubicBezTo>
                    <a:pt x="996" y="273"/>
                    <a:pt x="996" y="273"/>
                    <a:pt x="996" y="273"/>
                  </a:cubicBezTo>
                  <a:lnTo>
                    <a:pt x="996" y="248"/>
                  </a:lnTo>
                  <a:close/>
                  <a:moveTo>
                    <a:pt x="514" y="178"/>
                  </a:moveTo>
                  <a:cubicBezTo>
                    <a:pt x="514" y="135"/>
                    <a:pt x="542" y="104"/>
                    <a:pt x="580" y="104"/>
                  </a:cubicBezTo>
                  <a:cubicBezTo>
                    <a:pt x="619" y="104"/>
                    <a:pt x="646" y="136"/>
                    <a:pt x="646" y="178"/>
                  </a:cubicBezTo>
                  <a:cubicBezTo>
                    <a:pt x="646" y="221"/>
                    <a:pt x="619" y="252"/>
                    <a:pt x="580" y="252"/>
                  </a:cubicBezTo>
                  <a:cubicBezTo>
                    <a:pt x="542" y="252"/>
                    <a:pt x="514" y="221"/>
                    <a:pt x="514" y="178"/>
                  </a:cubicBezTo>
                  <a:moveTo>
                    <a:pt x="366" y="104"/>
                  </a:moveTo>
                  <a:cubicBezTo>
                    <a:pt x="406" y="104"/>
                    <a:pt x="427" y="133"/>
                    <a:pt x="430" y="164"/>
                  </a:cubicBezTo>
                  <a:cubicBezTo>
                    <a:pt x="299" y="164"/>
                    <a:pt x="299" y="164"/>
                    <a:pt x="299" y="164"/>
                  </a:cubicBezTo>
                  <a:cubicBezTo>
                    <a:pt x="302" y="130"/>
                    <a:pt x="326" y="104"/>
                    <a:pt x="366" y="104"/>
                  </a:cubicBezTo>
                  <a:moveTo>
                    <a:pt x="859" y="224"/>
                  </a:moveTo>
                  <a:cubicBezTo>
                    <a:pt x="859" y="109"/>
                    <a:pt x="859" y="109"/>
                    <a:pt x="859" y="109"/>
                  </a:cubicBezTo>
                  <a:cubicBezTo>
                    <a:pt x="897" y="109"/>
                    <a:pt x="897" y="109"/>
                    <a:pt x="897" y="109"/>
                  </a:cubicBezTo>
                  <a:cubicBezTo>
                    <a:pt x="897" y="84"/>
                    <a:pt x="897" y="84"/>
                    <a:pt x="897" y="84"/>
                  </a:cubicBezTo>
                  <a:cubicBezTo>
                    <a:pt x="859" y="84"/>
                    <a:pt x="859" y="84"/>
                    <a:pt x="859" y="84"/>
                  </a:cubicBezTo>
                  <a:cubicBezTo>
                    <a:pt x="859" y="36"/>
                    <a:pt x="859" y="36"/>
                    <a:pt x="859" y="36"/>
                  </a:cubicBezTo>
                  <a:cubicBezTo>
                    <a:pt x="829" y="36"/>
                    <a:pt x="829" y="36"/>
                    <a:pt x="829" y="36"/>
                  </a:cubicBezTo>
                  <a:cubicBezTo>
                    <a:pt x="829" y="84"/>
                    <a:pt x="829" y="84"/>
                    <a:pt x="829" y="84"/>
                  </a:cubicBezTo>
                  <a:cubicBezTo>
                    <a:pt x="799" y="84"/>
                    <a:pt x="799" y="84"/>
                    <a:pt x="799" y="84"/>
                  </a:cubicBezTo>
                  <a:cubicBezTo>
                    <a:pt x="799" y="109"/>
                    <a:pt x="799" y="109"/>
                    <a:pt x="799" y="109"/>
                  </a:cubicBezTo>
                  <a:cubicBezTo>
                    <a:pt x="829" y="109"/>
                    <a:pt x="829" y="109"/>
                    <a:pt x="829" y="109"/>
                  </a:cubicBezTo>
                  <a:cubicBezTo>
                    <a:pt x="829" y="225"/>
                    <a:pt x="829" y="225"/>
                    <a:pt x="829" y="225"/>
                  </a:cubicBezTo>
                  <a:cubicBezTo>
                    <a:pt x="829" y="259"/>
                    <a:pt x="844" y="275"/>
                    <a:pt x="879" y="275"/>
                  </a:cubicBezTo>
                  <a:cubicBezTo>
                    <a:pt x="884" y="275"/>
                    <a:pt x="893" y="274"/>
                    <a:pt x="897" y="273"/>
                  </a:cubicBezTo>
                  <a:cubicBezTo>
                    <a:pt x="897" y="248"/>
                    <a:pt x="897" y="248"/>
                    <a:pt x="897" y="248"/>
                  </a:cubicBezTo>
                  <a:cubicBezTo>
                    <a:pt x="892" y="249"/>
                    <a:pt x="886" y="249"/>
                    <a:pt x="882" y="249"/>
                  </a:cubicBezTo>
                  <a:cubicBezTo>
                    <a:pt x="866" y="249"/>
                    <a:pt x="859" y="244"/>
                    <a:pt x="859" y="224"/>
                  </a:cubicBezTo>
                  <a:moveTo>
                    <a:pt x="783" y="275"/>
                  </a:moveTo>
                  <a:cubicBezTo>
                    <a:pt x="789" y="275"/>
                    <a:pt x="797" y="274"/>
                    <a:pt x="801" y="273"/>
                  </a:cubicBezTo>
                  <a:cubicBezTo>
                    <a:pt x="801" y="248"/>
                    <a:pt x="801" y="248"/>
                    <a:pt x="801" y="248"/>
                  </a:cubicBezTo>
                  <a:cubicBezTo>
                    <a:pt x="795" y="249"/>
                    <a:pt x="791" y="249"/>
                    <a:pt x="787" y="249"/>
                  </a:cubicBezTo>
                  <a:cubicBezTo>
                    <a:pt x="774" y="249"/>
                    <a:pt x="768" y="243"/>
                    <a:pt x="768" y="222"/>
                  </a:cubicBezTo>
                  <a:cubicBezTo>
                    <a:pt x="768" y="0"/>
                    <a:pt x="768" y="0"/>
                    <a:pt x="768" y="0"/>
                  </a:cubicBezTo>
                  <a:cubicBezTo>
                    <a:pt x="712" y="0"/>
                    <a:pt x="712" y="0"/>
                    <a:pt x="712" y="0"/>
                  </a:cubicBezTo>
                  <a:cubicBezTo>
                    <a:pt x="712" y="24"/>
                    <a:pt x="712" y="24"/>
                    <a:pt x="712" y="24"/>
                  </a:cubicBezTo>
                  <a:cubicBezTo>
                    <a:pt x="737" y="24"/>
                    <a:pt x="737" y="24"/>
                    <a:pt x="737" y="24"/>
                  </a:cubicBezTo>
                  <a:cubicBezTo>
                    <a:pt x="737" y="224"/>
                    <a:pt x="737" y="224"/>
                    <a:pt x="737" y="224"/>
                  </a:cubicBezTo>
                  <a:cubicBezTo>
                    <a:pt x="737" y="257"/>
                    <a:pt x="751" y="275"/>
                    <a:pt x="783" y="27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64721E85-2239-483B-879C-87964E713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125" y="429541"/>
              <a:ext cx="295044" cy="352779"/>
            </a:xfrm>
            <a:custGeom>
              <a:avLst/>
              <a:gdLst>
                <a:gd name="T0" fmla="*/ 85 w 243"/>
                <a:gd name="T1" fmla="*/ 195 h 288"/>
                <a:gd name="T2" fmla="*/ 125 w 243"/>
                <a:gd name="T3" fmla="*/ 223 h 288"/>
                <a:gd name="T4" fmla="*/ 158 w 243"/>
                <a:gd name="T5" fmla="*/ 203 h 288"/>
                <a:gd name="T6" fmla="*/ 110 w 243"/>
                <a:gd name="T7" fmla="*/ 176 h 288"/>
                <a:gd name="T8" fmla="*/ 36 w 243"/>
                <a:gd name="T9" fmla="*/ 150 h 288"/>
                <a:gd name="T10" fmla="*/ 5 w 243"/>
                <a:gd name="T11" fmla="*/ 87 h 288"/>
                <a:gd name="T12" fmla="*/ 119 w 243"/>
                <a:gd name="T13" fmla="*/ 0 h 288"/>
                <a:gd name="T14" fmla="*/ 236 w 243"/>
                <a:gd name="T15" fmla="*/ 86 h 288"/>
                <a:gd name="T16" fmla="*/ 153 w 243"/>
                <a:gd name="T17" fmla="*/ 86 h 288"/>
                <a:gd name="T18" fmla="*/ 118 w 243"/>
                <a:gd name="T19" fmla="*/ 62 h 288"/>
                <a:gd name="T20" fmla="*/ 90 w 243"/>
                <a:gd name="T21" fmla="*/ 80 h 288"/>
                <a:gd name="T22" fmla="*/ 130 w 243"/>
                <a:gd name="T23" fmla="*/ 104 h 288"/>
                <a:gd name="T24" fmla="*/ 208 w 243"/>
                <a:gd name="T25" fmla="*/ 130 h 288"/>
                <a:gd name="T26" fmla="*/ 243 w 243"/>
                <a:gd name="T27" fmla="*/ 194 h 288"/>
                <a:gd name="T28" fmla="*/ 122 w 243"/>
                <a:gd name="T29" fmla="*/ 288 h 288"/>
                <a:gd name="T30" fmla="*/ 0 w 243"/>
                <a:gd name="T31" fmla="*/ 195 h 288"/>
                <a:gd name="T32" fmla="*/ 85 w 243"/>
                <a:gd name="T33" fmla="*/ 195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288">
                  <a:moveTo>
                    <a:pt x="85" y="195"/>
                  </a:moveTo>
                  <a:cubicBezTo>
                    <a:pt x="90" y="216"/>
                    <a:pt x="101" y="223"/>
                    <a:pt x="125" y="223"/>
                  </a:cubicBezTo>
                  <a:cubicBezTo>
                    <a:pt x="146" y="223"/>
                    <a:pt x="158" y="215"/>
                    <a:pt x="158" y="203"/>
                  </a:cubicBezTo>
                  <a:cubicBezTo>
                    <a:pt x="158" y="186"/>
                    <a:pt x="142" y="185"/>
                    <a:pt x="110" y="176"/>
                  </a:cubicBezTo>
                  <a:cubicBezTo>
                    <a:pt x="72" y="166"/>
                    <a:pt x="48" y="158"/>
                    <a:pt x="36" y="150"/>
                  </a:cubicBezTo>
                  <a:cubicBezTo>
                    <a:pt x="15" y="135"/>
                    <a:pt x="5" y="114"/>
                    <a:pt x="5" y="87"/>
                  </a:cubicBezTo>
                  <a:cubicBezTo>
                    <a:pt x="5" y="34"/>
                    <a:pt x="47" y="0"/>
                    <a:pt x="119" y="0"/>
                  </a:cubicBezTo>
                  <a:cubicBezTo>
                    <a:pt x="189" y="0"/>
                    <a:pt x="231" y="31"/>
                    <a:pt x="236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0" y="70"/>
                    <a:pt x="139" y="62"/>
                    <a:pt x="118" y="62"/>
                  </a:cubicBezTo>
                  <a:cubicBezTo>
                    <a:pt x="99" y="62"/>
                    <a:pt x="90" y="68"/>
                    <a:pt x="90" y="80"/>
                  </a:cubicBezTo>
                  <a:cubicBezTo>
                    <a:pt x="90" y="95"/>
                    <a:pt x="104" y="98"/>
                    <a:pt x="130" y="104"/>
                  </a:cubicBezTo>
                  <a:cubicBezTo>
                    <a:pt x="164" y="113"/>
                    <a:pt x="191" y="119"/>
                    <a:pt x="208" y="130"/>
                  </a:cubicBezTo>
                  <a:cubicBezTo>
                    <a:pt x="232" y="146"/>
                    <a:pt x="243" y="166"/>
                    <a:pt x="243" y="194"/>
                  </a:cubicBezTo>
                  <a:cubicBezTo>
                    <a:pt x="243" y="253"/>
                    <a:pt x="201" y="288"/>
                    <a:pt x="122" y="288"/>
                  </a:cubicBezTo>
                  <a:cubicBezTo>
                    <a:pt x="48" y="288"/>
                    <a:pt x="6" y="253"/>
                    <a:pt x="0" y="195"/>
                  </a:cubicBezTo>
                  <a:lnTo>
                    <a:pt x="85" y="1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DE44ED71-C040-4229-9666-B07DD1B05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580" y="429541"/>
              <a:ext cx="328685" cy="352779"/>
            </a:xfrm>
            <a:custGeom>
              <a:avLst/>
              <a:gdLst>
                <a:gd name="T0" fmla="*/ 271 w 271"/>
                <a:gd name="T1" fmla="*/ 174 h 288"/>
                <a:gd name="T2" fmla="*/ 140 w 271"/>
                <a:gd name="T3" fmla="*/ 288 h 288"/>
                <a:gd name="T4" fmla="*/ 0 w 271"/>
                <a:gd name="T5" fmla="*/ 144 h 288"/>
                <a:gd name="T6" fmla="*/ 139 w 271"/>
                <a:gd name="T7" fmla="*/ 0 h 288"/>
                <a:gd name="T8" fmla="*/ 269 w 271"/>
                <a:gd name="T9" fmla="*/ 111 h 288"/>
                <a:gd name="T10" fmla="*/ 186 w 271"/>
                <a:gd name="T11" fmla="*/ 111 h 288"/>
                <a:gd name="T12" fmla="*/ 140 w 271"/>
                <a:gd name="T13" fmla="*/ 68 h 288"/>
                <a:gd name="T14" fmla="*/ 88 w 271"/>
                <a:gd name="T15" fmla="*/ 144 h 288"/>
                <a:gd name="T16" fmla="*/ 142 w 271"/>
                <a:gd name="T17" fmla="*/ 220 h 288"/>
                <a:gd name="T18" fmla="*/ 188 w 271"/>
                <a:gd name="T19" fmla="*/ 174 h 288"/>
                <a:gd name="T20" fmla="*/ 271 w 271"/>
                <a:gd name="T21" fmla="*/ 17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1" h="288">
                  <a:moveTo>
                    <a:pt x="271" y="174"/>
                  </a:moveTo>
                  <a:cubicBezTo>
                    <a:pt x="266" y="246"/>
                    <a:pt x="219" y="288"/>
                    <a:pt x="140" y="288"/>
                  </a:cubicBezTo>
                  <a:cubicBezTo>
                    <a:pt x="53" y="288"/>
                    <a:pt x="0" y="233"/>
                    <a:pt x="0" y="144"/>
                  </a:cubicBezTo>
                  <a:cubicBezTo>
                    <a:pt x="0" y="55"/>
                    <a:pt x="54" y="0"/>
                    <a:pt x="139" y="0"/>
                  </a:cubicBezTo>
                  <a:cubicBezTo>
                    <a:pt x="218" y="0"/>
                    <a:pt x="264" y="40"/>
                    <a:pt x="269" y="111"/>
                  </a:cubicBezTo>
                  <a:cubicBezTo>
                    <a:pt x="186" y="111"/>
                    <a:pt x="186" y="111"/>
                    <a:pt x="186" y="111"/>
                  </a:cubicBezTo>
                  <a:cubicBezTo>
                    <a:pt x="183" y="83"/>
                    <a:pt x="168" y="68"/>
                    <a:pt x="140" y="68"/>
                  </a:cubicBezTo>
                  <a:cubicBezTo>
                    <a:pt x="105" y="68"/>
                    <a:pt x="88" y="94"/>
                    <a:pt x="88" y="144"/>
                  </a:cubicBezTo>
                  <a:cubicBezTo>
                    <a:pt x="88" y="194"/>
                    <a:pt x="107" y="220"/>
                    <a:pt x="142" y="220"/>
                  </a:cubicBezTo>
                  <a:cubicBezTo>
                    <a:pt x="169" y="220"/>
                    <a:pt x="186" y="204"/>
                    <a:pt x="188" y="174"/>
                  </a:cubicBezTo>
                  <a:lnTo>
                    <a:pt x="271" y="174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072BB834-AF3C-4EED-BC86-8DE307022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6534" y="439542"/>
              <a:ext cx="327776" cy="333231"/>
            </a:xfrm>
            <a:custGeom>
              <a:avLst/>
              <a:gdLst>
                <a:gd name="T0" fmla="*/ 0 w 721"/>
                <a:gd name="T1" fmla="*/ 0 h 733"/>
                <a:gd name="T2" fmla="*/ 237 w 721"/>
                <a:gd name="T3" fmla="*/ 0 h 733"/>
                <a:gd name="T4" fmla="*/ 360 w 721"/>
                <a:gd name="T5" fmla="*/ 474 h 733"/>
                <a:gd name="T6" fmla="*/ 491 w 721"/>
                <a:gd name="T7" fmla="*/ 0 h 733"/>
                <a:gd name="T8" fmla="*/ 721 w 721"/>
                <a:gd name="T9" fmla="*/ 0 h 733"/>
                <a:gd name="T10" fmla="*/ 478 w 721"/>
                <a:gd name="T11" fmla="*/ 733 h 733"/>
                <a:gd name="T12" fmla="*/ 245 w 721"/>
                <a:gd name="T13" fmla="*/ 733 h 733"/>
                <a:gd name="T14" fmla="*/ 0 w 721"/>
                <a:gd name="T15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1" h="733">
                  <a:moveTo>
                    <a:pt x="0" y="0"/>
                  </a:moveTo>
                  <a:lnTo>
                    <a:pt x="237" y="0"/>
                  </a:lnTo>
                  <a:lnTo>
                    <a:pt x="360" y="474"/>
                  </a:lnTo>
                  <a:lnTo>
                    <a:pt x="491" y="0"/>
                  </a:lnTo>
                  <a:lnTo>
                    <a:pt x="721" y="0"/>
                  </a:lnTo>
                  <a:lnTo>
                    <a:pt x="478" y="733"/>
                  </a:lnTo>
                  <a:lnTo>
                    <a:pt x="245" y="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D98FB805-93F1-4DD1-A922-41F0F7210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784" y="429541"/>
              <a:ext cx="429609" cy="352779"/>
            </a:xfrm>
            <a:custGeom>
              <a:avLst/>
              <a:gdLst>
                <a:gd name="T0" fmla="*/ 101 w 354"/>
                <a:gd name="T1" fmla="*/ 0 h 288"/>
                <a:gd name="T2" fmla="*/ 73 w 354"/>
                <a:gd name="T3" fmla="*/ 12 h 288"/>
                <a:gd name="T4" fmla="*/ 15 w 354"/>
                <a:gd name="T5" fmla="*/ 69 h 288"/>
                <a:gd name="T6" fmla="*/ 15 w 354"/>
                <a:gd name="T7" fmla="*/ 127 h 288"/>
                <a:gd name="T8" fmla="*/ 177 w 354"/>
                <a:gd name="T9" fmla="*/ 288 h 288"/>
                <a:gd name="T10" fmla="*/ 338 w 354"/>
                <a:gd name="T11" fmla="*/ 127 h 288"/>
                <a:gd name="T12" fmla="*/ 338 w 354"/>
                <a:gd name="T13" fmla="*/ 69 h 288"/>
                <a:gd name="T14" fmla="*/ 281 w 354"/>
                <a:gd name="T15" fmla="*/ 12 h 288"/>
                <a:gd name="T16" fmla="*/ 252 w 354"/>
                <a:gd name="T17" fmla="*/ 0 h 288"/>
                <a:gd name="T18" fmla="*/ 224 w 354"/>
                <a:gd name="T19" fmla="*/ 12 h 288"/>
                <a:gd name="T20" fmla="*/ 177 w 354"/>
                <a:gd name="T21" fmla="*/ 59 h 288"/>
                <a:gd name="T22" fmla="*/ 130 w 354"/>
                <a:gd name="T23" fmla="*/ 12 h 288"/>
                <a:gd name="T24" fmla="*/ 101 w 354"/>
                <a:gd name="T2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4" h="288">
                  <a:moveTo>
                    <a:pt x="101" y="0"/>
                  </a:moveTo>
                  <a:cubicBezTo>
                    <a:pt x="91" y="0"/>
                    <a:pt x="80" y="4"/>
                    <a:pt x="73" y="12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0" y="85"/>
                    <a:pt x="0" y="111"/>
                    <a:pt x="15" y="127"/>
                  </a:cubicBezTo>
                  <a:cubicBezTo>
                    <a:pt x="177" y="288"/>
                    <a:pt x="177" y="288"/>
                    <a:pt x="177" y="288"/>
                  </a:cubicBezTo>
                  <a:cubicBezTo>
                    <a:pt x="338" y="127"/>
                    <a:pt x="338" y="127"/>
                    <a:pt x="338" y="127"/>
                  </a:cubicBezTo>
                  <a:cubicBezTo>
                    <a:pt x="354" y="111"/>
                    <a:pt x="354" y="85"/>
                    <a:pt x="338" y="69"/>
                  </a:cubicBezTo>
                  <a:cubicBezTo>
                    <a:pt x="281" y="12"/>
                    <a:pt x="281" y="12"/>
                    <a:pt x="281" y="12"/>
                  </a:cubicBezTo>
                  <a:cubicBezTo>
                    <a:pt x="273" y="4"/>
                    <a:pt x="263" y="0"/>
                    <a:pt x="252" y="0"/>
                  </a:cubicBezTo>
                  <a:cubicBezTo>
                    <a:pt x="242" y="0"/>
                    <a:pt x="232" y="4"/>
                    <a:pt x="224" y="12"/>
                  </a:cubicBezTo>
                  <a:cubicBezTo>
                    <a:pt x="177" y="59"/>
                    <a:pt x="177" y="59"/>
                    <a:pt x="177" y="59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22" y="4"/>
                    <a:pt x="111" y="0"/>
                    <a:pt x="101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71225E3C-921D-42FF-B4D6-693BE03962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62744" y="706400"/>
              <a:ext cx="66828" cy="68647"/>
            </a:xfrm>
            <a:custGeom>
              <a:avLst/>
              <a:gdLst>
                <a:gd name="T0" fmla="*/ 27 w 55"/>
                <a:gd name="T1" fmla="*/ 56 h 56"/>
                <a:gd name="T2" fmla="*/ 0 w 55"/>
                <a:gd name="T3" fmla="*/ 28 h 56"/>
                <a:gd name="T4" fmla="*/ 27 w 55"/>
                <a:gd name="T5" fmla="*/ 0 h 56"/>
                <a:gd name="T6" fmla="*/ 55 w 55"/>
                <a:gd name="T7" fmla="*/ 28 h 56"/>
                <a:gd name="T8" fmla="*/ 27 w 55"/>
                <a:gd name="T9" fmla="*/ 56 h 56"/>
                <a:gd name="T10" fmla="*/ 27 w 55"/>
                <a:gd name="T11" fmla="*/ 5 h 56"/>
                <a:gd name="T12" fmla="*/ 6 w 55"/>
                <a:gd name="T13" fmla="*/ 28 h 56"/>
                <a:gd name="T14" fmla="*/ 27 w 55"/>
                <a:gd name="T15" fmla="*/ 51 h 56"/>
                <a:gd name="T16" fmla="*/ 49 w 55"/>
                <a:gd name="T17" fmla="*/ 28 h 56"/>
                <a:gd name="T18" fmla="*/ 27 w 55"/>
                <a:gd name="T19" fmla="*/ 5 h 56"/>
                <a:gd name="T20" fmla="*/ 22 w 55"/>
                <a:gd name="T21" fmla="*/ 44 h 56"/>
                <a:gd name="T22" fmla="*/ 16 w 55"/>
                <a:gd name="T23" fmla="*/ 44 h 56"/>
                <a:gd name="T24" fmla="*/ 16 w 55"/>
                <a:gd name="T25" fmla="*/ 13 h 56"/>
                <a:gd name="T26" fmla="*/ 28 w 55"/>
                <a:gd name="T27" fmla="*/ 13 h 56"/>
                <a:gd name="T28" fmla="*/ 40 w 55"/>
                <a:gd name="T29" fmla="*/ 22 h 56"/>
                <a:gd name="T30" fmla="*/ 31 w 55"/>
                <a:gd name="T31" fmla="*/ 30 h 56"/>
                <a:gd name="T32" fmla="*/ 40 w 55"/>
                <a:gd name="T33" fmla="*/ 44 h 56"/>
                <a:gd name="T34" fmla="*/ 34 w 55"/>
                <a:gd name="T35" fmla="*/ 44 h 56"/>
                <a:gd name="T36" fmla="*/ 26 w 55"/>
                <a:gd name="T37" fmla="*/ 31 h 56"/>
                <a:gd name="T38" fmla="*/ 22 w 55"/>
                <a:gd name="T39" fmla="*/ 31 h 56"/>
                <a:gd name="T40" fmla="*/ 22 w 55"/>
                <a:gd name="T41" fmla="*/ 44 h 56"/>
                <a:gd name="T42" fmla="*/ 27 w 55"/>
                <a:gd name="T43" fmla="*/ 26 h 56"/>
                <a:gd name="T44" fmla="*/ 34 w 55"/>
                <a:gd name="T45" fmla="*/ 21 h 56"/>
                <a:gd name="T46" fmla="*/ 28 w 55"/>
                <a:gd name="T47" fmla="*/ 17 h 56"/>
                <a:gd name="T48" fmla="*/ 22 w 55"/>
                <a:gd name="T49" fmla="*/ 17 h 56"/>
                <a:gd name="T50" fmla="*/ 22 w 55"/>
                <a:gd name="T51" fmla="*/ 26 h 56"/>
                <a:gd name="T52" fmla="*/ 27 w 55"/>
                <a:gd name="T53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56">
                  <a:moveTo>
                    <a:pt x="27" y="56"/>
                  </a:moveTo>
                  <a:cubicBezTo>
                    <a:pt x="11" y="56"/>
                    <a:pt x="0" y="44"/>
                    <a:pt x="0" y="28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5" y="11"/>
                    <a:pt x="55" y="28"/>
                  </a:cubicBezTo>
                  <a:cubicBezTo>
                    <a:pt x="55" y="45"/>
                    <a:pt x="42" y="56"/>
                    <a:pt x="27" y="56"/>
                  </a:cubicBezTo>
                  <a:close/>
                  <a:moveTo>
                    <a:pt x="27" y="5"/>
                  </a:moveTo>
                  <a:cubicBezTo>
                    <a:pt x="15" y="5"/>
                    <a:pt x="6" y="14"/>
                    <a:pt x="6" y="28"/>
                  </a:cubicBezTo>
                  <a:cubicBezTo>
                    <a:pt x="6" y="41"/>
                    <a:pt x="14" y="51"/>
                    <a:pt x="27" y="51"/>
                  </a:cubicBezTo>
                  <a:cubicBezTo>
                    <a:pt x="39" y="51"/>
                    <a:pt x="49" y="42"/>
                    <a:pt x="49" y="28"/>
                  </a:cubicBezTo>
                  <a:cubicBezTo>
                    <a:pt x="49" y="14"/>
                    <a:pt x="39" y="5"/>
                    <a:pt x="27" y="5"/>
                  </a:cubicBezTo>
                  <a:close/>
                  <a:moveTo>
                    <a:pt x="22" y="44"/>
                  </a:moveTo>
                  <a:cubicBezTo>
                    <a:pt x="16" y="44"/>
                    <a:pt x="16" y="44"/>
                    <a:pt x="16" y="44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6" y="13"/>
                    <a:pt x="40" y="16"/>
                    <a:pt x="40" y="22"/>
                  </a:cubicBezTo>
                  <a:cubicBezTo>
                    <a:pt x="40" y="27"/>
                    <a:pt x="36" y="30"/>
                    <a:pt x="31" y="30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22" y="44"/>
                  </a:lnTo>
                  <a:close/>
                  <a:moveTo>
                    <a:pt x="27" y="26"/>
                  </a:moveTo>
                  <a:cubicBezTo>
                    <a:pt x="31" y="26"/>
                    <a:pt x="34" y="26"/>
                    <a:pt x="34" y="21"/>
                  </a:cubicBezTo>
                  <a:cubicBezTo>
                    <a:pt x="34" y="18"/>
                    <a:pt x="31" y="17"/>
                    <a:pt x="28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26"/>
                    <a:pt x="22" y="26"/>
                    <a:pt x="22" y="26"/>
                  </a:cubicBezTo>
                  <a:lnTo>
                    <a:pt x="27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lang="en-US" sz="1500" b="1" kern="1200" dirty="0">
                <a:solidFill>
                  <a:schemeClr val="tx2"/>
                </a:solidFill>
                <a:latin typeface="CVS Health Sans" panose="020B0504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468802584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7 Parter-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FF5A7F6-20C2-4507-801C-E1C2059285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7931" y="1637977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CBD58C-46E5-4558-A43C-9B624EDDC132}"/>
              </a:ext>
            </a:extLst>
          </p:cNvPr>
          <p:cNvGrpSpPr/>
          <p:nvPr userDrawn="1"/>
        </p:nvGrpSpPr>
        <p:grpSpPr>
          <a:xfrm>
            <a:off x="557929" y="5835587"/>
            <a:ext cx="2872536" cy="352779"/>
            <a:chOff x="557784" y="429541"/>
            <a:chExt cx="2871788" cy="352779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DA33C252-4717-4352-8A54-FA89468DF2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62537" y="439542"/>
              <a:ext cx="1377022" cy="340505"/>
            </a:xfrm>
            <a:custGeom>
              <a:avLst/>
              <a:gdLst>
                <a:gd name="T0" fmla="*/ 701 w 1134"/>
                <a:gd name="T1" fmla="*/ 273 h 278"/>
                <a:gd name="T2" fmla="*/ 675 w 1134"/>
                <a:gd name="T3" fmla="*/ 248 h 278"/>
                <a:gd name="T4" fmla="*/ 701 w 1134"/>
                <a:gd name="T5" fmla="*/ 109 h 278"/>
                <a:gd name="T6" fmla="*/ 645 w 1134"/>
                <a:gd name="T7" fmla="*/ 84 h 278"/>
                <a:gd name="T8" fmla="*/ 576 w 1134"/>
                <a:gd name="T9" fmla="*/ 79 h 278"/>
                <a:gd name="T10" fmla="*/ 576 w 1134"/>
                <a:gd name="T11" fmla="*/ 278 h 278"/>
                <a:gd name="T12" fmla="*/ 645 w 1134"/>
                <a:gd name="T13" fmla="*/ 273 h 278"/>
                <a:gd name="T14" fmla="*/ 426 w 1134"/>
                <a:gd name="T15" fmla="*/ 222 h 278"/>
                <a:gd name="T16" fmla="*/ 299 w 1134"/>
                <a:gd name="T17" fmla="*/ 189 h 278"/>
                <a:gd name="T18" fmla="*/ 461 w 1134"/>
                <a:gd name="T19" fmla="*/ 175 h 278"/>
                <a:gd name="T20" fmla="*/ 267 w 1134"/>
                <a:gd name="T21" fmla="*/ 178 h 278"/>
                <a:gd name="T22" fmla="*/ 456 w 1134"/>
                <a:gd name="T23" fmla="*/ 222 h 278"/>
                <a:gd name="T24" fmla="*/ 59 w 1134"/>
                <a:gd name="T25" fmla="*/ 25 h 278"/>
                <a:gd name="T26" fmla="*/ 86 w 1134"/>
                <a:gd name="T27" fmla="*/ 0 h 278"/>
                <a:gd name="T28" fmla="*/ 0 w 1134"/>
                <a:gd name="T29" fmla="*/ 25 h 278"/>
                <a:gd name="T30" fmla="*/ 27 w 1134"/>
                <a:gd name="T31" fmla="*/ 247 h 278"/>
                <a:gd name="T32" fmla="*/ 0 w 1134"/>
                <a:gd name="T33" fmla="*/ 273 h 278"/>
                <a:gd name="T34" fmla="*/ 86 w 1134"/>
                <a:gd name="T35" fmla="*/ 247 h 278"/>
                <a:gd name="T36" fmla="*/ 59 w 1134"/>
                <a:gd name="T37" fmla="*/ 138 h 278"/>
                <a:gd name="T38" fmla="*/ 196 w 1134"/>
                <a:gd name="T39" fmla="*/ 247 h 278"/>
                <a:gd name="T40" fmla="*/ 168 w 1134"/>
                <a:gd name="T41" fmla="*/ 273 h 278"/>
                <a:gd name="T42" fmla="*/ 255 w 1134"/>
                <a:gd name="T43" fmla="*/ 247 h 278"/>
                <a:gd name="T44" fmla="*/ 227 w 1134"/>
                <a:gd name="T45" fmla="*/ 25 h 278"/>
                <a:gd name="T46" fmla="*/ 255 w 1134"/>
                <a:gd name="T47" fmla="*/ 0 h 278"/>
                <a:gd name="T48" fmla="*/ 168 w 1134"/>
                <a:gd name="T49" fmla="*/ 25 h 278"/>
                <a:gd name="T50" fmla="*/ 196 w 1134"/>
                <a:gd name="T51" fmla="*/ 114 h 278"/>
                <a:gd name="T52" fmla="*/ 996 w 1134"/>
                <a:gd name="T53" fmla="*/ 248 h 278"/>
                <a:gd name="T54" fmla="*/ 971 w 1134"/>
                <a:gd name="T55" fmla="*/ 163 h 278"/>
                <a:gd name="T56" fmla="*/ 1078 w 1134"/>
                <a:gd name="T57" fmla="*/ 163 h 278"/>
                <a:gd name="T58" fmla="*/ 1053 w 1134"/>
                <a:gd name="T59" fmla="*/ 248 h 278"/>
                <a:gd name="T60" fmla="*/ 1134 w 1134"/>
                <a:gd name="T61" fmla="*/ 273 h 278"/>
                <a:gd name="T62" fmla="*/ 1109 w 1134"/>
                <a:gd name="T63" fmla="*/ 248 h 278"/>
                <a:gd name="T64" fmla="*/ 1030 w 1134"/>
                <a:gd name="T65" fmla="*/ 79 h 278"/>
                <a:gd name="T66" fmla="*/ 971 w 1134"/>
                <a:gd name="T67" fmla="*/ 0 h 278"/>
                <a:gd name="T68" fmla="*/ 915 w 1134"/>
                <a:gd name="T69" fmla="*/ 24 h 278"/>
                <a:gd name="T70" fmla="*/ 940 w 1134"/>
                <a:gd name="T71" fmla="*/ 248 h 278"/>
                <a:gd name="T72" fmla="*/ 915 w 1134"/>
                <a:gd name="T73" fmla="*/ 273 h 278"/>
                <a:gd name="T74" fmla="*/ 996 w 1134"/>
                <a:gd name="T75" fmla="*/ 248 h 278"/>
                <a:gd name="T76" fmla="*/ 580 w 1134"/>
                <a:gd name="T77" fmla="*/ 104 h 278"/>
                <a:gd name="T78" fmla="*/ 580 w 1134"/>
                <a:gd name="T79" fmla="*/ 252 h 278"/>
                <a:gd name="T80" fmla="*/ 366 w 1134"/>
                <a:gd name="T81" fmla="*/ 104 h 278"/>
                <a:gd name="T82" fmla="*/ 299 w 1134"/>
                <a:gd name="T83" fmla="*/ 164 h 278"/>
                <a:gd name="T84" fmla="*/ 859 w 1134"/>
                <a:gd name="T85" fmla="*/ 224 h 278"/>
                <a:gd name="T86" fmla="*/ 897 w 1134"/>
                <a:gd name="T87" fmla="*/ 109 h 278"/>
                <a:gd name="T88" fmla="*/ 859 w 1134"/>
                <a:gd name="T89" fmla="*/ 84 h 278"/>
                <a:gd name="T90" fmla="*/ 829 w 1134"/>
                <a:gd name="T91" fmla="*/ 36 h 278"/>
                <a:gd name="T92" fmla="*/ 799 w 1134"/>
                <a:gd name="T93" fmla="*/ 84 h 278"/>
                <a:gd name="T94" fmla="*/ 829 w 1134"/>
                <a:gd name="T95" fmla="*/ 109 h 278"/>
                <a:gd name="T96" fmla="*/ 879 w 1134"/>
                <a:gd name="T97" fmla="*/ 275 h 278"/>
                <a:gd name="T98" fmla="*/ 897 w 1134"/>
                <a:gd name="T99" fmla="*/ 248 h 278"/>
                <a:gd name="T100" fmla="*/ 859 w 1134"/>
                <a:gd name="T101" fmla="*/ 224 h 278"/>
                <a:gd name="T102" fmla="*/ 801 w 1134"/>
                <a:gd name="T103" fmla="*/ 273 h 278"/>
                <a:gd name="T104" fmla="*/ 787 w 1134"/>
                <a:gd name="T105" fmla="*/ 249 h 278"/>
                <a:gd name="T106" fmla="*/ 768 w 1134"/>
                <a:gd name="T107" fmla="*/ 0 h 278"/>
                <a:gd name="T108" fmla="*/ 712 w 1134"/>
                <a:gd name="T109" fmla="*/ 24 h 278"/>
                <a:gd name="T110" fmla="*/ 737 w 1134"/>
                <a:gd name="T111" fmla="*/ 224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34" h="278">
                  <a:moveTo>
                    <a:pt x="645" y="273"/>
                  </a:moveTo>
                  <a:cubicBezTo>
                    <a:pt x="701" y="273"/>
                    <a:pt x="701" y="273"/>
                    <a:pt x="701" y="273"/>
                  </a:cubicBezTo>
                  <a:cubicBezTo>
                    <a:pt x="701" y="248"/>
                    <a:pt x="701" y="248"/>
                    <a:pt x="701" y="248"/>
                  </a:cubicBezTo>
                  <a:cubicBezTo>
                    <a:pt x="675" y="248"/>
                    <a:pt x="675" y="248"/>
                    <a:pt x="675" y="248"/>
                  </a:cubicBezTo>
                  <a:cubicBezTo>
                    <a:pt x="675" y="109"/>
                    <a:pt x="675" y="109"/>
                    <a:pt x="675" y="109"/>
                  </a:cubicBezTo>
                  <a:cubicBezTo>
                    <a:pt x="701" y="109"/>
                    <a:pt x="701" y="109"/>
                    <a:pt x="701" y="109"/>
                  </a:cubicBezTo>
                  <a:cubicBezTo>
                    <a:pt x="701" y="84"/>
                    <a:pt x="701" y="84"/>
                    <a:pt x="701" y="84"/>
                  </a:cubicBezTo>
                  <a:cubicBezTo>
                    <a:pt x="645" y="84"/>
                    <a:pt x="645" y="84"/>
                    <a:pt x="645" y="84"/>
                  </a:cubicBezTo>
                  <a:cubicBezTo>
                    <a:pt x="645" y="112"/>
                    <a:pt x="645" y="112"/>
                    <a:pt x="645" y="112"/>
                  </a:cubicBezTo>
                  <a:cubicBezTo>
                    <a:pt x="629" y="91"/>
                    <a:pt x="605" y="79"/>
                    <a:pt x="576" y="79"/>
                  </a:cubicBezTo>
                  <a:cubicBezTo>
                    <a:pt x="523" y="79"/>
                    <a:pt x="483" y="122"/>
                    <a:pt x="483" y="178"/>
                  </a:cubicBezTo>
                  <a:cubicBezTo>
                    <a:pt x="483" y="235"/>
                    <a:pt x="523" y="278"/>
                    <a:pt x="576" y="278"/>
                  </a:cubicBezTo>
                  <a:cubicBezTo>
                    <a:pt x="605" y="278"/>
                    <a:pt x="629" y="265"/>
                    <a:pt x="645" y="245"/>
                  </a:cubicBezTo>
                  <a:lnTo>
                    <a:pt x="645" y="273"/>
                  </a:lnTo>
                  <a:close/>
                  <a:moveTo>
                    <a:pt x="456" y="222"/>
                  </a:moveTo>
                  <a:cubicBezTo>
                    <a:pt x="426" y="222"/>
                    <a:pt x="426" y="222"/>
                    <a:pt x="426" y="222"/>
                  </a:cubicBezTo>
                  <a:cubicBezTo>
                    <a:pt x="415" y="241"/>
                    <a:pt x="395" y="253"/>
                    <a:pt x="367" y="253"/>
                  </a:cubicBezTo>
                  <a:cubicBezTo>
                    <a:pt x="325" y="253"/>
                    <a:pt x="302" y="227"/>
                    <a:pt x="299" y="189"/>
                  </a:cubicBezTo>
                  <a:cubicBezTo>
                    <a:pt x="461" y="189"/>
                    <a:pt x="461" y="189"/>
                    <a:pt x="461" y="189"/>
                  </a:cubicBezTo>
                  <a:cubicBezTo>
                    <a:pt x="461" y="175"/>
                    <a:pt x="461" y="175"/>
                    <a:pt x="461" y="175"/>
                  </a:cubicBezTo>
                  <a:cubicBezTo>
                    <a:pt x="461" y="118"/>
                    <a:pt x="424" y="79"/>
                    <a:pt x="366" y="79"/>
                  </a:cubicBezTo>
                  <a:cubicBezTo>
                    <a:pt x="308" y="79"/>
                    <a:pt x="267" y="120"/>
                    <a:pt x="267" y="178"/>
                  </a:cubicBezTo>
                  <a:cubicBezTo>
                    <a:pt x="267" y="237"/>
                    <a:pt x="308" y="278"/>
                    <a:pt x="366" y="278"/>
                  </a:cubicBezTo>
                  <a:cubicBezTo>
                    <a:pt x="409" y="278"/>
                    <a:pt x="442" y="257"/>
                    <a:pt x="456" y="222"/>
                  </a:cubicBezTo>
                  <a:moveTo>
                    <a:pt x="59" y="114"/>
                  </a:moveTo>
                  <a:cubicBezTo>
                    <a:pt x="59" y="25"/>
                    <a:pt x="59" y="25"/>
                    <a:pt x="59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47"/>
                    <a:pt x="27" y="247"/>
                    <a:pt x="27" y="24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6" y="273"/>
                    <a:pt x="86" y="273"/>
                    <a:pt x="86" y="273"/>
                  </a:cubicBezTo>
                  <a:cubicBezTo>
                    <a:pt x="86" y="247"/>
                    <a:pt x="86" y="247"/>
                    <a:pt x="86" y="247"/>
                  </a:cubicBezTo>
                  <a:cubicBezTo>
                    <a:pt x="59" y="247"/>
                    <a:pt x="59" y="247"/>
                    <a:pt x="59" y="247"/>
                  </a:cubicBezTo>
                  <a:cubicBezTo>
                    <a:pt x="59" y="138"/>
                    <a:pt x="59" y="138"/>
                    <a:pt x="59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6" y="247"/>
                    <a:pt x="196" y="247"/>
                    <a:pt x="196" y="247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73"/>
                    <a:pt x="168" y="273"/>
                    <a:pt x="168" y="273"/>
                  </a:cubicBezTo>
                  <a:cubicBezTo>
                    <a:pt x="255" y="273"/>
                    <a:pt x="255" y="273"/>
                    <a:pt x="255" y="273"/>
                  </a:cubicBezTo>
                  <a:cubicBezTo>
                    <a:pt x="255" y="247"/>
                    <a:pt x="255" y="247"/>
                    <a:pt x="255" y="247"/>
                  </a:cubicBezTo>
                  <a:cubicBezTo>
                    <a:pt x="227" y="247"/>
                    <a:pt x="227" y="247"/>
                    <a:pt x="227" y="247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196" y="25"/>
                    <a:pt x="196" y="25"/>
                    <a:pt x="196" y="25"/>
                  </a:cubicBezTo>
                  <a:cubicBezTo>
                    <a:pt x="196" y="114"/>
                    <a:pt x="196" y="114"/>
                    <a:pt x="196" y="114"/>
                  </a:cubicBezTo>
                  <a:lnTo>
                    <a:pt x="59" y="114"/>
                  </a:lnTo>
                  <a:close/>
                  <a:moveTo>
                    <a:pt x="996" y="248"/>
                  </a:moveTo>
                  <a:cubicBezTo>
                    <a:pt x="971" y="248"/>
                    <a:pt x="971" y="248"/>
                    <a:pt x="971" y="248"/>
                  </a:cubicBezTo>
                  <a:cubicBezTo>
                    <a:pt x="971" y="163"/>
                    <a:pt x="971" y="163"/>
                    <a:pt x="971" y="163"/>
                  </a:cubicBezTo>
                  <a:cubicBezTo>
                    <a:pt x="971" y="124"/>
                    <a:pt x="991" y="104"/>
                    <a:pt x="1026" y="104"/>
                  </a:cubicBezTo>
                  <a:cubicBezTo>
                    <a:pt x="1058" y="104"/>
                    <a:pt x="1078" y="124"/>
                    <a:pt x="1078" y="163"/>
                  </a:cubicBezTo>
                  <a:cubicBezTo>
                    <a:pt x="1078" y="248"/>
                    <a:pt x="1078" y="248"/>
                    <a:pt x="1078" y="248"/>
                  </a:cubicBezTo>
                  <a:cubicBezTo>
                    <a:pt x="1053" y="248"/>
                    <a:pt x="1053" y="248"/>
                    <a:pt x="1053" y="248"/>
                  </a:cubicBezTo>
                  <a:cubicBezTo>
                    <a:pt x="1053" y="273"/>
                    <a:pt x="1053" y="273"/>
                    <a:pt x="1053" y="273"/>
                  </a:cubicBezTo>
                  <a:cubicBezTo>
                    <a:pt x="1134" y="273"/>
                    <a:pt x="1134" y="273"/>
                    <a:pt x="1134" y="273"/>
                  </a:cubicBezTo>
                  <a:cubicBezTo>
                    <a:pt x="1134" y="248"/>
                    <a:pt x="1134" y="248"/>
                    <a:pt x="1134" y="248"/>
                  </a:cubicBezTo>
                  <a:cubicBezTo>
                    <a:pt x="1109" y="248"/>
                    <a:pt x="1109" y="248"/>
                    <a:pt x="1109" y="248"/>
                  </a:cubicBezTo>
                  <a:cubicBezTo>
                    <a:pt x="1109" y="163"/>
                    <a:pt x="1109" y="163"/>
                    <a:pt x="1109" y="163"/>
                  </a:cubicBezTo>
                  <a:cubicBezTo>
                    <a:pt x="1109" y="117"/>
                    <a:pt x="1081" y="79"/>
                    <a:pt x="1030" y="79"/>
                  </a:cubicBezTo>
                  <a:cubicBezTo>
                    <a:pt x="1003" y="79"/>
                    <a:pt x="983" y="89"/>
                    <a:pt x="971" y="105"/>
                  </a:cubicBezTo>
                  <a:cubicBezTo>
                    <a:pt x="971" y="0"/>
                    <a:pt x="971" y="0"/>
                    <a:pt x="971" y="0"/>
                  </a:cubicBezTo>
                  <a:cubicBezTo>
                    <a:pt x="915" y="0"/>
                    <a:pt x="915" y="0"/>
                    <a:pt x="915" y="0"/>
                  </a:cubicBezTo>
                  <a:cubicBezTo>
                    <a:pt x="915" y="24"/>
                    <a:pt x="915" y="24"/>
                    <a:pt x="915" y="24"/>
                  </a:cubicBezTo>
                  <a:cubicBezTo>
                    <a:pt x="940" y="24"/>
                    <a:pt x="940" y="24"/>
                    <a:pt x="940" y="24"/>
                  </a:cubicBezTo>
                  <a:cubicBezTo>
                    <a:pt x="940" y="248"/>
                    <a:pt x="940" y="248"/>
                    <a:pt x="940" y="248"/>
                  </a:cubicBezTo>
                  <a:cubicBezTo>
                    <a:pt x="915" y="248"/>
                    <a:pt x="915" y="248"/>
                    <a:pt x="915" y="248"/>
                  </a:cubicBezTo>
                  <a:cubicBezTo>
                    <a:pt x="915" y="273"/>
                    <a:pt x="915" y="273"/>
                    <a:pt x="915" y="273"/>
                  </a:cubicBezTo>
                  <a:cubicBezTo>
                    <a:pt x="996" y="273"/>
                    <a:pt x="996" y="273"/>
                    <a:pt x="996" y="273"/>
                  </a:cubicBezTo>
                  <a:lnTo>
                    <a:pt x="996" y="248"/>
                  </a:lnTo>
                  <a:close/>
                  <a:moveTo>
                    <a:pt x="514" y="178"/>
                  </a:moveTo>
                  <a:cubicBezTo>
                    <a:pt x="514" y="135"/>
                    <a:pt x="542" y="104"/>
                    <a:pt x="580" y="104"/>
                  </a:cubicBezTo>
                  <a:cubicBezTo>
                    <a:pt x="619" y="104"/>
                    <a:pt x="646" y="136"/>
                    <a:pt x="646" y="178"/>
                  </a:cubicBezTo>
                  <a:cubicBezTo>
                    <a:pt x="646" y="221"/>
                    <a:pt x="619" y="252"/>
                    <a:pt x="580" y="252"/>
                  </a:cubicBezTo>
                  <a:cubicBezTo>
                    <a:pt x="542" y="252"/>
                    <a:pt x="514" y="221"/>
                    <a:pt x="514" y="178"/>
                  </a:cubicBezTo>
                  <a:moveTo>
                    <a:pt x="366" y="104"/>
                  </a:moveTo>
                  <a:cubicBezTo>
                    <a:pt x="406" y="104"/>
                    <a:pt x="427" y="133"/>
                    <a:pt x="430" y="164"/>
                  </a:cubicBezTo>
                  <a:cubicBezTo>
                    <a:pt x="299" y="164"/>
                    <a:pt x="299" y="164"/>
                    <a:pt x="299" y="164"/>
                  </a:cubicBezTo>
                  <a:cubicBezTo>
                    <a:pt x="302" y="130"/>
                    <a:pt x="326" y="104"/>
                    <a:pt x="366" y="104"/>
                  </a:cubicBezTo>
                  <a:moveTo>
                    <a:pt x="859" y="224"/>
                  </a:moveTo>
                  <a:cubicBezTo>
                    <a:pt x="859" y="109"/>
                    <a:pt x="859" y="109"/>
                    <a:pt x="859" y="109"/>
                  </a:cubicBezTo>
                  <a:cubicBezTo>
                    <a:pt x="897" y="109"/>
                    <a:pt x="897" y="109"/>
                    <a:pt x="897" y="109"/>
                  </a:cubicBezTo>
                  <a:cubicBezTo>
                    <a:pt x="897" y="84"/>
                    <a:pt x="897" y="84"/>
                    <a:pt x="897" y="84"/>
                  </a:cubicBezTo>
                  <a:cubicBezTo>
                    <a:pt x="859" y="84"/>
                    <a:pt x="859" y="84"/>
                    <a:pt x="859" y="84"/>
                  </a:cubicBezTo>
                  <a:cubicBezTo>
                    <a:pt x="859" y="36"/>
                    <a:pt x="859" y="36"/>
                    <a:pt x="859" y="36"/>
                  </a:cubicBezTo>
                  <a:cubicBezTo>
                    <a:pt x="829" y="36"/>
                    <a:pt x="829" y="36"/>
                    <a:pt x="829" y="36"/>
                  </a:cubicBezTo>
                  <a:cubicBezTo>
                    <a:pt x="829" y="84"/>
                    <a:pt x="829" y="84"/>
                    <a:pt x="829" y="84"/>
                  </a:cubicBezTo>
                  <a:cubicBezTo>
                    <a:pt x="799" y="84"/>
                    <a:pt x="799" y="84"/>
                    <a:pt x="799" y="84"/>
                  </a:cubicBezTo>
                  <a:cubicBezTo>
                    <a:pt x="799" y="109"/>
                    <a:pt x="799" y="109"/>
                    <a:pt x="799" y="109"/>
                  </a:cubicBezTo>
                  <a:cubicBezTo>
                    <a:pt x="829" y="109"/>
                    <a:pt x="829" y="109"/>
                    <a:pt x="829" y="109"/>
                  </a:cubicBezTo>
                  <a:cubicBezTo>
                    <a:pt x="829" y="225"/>
                    <a:pt x="829" y="225"/>
                    <a:pt x="829" y="225"/>
                  </a:cubicBezTo>
                  <a:cubicBezTo>
                    <a:pt x="829" y="259"/>
                    <a:pt x="844" y="275"/>
                    <a:pt x="879" y="275"/>
                  </a:cubicBezTo>
                  <a:cubicBezTo>
                    <a:pt x="884" y="275"/>
                    <a:pt x="893" y="274"/>
                    <a:pt x="897" y="273"/>
                  </a:cubicBezTo>
                  <a:cubicBezTo>
                    <a:pt x="897" y="248"/>
                    <a:pt x="897" y="248"/>
                    <a:pt x="897" y="248"/>
                  </a:cubicBezTo>
                  <a:cubicBezTo>
                    <a:pt x="892" y="249"/>
                    <a:pt x="886" y="249"/>
                    <a:pt x="882" y="249"/>
                  </a:cubicBezTo>
                  <a:cubicBezTo>
                    <a:pt x="866" y="249"/>
                    <a:pt x="859" y="244"/>
                    <a:pt x="859" y="224"/>
                  </a:cubicBezTo>
                  <a:moveTo>
                    <a:pt x="783" y="275"/>
                  </a:moveTo>
                  <a:cubicBezTo>
                    <a:pt x="789" y="275"/>
                    <a:pt x="797" y="274"/>
                    <a:pt x="801" y="273"/>
                  </a:cubicBezTo>
                  <a:cubicBezTo>
                    <a:pt x="801" y="248"/>
                    <a:pt x="801" y="248"/>
                    <a:pt x="801" y="248"/>
                  </a:cubicBezTo>
                  <a:cubicBezTo>
                    <a:pt x="795" y="249"/>
                    <a:pt x="791" y="249"/>
                    <a:pt x="787" y="249"/>
                  </a:cubicBezTo>
                  <a:cubicBezTo>
                    <a:pt x="774" y="249"/>
                    <a:pt x="768" y="243"/>
                    <a:pt x="768" y="222"/>
                  </a:cubicBezTo>
                  <a:cubicBezTo>
                    <a:pt x="768" y="0"/>
                    <a:pt x="768" y="0"/>
                    <a:pt x="768" y="0"/>
                  </a:cubicBezTo>
                  <a:cubicBezTo>
                    <a:pt x="712" y="0"/>
                    <a:pt x="712" y="0"/>
                    <a:pt x="712" y="0"/>
                  </a:cubicBezTo>
                  <a:cubicBezTo>
                    <a:pt x="712" y="24"/>
                    <a:pt x="712" y="24"/>
                    <a:pt x="712" y="24"/>
                  </a:cubicBezTo>
                  <a:cubicBezTo>
                    <a:pt x="737" y="24"/>
                    <a:pt x="737" y="24"/>
                    <a:pt x="737" y="24"/>
                  </a:cubicBezTo>
                  <a:cubicBezTo>
                    <a:pt x="737" y="224"/>
                    <a:pt x="737" y="224"/>
                    <a:pt x="737" y="224"/>
                  </a:cubicBezTo>
                  <a:cubicBezTo>
                    <a:pt x="737" y="257"/>
                    <a:pt x="751" y="275"/>
                    <a:pt x="783" y="27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3B4BF5A9-FC5D-4223-860C-4029263F1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125" y="429541"/>
              <a:ext cx="295044" cy="352779"/>
            </a:xfrm>
            <a:custGeom>
              <a:avLst/>
              <a:gdLst>
                <a:gd name="T0" fmla="*/ 85 w 243"/>
                <a:gd name="T1" fmla="*/ 195 h 288"/>
                <a:gd name="T2" fmla="*/ 125 w 243"/>
                <a:gd name="T3" fmla="*/ 223 h 288"/>
                <a:gd name="T4" fmla="*/ 158 w 243"/>
                <a:gd name="T5" fmla="*/ 203 h 288"/>
                <a:gd name="T6" fmla="*/ 110 w 243"/>
                <a:gd name="T7" fmla="*/ 176 h 288"/>
                <a:gd name="T8" fmla="*/ 36 w 243"/>
                <a:gd name="T9" fmla="*/ 150 h 288"/>
                <a:gd name="T10" fmla="*/ 5 w 243"/>
                <a:gd name="T11" fmla="*/ 87 h 288"/>
                <a:gd name="T12" fmla="*/ 119 w 243"/>
                <a:gd name="T13" fmla="*/ 0 h 288"/>
                <a:gd name="T14" fmla="*/ 236 w 243"/>
                <a:gd name="T15" fmla="*/ 86 h 288"/>
                <a:gd name="T16" fmla="*/ 153 w 243"/>
                <a:gd name="T17" fmla="*/ 86 h 288"/>
                <a:gd name="T18" fmla="*/ 118 w 243"/>
                <a:gd name="T19" fmla="*/ 62 h 288"/>
                <a:gd name="T20" fmla="*/ 90 w 243"/>
                <a:gd name="T21" fmla="*/ 80 h 288"/>
                <a:gd name="T22" fmla="*/ 130 w 243"/>
                <a:gd name="T23" fmla="*/ 104 h 288"/>
                <a:gd name="T24" fmla="*/ 208 w 243"/>
                <a:gd name="T25" fmla="*/ 130 h 288"/>
                <a:gd name="T26" fmla="*/ 243 w 243"/>
                <a:gd name="T27" fmla="*/ 194 h 288"/>
                <a:gd name="T28" fmla="*/ 122 w 243"/>
                <a:gd name="T29" fmla="*/ 288 h 288"/>
                <a:gd name="T30" fmla="*/ 0 w 243"/>
                <a:gd name="T31" fmla="*/ 195 h 288"/>
                <a:gd name="T32" fmla="*/ 85 w 243"/>
                <a:gd name="T33" fmla="*/ 195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288">
                  <a:moveTo>
                    <a:pt x="85" y="195"/>
                  </a:moveTo>
                  <a:cubicBezTo>
                    <a:pt x="90" y="216"/>
                    <a:pt x="101" y="223"/>
                    <a:pt x="125" y="223"/>
                  </a:cubicBezTo>
                  <a:cubicBezTo>
                    <a:pt x="146" y="223"/>
                    <a:pt x="158" y="215"/>
                    <a:pt x="158" y="203"/>
                  </a:cubicBezTo>
                  <a:cubicBezTo>
                    <a:pt x="158" y="186"/>
                    <a:pt x="142" y="185"/>
                    <a:pt x="110" y="176"/>
                  </a:cubicBezTo>
                  <a:cubicBezTo>
                    <a:pt x="72" y="166"/>
                    <a:pt x="48" y="158"/>
                    <a:pt x="36" y="150"/>
                  </a:cubicBezTo>
                  <a:cubicBezTo>
                    <a:pt x="15" y="135"/>
                    <a:pt x="5" y="114"/>
                    <a:pt x="5" y="87"/>
                  </a:cubicBezTo>
                  <a:cubicBezTo>
                    <a:pt x="5" y="34"/>
                    <a:pt x="47" y="0"/>
                    <a:pt x="119" y="0"/>
                  </a:cubicBezTo>
                  <a:cubicBezTo>
                    <a:pt x="189" y="0"/>
                    <a:pt x="231" y="31"/>
                    <a:pt x="236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0" y="70"/>
                    <a:pt x="139" y="62"/>
                    <a:pt x="118" y="62"/>
                  </a:cubicBezTo>
                  <a:cubicBezTo>
                    <a:pt x="99" y="62"/>
                    <a:pt x="90" y="68"/>
                    <a:pt x="90" y="80"/>
                  </a:cubicBezTo>
                  <a:cubicBezTo>
                    <a:pt x="90" y="95"/>
                    <a:pt x="104" y="98"/>
                    <a:pt x="130" y="104"/>
                  </a:cubicBezTo>
                  <a:cubicBezTo>
                    <a:pt x="164" y="113"/>
                    <a:pt x="191" y="119"/>
                    <a:pt x="208" y="130"/>
                  </a:cubicBezTo>
                  <a:cubicBezTo>
                    <a:pt x="232" y="146"/>
                    <a:pt x="243" y="166"/>
                    <a:pt x="243" y="194"/>
                  </a:cubicBezTo>
                  <a:cubicBezTo>
                    <a:pt x="243" y="253"/>
                    <a:pt x="201" y="288"/>
                    <a:pt x="122" y="288"/>
                  </a:cubicBezTo>
                  <a:cubicBezTo>
                    <a:pt x="48" y="288"/>
                    <a:pt x="6" y="253"/>
                    <a:pt x="0" y="195"/>
                  </a:cubicBezTo>
                  <a:lnTo>
                    <a:pt x="85" y="1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573687AF-83B0-450D-8DC8-60EB9C6A0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580" y="429541"/>
              <a:ext cx="328685" cy="352779"/>
            </a:xfrm>
            <a:custGeom>
              <a:avLst/>
              <a:gdLst>
                <a:gd name="T0" fmla="*/ 271 w 271"/>
                <a:gd name="T1" fmla="*/ 174 h 288"/>
                <a:gd name="T2" fmla="*/ 140 w 271"/>
                <a:gd name="T3" fmla="*/ 288 h 288"/>
                <a:gd name="T4" fmla="*/ 0 w 271"/>
                <a:gd name="T5" fmla="*/ 144 h 288"/>
                <a:gd name="T6" fmla="*/ 139 w 271"/>
                <a:gd name="T7" fmla="*/ 0 h 288"/>
                <a:gd name="T8" fmla="*/ 269 w 271"/>
                <a:gd name="T9" fmla="*/ 111 h 288"/>
                <a:gd name="T10" fmla="*/ 186 w 271"/>
                <a:gd name="T11" fmla="*/ 111 h 288"/>
                <a:gd name="T12" fmla="*/ 140 w 271"/>
                <a:gd name="T13" fmla="*/ 68 h 288"/>
                <a:gd name="T14" fmla="*/ 88 w 271"/>
                <a:gd name="T15" fmla="*/ 144 h 288"/>
                <a:gd name="T16" fmla="*/ 142 w 271"/>
                <a:gd name="T17" fmla="*/ 220 h 288"/>
                <a:gd name="T18" fmla="*/ 188 w 271"/>
                <a:gd name="T19" fmla="*/ 174 h 288"/>
                <a:gd name="T20" fmla="*/ 271 w 271"/>
                <a:gd name="T21" fmla="*/ 17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1" h="288">
                  <a:moveTo>
                    <a:pt x="271" y="174"/>
                  </a:moveTo>
                  <a:cubicBezTo>
                    <a:pt x="266" y="246"/>
                    <a:pt x="219" y="288"/>
                    <a:pt x="140" y="288"/>
                  </a:cubicBezTo>
                  <a:cubicBezTo>
                    <a:pt x="53" y="288"/>
                    <a:pt x="0" y="233"/>
                    <a:pt x="0" y="144"/>
                  </a:cubicBezTo>
                  <a:cubicBezTo>
                    <a:pt x="0" y="55"/>
                    <a:pt x="54" y="0"/>
                    <a:pt x="139" y="0"/>
                  </a:cubicBezTo>
                  <a:cubicBezTo>
                    <a:pt x="218" y="0"/>
                    <a:pt x="264" y="40"/>
                    <a:pt x="269" y="111"/>
                  </a:cubicBezTo>
                  <a:cubicBezTo>
                    <a:pt x="186" y="111"/>
                    <a:pt x="186" y="111"/>
                    <a:pt x="186" y="111"/>
                  </a:cubicBezTo>
                  <a:cubicBezTo>
                    <a:pt x="183" y="83"/>
                    <a:pt x="168" y="68"/>
                    <a:pt x="140" y="68"/>
                  </a:cubicBezTo>
                  <a:cubicBezTo>
                    <a:pt x="105" y="68"/>
                    <a:pt x="88" y="94"/>
                    <a:pt x="88" y="144"/>
                  </a:cubicBezTo>
                  <a:cubicBezTo>
                    <a:pt x="88" y="194"/>
                    <a:pt x="107" y="220"/>
                    <a:pt x="142" y="220"/>
                  </a:cubicBezTo>
                  <a:cubicBezTo>
                    <a:pt x="169" y="220"/>
                    <a:pt x="186" y="204"/>
                    <a:pt x="188" y="174"/>
                  </a:cubicBezTo>
                  <a:lnTo>
                    <a:pt x="271" y="174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7223532E-5DB1-4038-AECB-BE4DCA706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6534" y="439542"/>
              <a:ext cx="327776" cy="333231"/>
            </a:xfrm>
            <a:custGeom>
              <a:avLst/>
              <a:gdLst>
                <a:gd name="T0" fmla="*/ 0 w 721"/>
                <a:gd name="T1" fmla="*/ 0 h 733"/>
                <a:gd name="T2" fmla="*/ 237 w 721"/>
                <a:gd name="T3" fmla="*/ 0 h 733"/>
                <a:gd name="T4" fmla="*/ 360 w 721"/>
                <a:gd name="T5" fmla="*/ 474 h 733"/>
                <a:gd name="T6" fmla="*/ 491 w 721"/>
                <a:gd name="T7" fmla="*/ 0 h 733"/>
                <a:gd name="T8" fmla="*/ 721 w 721"/>
                <a:gd name="T9" fmla="*/ 0 h 733"/>
                <a:gd name="T10" fmla="*/ 478 w 721"/>
                <a:gd name="T11" fmla="*/ 733 h 733"/>
                <a:gd name="T12" fmla="*/ 245 w 721"/>
                <a:gd name="T13" fmla="*/ 733 h 733"/>
                <a:gd name="T14" fmla="*/ 0 w 721"/>
                <a:gd name="T15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1" h="733">
                  <a:moveTo>
                    <a:pt x="0" y="0"/>
                  </a:moveTo>
                  <a:lnTo>
                    <a:pt x="237" y="0"/>
                  </a:lnTo>
                  <a:lnTo>
                    <a:pt x="360" y="474"/>
                  </a:lnTo>
                  <a:lnTo>
                    <a:pt x="491" y="0"/>
                  </a:lnTo>
                  <a:lnTo>
                    <a:pt x="721" y="0"/>
                  </a:lnTo>
                  <a:lnTo>
                    <a:pt x="478" y="733"/>
                  </a:lnTo>
                  <a:lnTo>
                    <a:pt x="245" y="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73C378A2-0EF8-441E-95AB-D981F9117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784" y="429541"/>
              <a:ext cx="429609" cy="352779"/>
            </a:xfrm>
            <a:custGeom>
              <a:avLst/>
              <a:gdLst>
                <a:gd name="T0" fmla="*/ 101 w 354"/>
                <a:gd name="T1" fmla="*/ 0 h 288"/>
                <a:gd name="T2" fmla="*/ 73 w 354"/>
                <a:gd name="T3" fmla="*/ 12 h 288"/>
                <a:gd name="T4" fmla="*/ 15 w 354"/>
                <a:gd name="T5" fmla="*/ 69 h 288"/>
                <a:gd name="T6" fmla="*/ 15 w 354"/>
                <a:gd name="T7" fmla="*/ 127 h 288"/>
                <a:gd name="T8" fmla="*/ 177 w 354"/>
                <a:gd name="T9" fmla="*/ 288 h 288"/>
                <a:gd name="T10" fmla="*/ 338 w 354"/>
                <a:gd name="T11" fmla="*/ 127 h 288"/>
                <a:gd name="T12" fmla="*/ 338 w 354"/>
                <a:gd name="T13" fmla="*/ 69 h 288"/>
                <a:gd name="T14" fmla="*/ 281 w 354"/>
                <a:gd name="T15" fmla="*/ 12 h 288"/>
                <a:gd name="T16" fmla="*/ 252 w 354"/>
                <a:gd name="T17" fmla="*/ 0 h 288"/>
                <a:gd name="T18" fmla="*/ 224 w 354"/>
                <a:gd name="T19" fmla="*/ 12 h 288"/>
                <a:gd name="T20" fmla="*/ 177 w 354"/>
                <a:gd name="T21" fmla="*/ 59 h 288"/>
                <a:gd name="T22" fmla="*/ 130 w 354"/>
                <a:gd name="T23" fmla="*/ 12 h 288"/>
                <a:gd name="T24" fmla="*/ 101 w 354"/>
                <a:gd name="T2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4" h="288">
                  <a:moveTo>
                    <a:pt x="101" y="0"/>
                  </a:moveTo>
                  <a:cubicBezTo>
                    <a:pt x="91" y="0"/>
                    <a:pt x="80" y="4"/>
                    <a:pt x="73" y="12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0" y="85"/>
                    <a:pt x="0" y="111"/>
                    <a:pt x="15" y="127"/>
                  </a:cubicBezTo>
                  <a:cubicBezTo>
                    <a:pt x="177" y="288"/>
                    <a:pt x="177" y="288"/>
                    <a:pt x="177" y="288"/>
                  </a:cubicBezTo>
                  <a:cubicBezTo>
                    <a:pt x="338" y="127"/>
                    <a:pt x="338" y="127"/>
                    <a:pt x="338" y="127"/>
                  </a:cubicBezTo>
                  <a:cubicBezTo>
                    <a:pt x="354" y="111"/>
                    <a:pt x="354" y="85"/>
                    <a:pt x="338" y="69"/>
                  </a:cubicBezTo>
                  <a:cubicBezTo>
                    <a:pt x="281" y="12"/>
                    <a:pt x="281" y="12"/>
                    <a:pt x="281" y="12"/>
                  </a:cubicBezTo>
                  <a:cubicBezTo>
                    <a:pt x="273" y="4"/>
                    <a:pt x="263" y="0"/>
                    <a:pt x="252" y="0"/>
                  </a:cubicBezTo>
                  <a:cubicBezTo>
                    <a:pt x="242" y="0"/>
                    <a:pt x="232" y="4"/>
                    <a:pt x="224" y="12"/>
                  </a:cubicBezTo>
                  <a:cubicBezTo>
                    <a:pt x="177" y="59"/>
                    <a:pt x="177" y="59"/>
                    <a:pt x="177" y="59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22" y="4"/>
                    <a:pt x="111" y="0"/>
                    <a:pt x="101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63A10B27-C0C7-41AB-B1C5-0D3C1AEAD9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62744" y="706400"/>
              <a:ext cx="66828" cy="68647"/>
            </a:xfrm>
            <a:custGeom>
              <a:avLst/>
              <a:gdLst>
                <a:gd name="T0" fmla="*/ 27 w 55"/>
                <a:gd name="T1" fmla="*/ 56 h 56"/>
                <a:gd name="T2" fmla="*/ 0 w 55"/>
                <a:gd name="T3" fmla="*/ 28 h 56"/>
                <a:gd name="T4" fmla="*/ 27 w 55"/>
                <a:gd name="T5" fmla="*/ 0 h 56"/>
                <a:gd name="T6" fmla="*/ 55 w 55"/>
                <a:gd name="T7" fmla="*/ 28 h 56"/>
                <a:gd name="T8" fmla="*/ 27 w 55"/>
                <a:gd name="T9" fmla="*/ 56 h 56"/>
                <a:gd name="T10" fmla="*/ 27 w 55"/>
                <a:gd name="T11" fmla="*/ 5 h 56"/>
                <a:gd name="T12" fmla="*/ 6 w 55"/>
                <a:gd name="T13" fmla="*/ 28 h 56"/>
                <a:gd name="T14" fmla="*/ 27 w 55"/>
                <a:gd name="T15" fmla="*/ 51 h 56"/>
                <a:gd name="T16" fmla="*/ 49 w 55"/>
                <a:gd name="T17" fmla="*/ 28 h 56"/>
                <a:gd name="T18" fmla="*/ 27 w 55"/>
                <a:gd name="T19" fmla="*/ 5 h 56"/>
                <a:gd name="T20" fmla="*/ 22 w 55"/>
                <a:gd name="T21" fmla="*/ 44 h 56"/>
                <a:gd name="T22" fmla="*/ 16 w 55"/>
                <a:gd name="T23" fmla="*/ 44 h 56"/>
                <a:gd name="T24" fmla="*/ 16 w 55"/>
                <a:gd name="T25" fmla="*/ 13 h 56"/>
                <a:gd name="T26" fmla="*/ 28 w 55"/>
                <a:gd name="T27" fmla="*/ 13 h 56"/>
                <a:gd name="T28" fmla="*/ 40 w 55"/>
                <a:gd name="T29" fmla="*/ 22 h 56"/>
                <a:gd name="T30" fmla="*/ 31 w 55"/>
                <a:gd name="T31" fmla="*/ 30 h 56"/>
                <a:gd name="T32" fmla="*/ 40 w 55"/>
                <a:gd name="T33" fmla="*/ 44 h 56"/>
                <a:gd name="T34" fmla="*/ 34 w 55"/>
                <a:gd name="T35" fmla="*/ 44 h 56"/>
                <a:gd name="T36" fmla="*/ 26 w 55"/>
                <a:gd name="T37" fmla="*/ 31 h 56"/>
                <a:gd name="T38" fmla="*/ 22 w 55"/>
                <a:gd name="T39" fmla="*/ 31 h 56"/>
                <a:gd name="T40" fmla="*/ 22 w 55"/>
                <a:gd name="T41" fmla="*/ 44 h 56"/>
                <a:gd name="T42" fmla="*/ 27 w 55"/>
                <a:gd name="T43" fmla="*/ 26 h 56"/>
                <a:gd name="T44" fmla="*/ 34 w 55"/>
                <a:gd name="T45" fmla="*/ 21 h 56"/>
                <a:gd name="T46" fmla="*/ 28 w 55"/>
                <a:gd name="T47" fmla="*/ 17 h 56"/>
                <a:gd name="T48" fmla="*/ 22 w 55"/>
                <a:gd name="T49" fmla="*/ 17 h 56"/>
                <a:gd name="T50" fmla="*/ 22 w 55"/>
                <a:gd name="T51" fmla="*/ 26 h 56"/>
                <a:gd name="T52" fmla="*/ 27 w 55"/>
                <a:gd name="T53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56">
                  <a:moveTo>
                    <a:pt x="27" y="56"/>
                  </a:moveTo>
                  <a:cubicBezTo>
                    <a:pt x="11" y="56"/>
                    <a:pt x="0" y="44"/>
                    <a:pt x="0" y="28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5" y="11"/>
                    <a:pt x="55" y="28"/>
                  </a:cubicBezTo>
                  <a:cubicBezTo>
                    <a:pt x="55" y="45"/>
                    <a:pt x="42" y="56"/>
                    <a:pt x="27" y="56"/>
                  </a:cubicBezTo>
                  <a:close/>
                  <a:moveTo>
                    <a:pt x="27" y="5"/>
                  </a:moveTo>
                  <a:cubicBezTo>
                    <a:pt x="15" y="5"/>
                    <a:pt x="6" y="14"/>
                    <a:pt x="6" y="28"/>
                  </a:cubicBezTo>
                  <a:cubicBezTo>
                    <a:pt x="6" y="41"/>
                    <a:pt x="14" y="51"/>
                    <a:pt x="27" y="51"/>
                  </a:cubicBezTo>
                  <a:cubicBezTo>
                    <a:pt x="39" y="51"/>
                    <a:pt x="49" y="42"/>
                    <a:pt x="49" y="28"/>
                  </a:cubicBezTo>
                  <a:cubicBezTo>
                    <a:pt x="49" y="14"/>
                    <a:pt x="39" y="5"/>
                    <a:pt x="27" y="5"/>
                  </a:cubicBezTo>
                  <a:close/>
                  <a:moveTo>
                    <a:pt x="22" y="44"/>
                  </a:moveTo>
                  <a:cubicBezTo>
                    <a:pt x="16" y="44"/>
                    <a:pt x="16" y="44"/>
                    <a:pt x="16" y="44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6" y="13"/>
                    <a:pt x="40" y="16"/>
                    <a:pt x="40" y="22"/>
                  </a:cubicBezTo>
                  <a:cubicBezTo>
                    <a:pt x="40" y="27"/>
                    <a:pt x="36" y="30"/>
                    <a:pt x="31" y="30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22" y="44"/>
                  </a:lnTo>
                  <a:close/>
                  <a:moveTo>
                    <a:pt x="27" y="26"/>
                  </a:moveTo>
                  <a:cubicBezTo>
                    <a:pt x="31" y="26"/>
                    <a:pt x="34" y="26"/>
                    <a:pt x="34" y="21"/>
                  </a:cubicBezTo>
                  <a:cubicBezTo>
                    <a:pt x="34" y="18"/>
                    <a:pt x="31" y="17"/>
                    <a:pt x="28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26"/>
                    <a:pt x="22" y="26"/>
                    <a:pt x="22" y="26"/>
                  </a:cubicBezTo>
                  <a:lnTo>
                    <a:pt x="27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CD005736-4228-4541-9830-748A037770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7930" y="3886593"/>
            <a:ext cx="3582950" cy="1262324"/>
          </a:xfrm>
        </p:spPr>
        <p:txBody>
          <a:bodyPr/>
          <a:lstStyle>
            <a:lvl1pPr>
              <a:defRPr lang="en-US" sz="1500" b="1" kern="1200" dirty="0">
                <a:solidFill>
                  <a:schemeClr val="tx2"/>
                </a:solidFill>
                <a:latin typeface="CVS Health Sans" panose="020B0504020202020204" pitchFamily="34" charset="0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6871D9-AE12-49B5-A916-42628F61B8D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9347" y="566377"/>
            <a:ext cx="1463421" cy="649224"/>
          </a:xfrm>
          <a:solidFill>
            <a:schemeClr val="bg2"/>
          </a:solidFill>
        </p:spPr>
        <p:txBody>
          <a:bodyPr anchor="ctr"/>
          <a:lstStyle>
            <a:lvl1pPr algn="ctr">
              <a:defRPr sz="1100"/>
            </a:lvl1pPr>
          </a:lstStyle>
          <a:p>
            <a:r>
              <a:rPr lang="en-US"/>
              <a:t>PARTNER LOGO</a:t>
            </a:r>
          </a:p>
        </p:txBody>
      </p:sp>
    </p:spTree>
    <p:extLst>
      <p:ext uri="{BB962C8B-B14F-4D97-AF65-F5344CB8AC3E}">
        <p14:creationId xmlns:p14="http://schemas.microsoft.com/office/powerpoint/2010/main" val="2193462913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25AEC46-6D54-4EEC-956E-3477AF6588BC}"/>
              </a:ext>
            </a:extLst>
          </p:cNvPr>
          <p:cNvSpPr txBox="1"/>
          <p:nvPr userDrawn="1"/>
        </p:nvSpPr>
        <p:spPr>
          <a:xfrm>
            <a:off x="566887" y="416158"/>
            <a:ext cx="4089993" cy="7106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456758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800" b="1" kern="1200">
                <a:solidFill>
                  <a:schemeClr val="accent6"/>
                </a:solidFill>
                <a:latin typeface="+mj-lt"/>
                <a:ea typeface="+mn-ea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57929" y="1755739"/>
            <a:ext cx="8588453" cy="3985305"/>
          </a:xfr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defRPr sz="1800" b="1">
                <a:solidFill>
                  <a:schemeClr val="tx2"/>
                </a:solidFill>
                <a:latin typeface="CVS Health Sans" panose="020B05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tx2"/>
                </a:solidFill>
              </a:defRPr>
            </a:lvl2pPr>
            <a:lvl3pPr marL="177800" indent="-177800">
              <a:spcBef>
                <a:spcPts val="600"/>
              </a:spcBef>
              <a:buFont typeface="Arial" panose="020B0604020202020204" pitchFamily="34" charset="0"/>
              <a:buChar char="•"/>
              <a:defRPr sz="1300" baseline="0"/>
            </a:lvl3pPr>
            <a:lvl4pPr marL="342900" indent="-165100">
              <a:spcBef>
                <a:spcPts val="600"/>
              </a:spcBef>
              <a:buFont typeface="Arial" panose="020B0604020202020204" pitchFamily="34" charset="0"/>
              <a:buChar char="–"/>
              <a:defRPr sz="1300" baseline="0"/>
            </a:lvl4pPr>
            <a:lvl5pPr marL="520700" indent="-177800">
              <a:spcBef>
                <a:spcPts val="600"/>
              </a:spcBef>
              <a:buFont typeface="Arial" panose="020B0604020202020204" pitchFamily="34" charset="0"/>
              <a:buChar char="•"/>
              <a:defRPr sz="1300"/>
            </a:lvl5pPr>
            <a:lvl6pPr marL="685800" indent="-165100">
              <a:spcBef>
                <a:spcPts val="600"/>
              </a:spcBef>
              <a:buFont typeface="Arial" panose="020B0604020202020204" pitchFamily="34" charset="0"/>
              <a:buChar char="–"/>
              <a:defRPr sz="1300" baseline="0"/>
            </a:lvl6pPr>
            <a:lvl7pPr marL="863600" indent="-177800">
              <a:spcBef>
                <a:spcPts val="600"/>
              </a:spcBef>
              <a:buFont typeface="Arial" panose="020B0604020202020204" pitchFamily="34" charset="0"/>
              <a:buChar char="•"/>
              <a:defRPr sz="1300"/>
            </a:lvl7pPr>
            <a:lvl8pPr marL="1028700" indent="-165100">
              <a:spcBef>
                <a:spcPts val="600"/>
              </a:spcBef>
              <a:buFont typeface="Arial" panose="020B0604020202020204" pitchFamily="34" charset="0"/>
              <a:buChar char="–"/>
              <a:defRPr sz="1300"/>
            </a:lvl8pPr>
            <a:lvl9pPr marL="1206500" indent="-177800">
              <a:spcBef>
                <a:spcPts val="600"/>
              </a:spcBef>
              <a:buFont typeface="Arial" panose="020B0604020202020204" pitchFamily="34" charset="0"/>
              <a:buChar char="•"/>
              <a:defRPr sz="1300" baseline="0"/>
            </a:lvl9pPr>
          </a:lstStyle>
          <a:p>
            <a:pPr lvl="0"/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3385935182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25AEC46-6D54-4EEC-956E-3477AF6588BC}"/>
              </a:ext>
            </a:extLst>
          </p:cNvPr>
          <p:cNvSpPr txBox="1"/>
          <p:nvPr userDrawn="1"/>
        </p:nvSpPr>
        <p:spPr>
          <a:xfrm>
            <a:off x="566887" y="416158"/>
            <a:ext cx="4089993" cy="7106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456758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800" b="1">
                <a:solidFill>
                  <a:schemeClr val="accent6"/>
                </a:solidFill>
                <a:latin typeface="+mj-lt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CD3DA619-C657-4377-909C-6D3A110F55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3652" y="1756549"/>
            <a:ext cx="3914652" cy="361473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defRPr sz="2000" b="1">
                <a:solidFill>
                  <a:schemeClr val="tx2"/>
                </a:solidFill>
                <a:latin typeface="CVS Health Sans" panose="020B05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300"/>
              </a:spcAft>
              <a:buNone/>
              <a:tabLst>
                <a:tab pos="568325" algn="r"/>
                <a:tab pos="1028700" algn="l"/>
              </a:tabLst>
              <a:defRPr sz="1300" b="1">
                <a:solidFill>
                  <a:schemeClr val="tx2"/>
                </a:solidFill>
                <a:latin typeface="CVS Health Sans" panose="020B0504020202020204" pitchFamily="34" charset="0"/>
              </a:defRPr>
            </a:lvl2pPr>
            <a:lvl3pPr marL="1028700" indent="0">
              <a:spcBef>
                <a:spcPts val="0"/>
              </a:spcBef>
              <a:spcAft>
                <a:spcPts val="1800"/>
              </a:spcAft>
              <a:buNone/>
              <a:defRPr sz="1300">
                <a:solidFill>
                  <a:schemeClr val="tx2"/>
                </a:solidFill>
                <a:latin typeface="CVS Health Sans" panose="020B0504020202020204" pitchFamily="34" charset="0"/>
              </a:defRPr>
            </a:lvl3pPr>
            <a:lvl4pPr marL="0" indent="0">
              <a:spcBef>
                <a:spcPts val="0"/>
              </a:spcBef>
              <a:spcAft>
                <a:spcPts val="900"/>
              </a:spcAft>
              <a:buNone/>
              <a:defRPr sz="1300" i="1">
                <a:solidFill>
                  <a:schemeClr val="tx2"/>
                </a:solidFill>
                <a:latin typeface="CVS Health Sans" panose="020B0504020202020204" pitchFamily="34" charset="0"/>
              </a:defRPr>
            </a:lvl4pPr>
            <a:lvl5pPr marL="0" indent="0"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header</a:t>
            </a:r>
          </a:p>
          <a:p>
            <a:pPr lvl="1"/>
            <a:r>
              <a:rPr lang="en-US"/>
              <a:t>Tab to Time then tab to Agenda item</a:t>
            </a:r>
          </a:p>
          <a:p>
            <a:pPr lvl="2"/>
            <a:r>
              <a:rPr lang="en-US"/>
              <a:t>Speaker name and topic</a:t>
            </a:r>
          </a:p>
          <a:p>
            <a:pPr lvl="3"/>
            <a:r>
              <a:rPr lang="en-US"/>
              <a:t>Additional information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99D62640-4C2F-4EEE-8702-E19D55A971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3091" y="1756549"/>
            <a:ext cx="3912531" cy="361473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defRPr sz="2000" b="1">
                <a:solidFill>
                  <a:schemeClr val="tx2"/>
                </a:solidFill>
                <a:latin typeface="CVS Health Sans" panose="020B0504020202020204" pitchFamily="34" charset="0"/>
              </a:defRPr>
            </a:lvl1pPr>
            <a:lvl2pPr marL="0" indent="0">
              <a:spcBef>
                <a:spcPts val="0"/>
              </a:spcBef>
              <a:spcAft>
                <a:spcPts val="300"/>
              </a:spcAft>
              <a:buNone/>
              <a:tabLst>
                <a:tab pos="568325" algn="r"/>
                <a:tab pos="1028700" algn="l"/>
              </a:tabLst>
              <a:defRPr sz="1300" b="1">
                <a:solidFill>
                  <a:schemeClr val="tx2"/>
                </a:solidFill>
                <a:latin typeface="CVS Health Sans" panose="020B0504020202020204" pitchFamily="34" charset="0"/>
              </a:defRPr>
            </a:lvl2pPr>
            <a:lvl3pPr marL="1028700" indent="0">
              <a:spcBef>
                <a:spcPts val="0"/>
              </a:spcBef>
              <a:spcAft>
                <a:spcPts val="1800"/>
              </a:spcAft>
              <a:buNone/>
              <a:defRPr sz="1300">
                <a:solidFill>
                  <a:schemeClr val="tx2"/>
                </a:solidFill>
                <a:latin typeface="CVS Health Sans" panose="020B0504020202020204" pitchFamily="34" charset="0"/>
              </a:defRPr>
            </a:lvl3pPr>
            <a:lvl4pPr marL="0" indent="0">
              <a:spcBef>
                <a:spcPts val="0"/>
              </a:spcBef>
              <a:spcAft>
                <a:spcPts val="900"/>
              </a:spcAft>
              <a:buNone/>
              <a:defRPr sz="1300" i="1">
                <a:solidFill>
                  <a:schemeClr val="tx2"/>
                </a:solidFill>
                <a:latin typeface="CVS Health Sans" panose="020B0504020202020204" pitchFamily="34" charset="0"/>
              </a:defRPr>
            </a:lvl4pPr>
            <a:lvl5pPr marL="0" indent="0"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header</a:t>
            </a:r>
          </a:p>
          <a:p>
            <a:pPr lvl="1"/>
            <a:r>
              <a:rPr lang="en-US"/>
              <a:t>Tab to Time then tab to Agenda item</a:t>
            </a:r>
          </a:p>
          <a:p>
            <a:pPr lvl="2"/>
            <a:r>
              <a:rPr lang="en-US"/>
              <a:t>Speaker name and topic</a:t>
            </a:r>
          </a:p>
          <a:p>
            <a:pPr lvl="3"/>
            <a:r>
              <a:rPr lang="en-US"/>
              <a:t>Additional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1929436057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20D3DB-63F4-412F-96CC-3E84E34BE0CE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3955462852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20D3DB-63F4-412F-96CC-3E84E34BE0CE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2437992964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20D3DB-63F4-412F-96CC-3E84E34BE0CE}"/>
              </a:ext>
            </a:extLst>
          </p:cNvPr>
          <p:cNvSpPr/>
          <p:nvPr userDrawn="1"/>
        </p:nvSpPr>
        <p:spPr>
          <a:xfrm>
            <a:off x="1" y="6257926"/>
            <a:ext cx="12192000" cy="6000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284C44-CBEF-4F9A-AC72-8990858B0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2111" y="3022967"/>
            <a:ext cx="5727776" cy="812066"/>
          </a:xfrm>
        </p:spPr>
        <p:txBody>
          <a:bodyPr rIns="0" anchor="ctr"/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 for divider</a:t>
            </a:r>
          </a:p>
        </p:txBody>
      </p:sp>
    </p:spTree>
    <p:extLst>
      <p:ext uri="{BB962C8B-B14F-4D97-AF65-F5344CB8AC3E}">
        <p14:creationId xmlns:p14="http://schemas.microsoft.com/office/powerpoint/2010/main" val="3093273380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out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one-column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8588453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787950974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one-column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8588453" cy="3977640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 sz="1800" b="1" cap="none" baseline="0">
                <a:solidFill>
                  <a:schemeClr val="tx2"/>
                </a:solidFill>
                <a:latin typeface="+mn-lt"/>
              </a:defRPr>
            </a:lvl1pPr>
            <a:lvl2pPr marL="0" indent="0">
              <a:buClr>
                <a:schemeClr val="tx1"/>
              </a:buClr>
              <a:buNone/>
              <a:defRPr sz="1300" baseline="0">
                <a:solidFill>
                  <a:schemeClr val="tx2"/>
                </a:solidFill>
              </a:defRPr>
            </a:lvl2pPr>
            <a:lvl3pPr marL="171450" indent="-171450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300" baseline="0">
                <a:solidFill>
                  <a:schemeClr val="tx2"/>
                </a:solidFill>
              </a:defRPr>
            </a:lvl3pPr>
            <a:lvl4pPr marL="342900" indent="-171450">
              <a:buClr>
                <a:schemeClr val="tx1"/>
              </a:buClr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4pPr>
            <a:lvl5pPr marL="515938" indent="-173038">
              <a:buClr>
                <a:schemeClr val="tx1"/>
              </a:buClr>
              <a:buFont typeface="Arial" panose="020B0604020202020204" pitchFamily="34" charset="0"/>
              <a:buChar char="•"/>
              <a:defRPr sz="1300">
                <a:solidFill>
                  <a:schemeClr val="tx2"/>
                </a:solidFill>
              </a:defRPr>
            </a:lvl5pPr>
            <a:lvl6pPr marL="687388" indent="-171450">
              <a:buClr>
                <a:schemeClr val="tx1"/>
              </a:buClr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 baseline="0"/>
            </a:lvl9pPr>
          </a:lstStyle>
          <a:p>
            <a:pPr lvl="0"/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1739251493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two-column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929" y="1767532"/>
            <a:ext cx="5238478" cy="3973512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baseline="0" dirty="0" smtClean="0">
                <a:solidFill>
                  <a:schemeClr val="tx2"/>
                </a:solidFill>
              </a:defRPr>
            </a:lvl2pPr>
            <a:lvl3pPr marL="171450" indent="-171450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2900" indent="-171450">
              <a:buClr>
                <a:schemeClr val="tx1"/>
              </a:buClr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4350" indent="-171450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1450">
              <a:buClr>
                <a:schemeClr val="tx1"/>
              </a:buClr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 baseline="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6384175" y="1767532"/>
            <a:ext cx="5238478" cy="3973512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baseline="0" dirty="0" smtClean="0">
                <a:solidFill>
                  <a:schemeClr val="tx2"/>
                </a:solidFill>
              </a:defRPr>
            </a:lvl2pPr>
            <a:lvl3pPr marL="171450" indent="-171450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2900" indent="-171450">
              <a:buClr>
                <a:schemeClr val="tx1"/>
              </a:buClr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4350" indent="-171450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1450">
              <a:buClr>
                <a:schemeClr val="tx1"/>
              </a:buClr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 baseline="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3755477502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three-column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930" y="1764792"/>
            <a:ext cx="3434085" cy="3988308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tabLst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371971" y="1764792"/>
            <a:ext cx="3434085" cy="3988308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tabLst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8186012" y="1764792"/>
            <a:ext cx="3434085" cy="3988308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tabLst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1309704235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four-column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929" y="1764792"/>
            <a:ext cx="2506109" cy="397764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3411600" y="1764792"/>
            <a:ext cx="2506109" cy="397764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6256125" y="1764792"/>
            <a:ext cx="2506109" cy="397764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2" hasCustomPrompt="1"/>
          </p:nvPr>
        </p:nvSpPr>
        <p:spPr bwMode="gray">
          <a:xfrm>
            <a:off x="9100650" y="1764792"/>
            <a:ext cx="2506109" cy="397764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sz="1300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 sz="1300"/>
            </a:lvl7pPr>
            <a:lvl8pPr marL="1031875" indent="-171450">
              <a:buFont typeface="Arial" panose="020B0604020202020204" pitchFamily="34" charset="0"/>
              <a:buChar char="–"/>
              <a:defRPr sz="1300"/>
            </a:lvl8pPr>
            <a:lvl9pPr marL="1203325" indent="-171450"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384390257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ntent Journ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five-column journey layout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1064941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3153647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5242353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2" hasCustomPrompt="1"/>
          </p:nvPr>
        </p:nvSpPr>
        <p:spPr bwMode="gray">
          <a:xfrm>
            <a:off x="7331059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3" hasCustomPrompt="1"/>
          </p:nvPr>
        </p:nvSpPr>
        <p:spPr bwMode="gray">
          <a:xfrm>
            <a:off x="9419765" y="3475038"/>
            <a:ext cx="1673788" cy="2266006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buClr>
                <a:schemeClr val="tx1"/>
              </a:buClr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>
                <a:schemeClr val="tx1"/>
              </a:buClr>
              <a:buNone/>
              <a:defRPr lang="en-US" dirty="0" smtClean="0">
                <a:solidFill>
                  <a:schemeClr val="tx2"/>
                </a:solidFill>
              </a:defRPr>
            </a:lvl2pPr>
            <a:lvl3pPr marL="174625" indent="-174625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300" dirty="0" smtClean="0">
                <a:solidFill>
                  <a:schemeClr val="tx2"/>
                </a:solidFill>
              </a:defRPr>
            </a:lvl3pPr>
            <a:lvl4pPr marL="347663" indent="-173038">
              <a:buClr>
                <a:schemeClr val="tx1"/>
              </a:buClr>
              <a:buFont typeface="Arial" panose="020B0604020202020204" pitchFamily="34" charset="0"/>
              <a:buChar char="–"/>
              <a:defRPr lang="en-US" dirty="0" smtClean="0">
                <a:solidFill>
                  <a:schemeClr val="tx2"/>
                </a:solidFill>
              </a:defRPr>
            </a:lvl4pPr>
            <a:lvl5pPr marL="511175" indent="-163513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4625">
              <a:buClr>
                <a:schemeClr val="tx1"/>
              </a:buClr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6pPr>
            <a:lvl7pPr marL="857250" indent="-174625">
              <a:defRPr/>
            </a:lvl7pPr>
            <a:lvl8pPr marL="1030288" indent="-173038">
              <a:defRPr/>
            </a:lvl8pPr>
            <a:lvl9pPr marL="1203325" indent="-173038"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</p:txBody>
      </p:sp>
    </p:spTree>
    <p:extLst>
      <p:ext uri="{BB962C8B-B14F-4D97-AF65-F5344CB8AC3E}">
        <p14:creationId xmlns:p14="http://schemas.microsoft.com/office/powerpoint/2010/main" val="481384154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chart layout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79139DC-E144-408E-AD8A-E4105642CD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70035" y="1752601"/>
            <a:ext cx="9051932" cy="297573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0612738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chart with text layout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79139DC-E144-408E-AD8A-E4105642CD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7653" y="1764793"/>
            <a:ext cx="7174286" cy="2975735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8" y="1767531"/>
            <a:ext cx="3439040" cy="2971800"/>
          </a:xfrm>
        </p:spPr>
        <p:txBody>
          <a:bodyPr/>
          <a:lstStyle>
            <a:lvl1pPr>
              <a:lnSpc>
                <a:spcPct val="100000"/>
              </a:lnSpc>
              <a:buClrTx/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Tx/>
              <a:buNone/>
              <a:defRPr baseline="0">
                <a:solidFill>
                  <a:schemeClr val="tx2"/>
                </a:solidFill>
              </a:defRPr>
            </a:lvl2pPr>
            <a:lvl3pPr marL="177800" indent="-177800"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sz="1300" baseline="0">
                <a:solidFill>
                  <a:schemeClr val="tx2"/>
                </a:solidFill>
              </a:defRPr>
            </a:lvl3pPr>
            <a:lvl4pPr marL="342900" indent="-165100">
              <a:buClrTx/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4pPr>
            <a:lvl5pPr marL="515938" indent="-173038">
              <a:buClrTx/>
              <a:buFont typeface="Arial" panose="020B0604020202020204" pitchFamily="34" charset="0"/>
              <a:buChar char="•"/>
              <a:defRPr sz="1300">
                <a:solidFill>
                  <a:schemeClr val="tx2"/>
                </a:solidFill>
              </a:defRPr>
            </a:lvl5pPr>
            <a:lvl6pPr marL="687388" indent="-171450">
              <a:buClrTx/>
              <a:buFont typeface="Arial" panose="020B0604020202020204" pitchFamily="34" charset="0"/>
              <a:buChar char="–"/>
              <a:defRPr sz="1300">
                <a:solidFill>
                  <a:schemeClr val="tx2"/>
                </a:solidFill>
              </a:defRPr>
            </a:lvl6pPr>
            <a:lvl7pPr marL="860425" indent="-173038">
              <a:buClrTx/>
              <a:buFont typeface="Arial" panose="020B0604020202020204" pitchFamily="34" charset="0"/>
              <a:buChar char="•"/>
              <a:defRPr sz="1300"/>
            </a:lvl7pPr>
            <a:lvl8pPr marL="1031875" indent="-171450">
              <a:buClrTx/>
              <a:buFont typeface="Arial" panose="020B0604020202020204" pitchFamily="34" charset="0"/>
              <a:buChar char="–"/>
              <a:defRPr sz="1300"/>
            </a:lvl8pPr>
            <a:lvl9pPr marL="1203325" indent="-171450">
              <a:buClrTx/>
              <a:buFont typeface="Arial" panose="020B0604020202020204" pitchFamily="34" charset="0"/>
              <a:buChar char="•"/>
              <a:defRPr sz="1300" baseline="0"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3230225437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5139F72-CEC0-495F-8477-192D60A880E2}"/>
              </a:ext>
            </a:extLst>
          </p:cNvPr>
          <p:cNvSpPr/>
          <p:nvPr userDrawn="1"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comparison slide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FDE6AD5-F9DF-408C-8730-856FE7DF1AC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55279" y="6373316"/>
            <a:ext cx="1279513" cy="157138"/>
            <a:chOff x="1011652" y="1504398"/>
            <a:chExt cx="10028238" cy="1231900"/>
          </a:xfrm>
          <a:solidFill>
            <a:schemeClr val="bg1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EAEBFD24-EC09-43D3-99D6-42D3AFF5C6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17027" y="1539323"/>
              <a:ext cx="4808538" cy="1189038"/>
            </a:xfrm>
            <a:custGeom>
              <a:avLst/>
              <a:gdLst>
                <a:gd name="T0" fmla="*/ 701 w 1134"/>
                <a:gd name="T1" fmla="*/ 273 h 278"/>
                <a:gd name="T2" fmla="*/ 675 w 1134"/>
                <a:gd name="T3" fmla="*/ 248 h 278"/>
                <a:gd name="T4" fmla="*/ 701 w 1134"/>
                <a:gd name="T5" fmla="*/ 109 h 278"/>
                <a:gd name="T6" fmla="*/ 645 w 1134"/>
                <a:gd name="T7" fmla="*/ 84 h 278"/>
                <a:gd name="T8" fmla="*/ 576 w 1134"/>
                <a:gd name="T9" fmla="*/ 79 h 278"/>
                <a:gd name="T10" fmla="*/ 576 w 1134"/>
                <a:gd name="T11" fmla="*/ 278 h 278"/>
                <a:gd name="T12" fmla="*/ 645 w 1134"/>
                <a:gd name="T13" fmla="*/ 273 h 278"/>
                <a:gd name="T14" fmla="*/ 426 w 1134"/>
                <a:gd name="T15" fmla="*/ 222 h 278"/>
                <a:gd name="T16" fmla="*/ 299 w 1134"/>
                <a:gd name="T17" fmla="*/ 189 h 278"/>
                <a:gd name="T18" fmla="*/ 461 w 1134"/>
                <a:gd name="T19" fmla="*/ 175 h 278"/>
                <a:gd name="T20" fmla="*/ 267 w 1134"/>
                <a:gd name="T21" fmla="*/ 178 h 278"/>
                <a:gd name="T22" fmla="*/ 456 w 1134"/>
                <a:gd name="T23" fmla="*/ 222 h 278"/>
                <a:gd name="T24" fmla="*/ 59 w 1134"/>
                <a:gd name="T25" fmla="*/ 25 h 278"/>
                <a:gd name="T26" fmla="*/ 86 w 1134"/>
                <a:gd name="T27" fmla="*/ 0 h 278"/>
                <a:gd name="T28" fmla="*/ 0 w 1134"/>
                <a:gd name="T29" fmla="*/ 25 h 278"/>
                <a:gd name="T30" fmla="*/ 27 w 1134"/>
                <a:gd name="T31" fmla="*/ 247 h 278"/>
                <a:gd name="T32" fmla="*/ 0 w 1134"/>
                <a:gd name="T33" fmla="*/ 273 h 278"/>
                <a:gd name="T34" fmla="*/ 86 w 1134"/>
                <a:gd name="T35" fmla="*/ 247 h 278"/>
                <a:gd name="T36" fmla="*/ 59 w 1134"/>
                <a:gd name="T37" fmla="*/ 138 h 278"/>
                <a:gd name="T38" fmla="*/ 196 w 1134"/>
                <a:gd name="T39" fmla="*/ 247 h 278"/>
                <a:gd name="T40" fmla="*/ 168 w 1134"/>
                <a:gd name="T41" fmla="*/ 273 h 278"/>
                <a:gd name="T42" fmla="*/ 255 w 1134"/>
                <a:gd name="T43" fmla="*/ 247 h 278"/>
                <a:gd name="T44" fmla="*/ 227 w 1134"/>
                <a:gd name="T45" fmla="*/ 25 h 278"/>
                <a:gd name="T46" fmla="*/ 255 w 1134"/>
                <a:gd name="T47" fmla="*/ 0 h 278"/>
                <a:gd name="T48" fmla="*/ 168 w 1134"/>
                <a:gd name="T49" fmla="*/ 25 h 278"/>
                <a:gd name="T50" fmla="*/ 196 w 1134"/>
                <a:gd name="T51" fmla="*/ 114 h 278"/>
                <a:gd name="T52" fmla="*/ 996 w 1134"/>
                <a:gd name="T53" fmla="*/ 248 h 278"/>
                <a:gd name="T54" fmla="*/ 971 w 1134"/>
                <a:gd name="T55" fmla="*/ 163 h 278"/>
                <a:gd name="T56" fmla="*/ 1078 w 1134"/>
                <a:gd name="T57" fmla="*/ 163 h 278"/>
                <a:gd name="T58" fmla="*/ 1053 w 1134"/>
                <a:gd name="T59" fmla="*/ 248 h 278"/>
                <a:gd name="T60" fmla="*/ 1134 w 1134"/>
                <a:gd name="T61" fmla="*/ 273 h 278"/>
                <a:gd name="T62" fmla="*/ 1109 w 1134"/>
                <a:gd name="T63" fmla="*/ 248 h 278"/>
                <a:gd name="T64" fmla="*/ 1030 w 1134"/>
                <a:gd name="T65" fmla="*/ 79 h 278"/>
                <a:gd name="T66" fmla="*/ 971 w 1134"/>
                <a:gd name="T67" fmla="*/ 0 h 278"/>
                <a:gd name="T68" fmla="*/ 915 w 1134"/>
                <a:gd name="T69" fmla="*/ 24 h 278"/>
                <a:gd name="T70" fmla="*/ 940 w 1134"/>
                <a:gd name="T71" fmla="*/ 248 h 278"/>
                <a:gd name="T72" fmla="*/ 915 w 1134"/>
                <a:gd name="T73" fmla="*/ 273 h 278"/>
                <a:gd name="T74" fmla="*/ 996 w 1134"/>
                <a:gd name="T75" fmla="*/ 248 h 278"/>
                <a:gd name="T76" fmla="*/ 580 w 1134"/>
                <a:gd name="T77" fmla="*/ 104 h 278"/>
                <a:gd name="T78" fmla="*/ 580 w 1134"/>
                <a:gd name="T79" fmla="*/ 252 h 278"/>
                <a:gd name="T80" fmla="*/ 366 w 1134"/>
                <a:gd name="T81" fmla="*/ 104 h 278"/>
                <a:gd name="T82" fmla="*/ 299 w 1134"/>
                <a:gd name="T83" fmla="*/ 164 h 278"/>
                <a:gd name="T84" fmla="*/ 859 w 1134"/>
                <a:gd name="T85" fmla="*/ 224 h 278"/>
                <a:gd name="T86" fmla="*/ 897 w 1134"/>
                <a:gd name="T87" fmla="*/ 109 h 278"/>
                <a:gd name="T88" fmla="*/ 859 w 1134"/>
                <a:gd name="T89" fmla="*/ 84 h 278"/>
                <a:gd name="T90" fmla="*/ 829 w 1134"/>
                <a:gd name="T91" fmla="*/ 36 h 278"/>
                <a:gd name="T92" fmla="*/ 799 w 1134"/>
                <a:gd name="T93" fmla="*/ 84 h 278"/>
                <a:gd name="T94" fmla="*/ 829 w 1134"/>
                <a:gd name="T95" fmla="*/ 109 h 278"/>
                <a:gd name="T96" fmla="*/ 879 w 1134"/>
                <a:gd name="T97" fmla="*/ 275 h 278"/>
                <a:gd name="T98" fmla="*/ 897 w 1134"/>
                <a:gd name="T99" fmla="*/ 248 h 278"/>
                <a:gd name="T100" fmla="*/ 859 w 1134"/>
                <a:gd name="T101" fmla="*/ 224 h 278"/>
                <a:gd name="T102" fmla="*/ 801 w 1134"/>
                <a:gd name="T103" fmla="*/ 273 h 278"/>
                <a:gd name="T104" fmla="*/ 787 w 1134"/>
                <a:gd name="T105" fmla="*/ 249 h 278"/>
                <a:gd name="T106" fmla="*/ 768 w 1134"/>
                <a:gd name="T107" fmla="*/ 0 h 278"/>
                <a:gd name="T108" fmla="*/ 712 w 1134"/>
                <a:gd name="T109" fmla="*/ 24 h 278"/>
                <a:gd name="T110" fmla="*/ 737 w 1134"/>
                <a:gd name="T111" fmla="*/ 224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34" h="278">
                  <a:moveTo>
                    <a:pt x="645" y="273"/>
                  </a:moveTo>
                  <a:cubicBezTo>
                    <a:pt x="701" y="273"/>
                    <a:pt x="701" y="273"/>
                    <a:pt x="701" y="273"/>
                  </a:cubicBezTo>
                  <a:cubicBezTo>
                    <a:pt x="701" y="248"/>
                    <a:pt x="701" y="248"/>
                    <a:pt x="701" y="248"/>
                  </a:cubicBezTo>
                  <a:cubicBezTo>
                    <a:pt x="675" y="248"/>
                    <a:pt x="675" y="248"/>
                    <a:pt x="675" y="248"/>
                  </a:cubicBezTo>
                  <a:cubicBezTo>
                    <a:pt x="675" y="109"/>
                    <a:pt x="675" y="109"/>
                    <a:pt x="675" y="109"/>
                  </a:cubicBezTo>
                  <a:cubicBezTo>
                    <a:pt x="701" y="109"/>
                    <a:pt x="701" y="109"/>
                    <a:pt x="701" y="109"/>
                  </a:cubicBezTo>
                  <a:cubicBezTo>
                    <a:pt x="701" y="84"/>
                    <a:pt x="701" y="84"/>
                    <a:pt x="701" y="84"/>
                  </a:cubicBezTo>
                  <a:cubicBezTo>
                    <a:pt x="645" y="84"/>
                    <a:pt x="645" y="84"/>
                    <a:pt x="645" y="84"/>
                  </a:cubicBezTo>
                  <a:cubicBezTo>
                    <a:pt x="645" y="112"/>
                    <a:pt x="645" y="112"/>
                    <a:pt x="645" y="112"/>
                  </a:cubicBezTo>
                  <a:cubicBezTo>
                    <a:pt x="629" y="91"/>
                    <a:pt x="605" y="79"/>
                    <a:pt x="576" y="79"/>
                  </a:cubicBezTo>
                  <a:cubicBezTo>
                    <a:pt x="523" y="79"/>
                    <a:pt x="483" y="122"/>
                    <a:pt x="483" y="178"/>
                  </a:cubicBezTo>
                  <a:cubicBezTo>
                    <a:pt x="483" y="235"/>
                    <a:pt x="523" y="278"/>
                    <a:pt x="576" y="278"/>
                  </a:cubicBezTo>
                  <a:cubicBezTo>
                    <a:pt x="605" y="278"/>
                    <a:pt x="629" y="265"/>
                    <a:pt x="645" y="245"/>
                  </a:cubicBezTo>
                  <a:lnTo>
                    <a:pt x="645" y="273"/>
                  </a:lnTo>
                  <a:close/>
                  <a:moveTo>
                    <a:pt x="456" y="222"/>
                  </a:moveTo>
                  <a:cubicBezTo>
                    <a:pt x="426" y="222"/>
                    <a:pt x="426" y="222"/>
                    <a:pt x="426" y="222"/>
                  </a:cubicBezTo>
                  <a:cubicBezTo>
                    <a:pt x="415" y="241"/>
                    <a:pt x="395" y="253"/>
                    <a:pt x="367" y="253"/>
                  </a:cubicBezTo>
                  <a:cubicBezTo>
                    <a:pt x="325" y="253"/>
                    <a:pt x="302" y="227"/>
                    <a:pt x="299" y="189"/>
                  </a:cubicBezTo>
                  <a:cubicBezTo>
                    <a:pt x="461" y="189"/>
                    <a:pt x="461" y="189"/>
                    <a:pt x="461" y="189"/>
                  </a:cubicBezTo>
                  <a:cubicBezTo>
                    <a:pt x="461" y="175"/>
                    <a:pt x="461" y="175"/>
                    <a:pt x="461" y="175"/>
                  </a:cubicBezTo>
                  <a:cubicBezTo>
                    <a:pt x="461" y="118"/>
                    <a:pt x="424" y="79"/>
                    <a:pt x="366" y="79"/>
                  </a:cubicBezTo>
                  <a:cubicBezTo>
                    <a:pt x="308" y="79"/>
                    <a:pt x="267" y="120"/>
                    <a:pt x="267" y="178"/>
                  </a:cubicBezTo>
                  <a:cubicBezTo>
                    <a:pt x="267" y="237"/>
                    <a:pt x="308" y="278"/>
                    <a:pt x="366" y="278"/>
                  </a:cubicBezTo>
                  <a:cubicBezTo>
                    <a:pt x="409" y="278"/>
                    <a:pt x="442" y="257"/>
                    <a:pt x="456" y="222"/>
                  </a:cubicBezTo>
                  <a:moveTo>
                    <a:pt x="59" y="114"/>
                  </a:moveTo>
                  <a:cubicBezTo>
                    <a:pt x="59" y="25"/>
                    <a:pt x="59" y="25"/>
                    <a:pt x="59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47"/>
                    <a:pt x="27" y="247"/>
                    <a:pt x="27" y="24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6" y="273"/>
                    <a:pt x="86" y="273"/>
                    <a:pt x="86" y="273"/>
                  </a:cubicBezTo>
                  <a:cubicBezTo>
                    <a:pt x="86" y="247"/>
                    <a:pt x="86" y="247"/>
                    <a:pt x="86" y="247"/>
                  </a:cubicBezTo>
                  <a:cubicBezTo>
                    <a:pt x="59" y="247"/>
                    <a:pt x="59" y="247"/>
                    <a:pt x="59" y="247"/>
                  </a:cubicBezTo>
                  <a:cubicBezTo>
                    <a:pt x="59" y="138"/>
                    <a:pt x="59" y="138"/>
                    <a:pt x="59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6" y="247"/>
                    <a:pt x="196" y="247"/>
                    <a:pt x="196" y="247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73"/>
                    <a:pt x="168" y="273"/>
                    <a:pt x="168" y="273"/>
                  </a:cubicBezTo>
                  <a:cubicBezTo>
                    <a:pt x="255" y="273"/>
                    <a:pt x="255" y="273"/>
                    <a:pt x="255" y="273"/>
                  </a:cubicBezTo>
                  <a:cubicBezTo>
                    <a:pt x="255" y="247"/>
                    <a:pt x="255" y="247"/>
                    <a:pt x="255" y="247"/>
                  </a:cubicBezTo>
                  <a:cubicBezTo>
                    <a:pt x="227" y="247"/>
                    <a:pt x="227" y="247"/>
                    <a:pt x="227" y="247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196" y="25"/>
                    <a:pt x="196" y="25"/>
                    <a:pt x="196" y="25"/>
                  </a:cubicBezTo>
                  <a:cubicBezTo>
                    <a:pt x="196" y="114"/>
                    <a:pt x="196" y="114"/>
                    <a:pt x="196" y="114"/>
                  </a:cubicBezTo>
                  <a:lnTo>
                    <a:pt x="59" y="114"/>
                  </a:lnTo>
                  <a:close/>
                  <a:moveTo>
                    <a:pt x="996" y="248"/>
                  </a:moveTo>
                  <a:cubicBezTo>
                    <a:pt x="971" y="248"/>
                    <a:pt x="971" y="248"/>
                    <a:pt x="971" y="248"/>
                  </a:cubicBezTo>
                  <a:cubicBezTo>
                    <a:pt x="971" y="163"/>
                    <a:pt x="971" y="163"/>
                    <a:pt x="971" y="163"/>
                  </a:cubicBezTo>
                  <a:cubicBezTo>
                    <a:pt x="971" y="124"/>
                    <a:pt x="991" y="104"/>
                    <a:pt x="1026" y="104"/>
                  </a:cubicBezTo>
                  <a:cubicBezTo>
                    <a:pt x="1058" y="104"/>
                    <a:pt x="1078" y="124"/>
                    <a:pt x="1078" y="163"/>
                  </a:cubicBezTo>
                  <a:cubicBezTo>
                    <a:pt x="1078" y="248"/>
                    <a:pt x="1078" y="248"/>
                    <a:pt x="1078" y="248"/>
                  </a:cubicBezTo>
                  <a:cubicBezTo>
                    <a:pt x="1053" y="248"/>
                    <a:pt x="1053" y="248"/>
                    <a:pt x="1053" y="248"/>
                  </a:cubicBezTo>
                  <a:cubicBezTo>
                    <a:pt x="1053" y="273"/>
                    <a:pt x="1053" y="273"/>
                    <a:pt x="1053" y="273"/>
                  </a:cubicBezTo>
                  <a:cubicBezTo>
                    <a:pt x="1134" y="273"/>
                    <a:pt x="1134" y="273"/>
                    <a:pt x="1134" y="273"/>
                  </a:cubicBezTo>
                  <a:cubicBezTo>
                    <a:pt x="1134" y="248"/>
                    <a:pt x="1134" y="248"/>
                    <a:pt x="1134" y="248"/>
                  </a:cubicBezTo>
                  <a:cubicBezTo>
                    <a:pt x="1109" y="248"/>
                    <a:pt x="1109" y="248"/>
                    <a:pt x="1109" y="248"/>
                  </a:cubicBezTo>
                  <a:cubicBezTo>
                    <a:pt x="1109" y="163"/>
                    <a:pt x="1109" y="163"/>
                    <a:pt x="1109" y="163"/>
                  </a:cubicBezTo>
                  <a:cubicBezTo>
                    <a:pt x="1109" y="117"/>
                    <a:pt x="1081" y="79"/>
                    <a:pt x="1030" y="79"/>
                  </a:cubicBezTo>
                  <a:cubicBezTo>
                    <a:pt x="1003" y="79"/>
                    <a:pt x="983" y="89"/>
                    <a:pt x="971" y="105"/>
                  </a:cubicBezTo>
                  <a:cubicBezTo>
                    <a:pt x="971" y="0"/>
                    <a:pt x="971" y="0"/>
                    <a:pt x="971" y="0"/>
                  </a:cubicBezTo>
                  <a:cubicBezTo>
                    <a:pt x="915" y="0"/>
                    <a:pt x="915" y="0"/>
                    <a:pt x="915" y="0"/>
                  </a:cubicBezTo>
                  <a:cubicBezTo>
                    <a:pt x="915" y="24"/>
                    <a:pt x="915" y="24"/>
                    <a:pt x="915" y="24"/>
                  </a:cubicBezTo>
                  <a:cubicBezTo>
                    <a:pt x="940" y="24"/>
                    <a:pt x="940" y="24"/>
                    <a:pt x="940" y="24"/>
                  </a:cubicBezTo>
                  <a:cubicBezTo>
                    <a:pt x="940" y="248"/>
                    <a:pt x="940" y="248"/>
                    <a:pt x="940" y="248"/>
                  </a:cubicBezTo>
                  <a:cubicBezTo>
                    <a:pt x="915" y="248"/>
                    <a:pt x="915" y="248"/>
                    <a:pt x="915" y="248"/>
                  </a:cubicBezTo>
                  <a:cubicBezTo>
                    <a:pt x="915" y="273"/>
                    <a:pt x="915" y="273"/>
                    <a:pt x="915" y="273"/>
                  </a:cubicBezTo>
                  <a:cubicBezTo>
                    <a:pt x="996" y="273"/>
                    <a:pt x="996" y="273"/>
                    <a:pt x="996" y="273"/>
                  </a:cubicBezTo>
                  <a:lnTo>
                    <a:pt x="996" y="248"/>
                  </a:lnTo>
                  <a:close/>
                  <a:moveTo>
                    <a:pt x="514" y="178"/>
                  </a:moveTo>
                  <a:cubicBezTo>
                    <a:pt x="514" y="135"/>
                    <a:pt x="542" y="104"/>
                    <a:pt x="580" y="104"/>
                  </a:cubicBezTo>
                  <a:cubicBezTo>
                    <a:pt x="619" y="104"/>
                    <a:pt x="646" y="136"/>
                    <a:pt x="646" y="178"/>
                  </a:cubicBezTo>
                  <a:cubicBezTo>
                    <a:pt x="646" y="221"/>
                    <a:pt x="619" y="252"/>
                    <a:pt x="580" y="252"/>
                  </a:cubicBezTo>
                  <a:cubicBezTo>
                    <a:pt x="542" y="252"/>
                    <a:pt x="514" y="221"/>
                    <a:pt x="514" y="178"/>
                  </a:cubicBezTo>
                  <a:moveTo>
                    <a:pt x="366" y="104"/>
                  </a:moveTo>
                  <a:cubicBezTo>
                    <a:pt x="406" y="104"/>
                    <a:pt x="427" y="133"/>
                    <a:pt x="430" y="164"/>
                  </a:cubicBezTo>
                  <a:cubicBezTo>
                    <a:pt x="299" y="164"/>
                    <a:pt x="299" y="164"/>
                    <a:pt x="299" y="164"/>
                  </a:cubicBezTo>
                  <a:cubicBezTo>
                    <a:pt x="302" y="130"/>
                    <a:pt x="326" y="104"/>
                    <a:pt x="366" y="104"/>
                  </a:cubicBezTo>
                  <a:moveTo>
                    <a:pt x="859" y="224"/>
                  </a:moveTo>
                  <a:cubicBezTo>
                    <a:pt x="859" y="109"/>
                    <a:pt x="859" y="109"/>
                    <a:pt x="859" y="109"/>
                  </a:cubicBezTo>
                  <a:cubicBezTo>
                    <a:pt x="897" y="109"/>
                    <a:pt x="897" y="109"/>
                    <a:pt x="897" y="109"/>
                  </a:cubicBezTo>
                  <a:cubicBezTo>
                    <a:pt x="897" y="84"/>
                    <a:pt x="897" y="84"/>
                    <a:pt x="897" y="84"/>
                  </a:cubicBezTo>
                  <a:cubicBezTo>
                    <a:pt x="859" y="84"/>
                    <a:pt x="859" y="84"/>
                    <a:pt x="859" y="84"/>
                  </a:cubicBezTo>
                  <a:cubicBezTo>
                    <a:pt x="859" y="36"/>
                    <a:pt x="859" y="36"/>
                    <a:pt x="859" y="36"/>
                  </a:cubicBezTo>
                  <a:cubicBezTo>
                    <a:pt x="829" y="36"/>
                    <a:pt x="829" y="36"/>
                    <a:pt x="829" y="36"/>
                  </a:cubicBezTo>
                  <a:cubicBezTo>
                    <a:pt x="829" y="84"/>
                    <a:pt x="829" y="84"/>
                    <a:pt x="829" y="84"/>
                  </a:cubicBezTo>
                  <a:cubicBezTo>
                    <a:pt x="799" y="84"/>
                    <a:pt x="799" y="84"/>
                    <a:pt x="799" y="84"/>
                  </a:cubicBezTo>
                  <a:cubicBezTo>
                    <a:pt x="799" y="109"/>
                    <a:pt x="799" y="109"/>
                    <a:pt x="799" y="109"/>
                  </a:cubicBezTo>
                  <a:cubicBezTo>
                    <a:pt x="829" y="109"/>
                    <a:pt x="829" y="109"/>
                    <a:pt x="829" y="109"/>
                  </a:cubicBezTo>
                  <a:cubicBezTo>
                    <a:pt x="829" y="225"/>
                    <a:pt x="829" y="225"/>
                    <a:pt x="829" y="225"/>
                  </a:cubicBezTo>
                  <a:cubicBezTo>
                    <a:pt x="829" y="259"/>
                    <a:pt x="844" y="275"/>
                    <a:pt x="879" y="275"/>
                  </a:cubicBezTo>
                  <a:cubicBezTo>
                    <a:pt x="884" y="275"/>
                    <a:pt x="893" y="274"/>
                    <a:pt x="897" y="273"/>
                  </a:cubicBezTo>
                  <a:cubicBezTo>
                    <a:pt x="897" y="248"/>
                    <a:pt x="897" y="248"/>
                    <a:pt x="897" y="248"/>
                  </a:cubicBezTo>
                  <a:cubicBezTo>
                    <a:pt x="892" y="249"/>
                    <a:pt x="886" y="249"/>
                    <a:pt x="882" y="249"/>
                  </a:cubicBezTo>
                  <a:cubicBezTo>
                    <a:pt x="866" y="249"/>
                    <a:pt x="859" y="244"/>
                    <a:pt x="859" y="224"/>
                  </a:cubicBezTo>
                  <a:moveTo>
                    <a:pt x="783" y="275"/>
                  </a:moveTo>
                  <a:cubicBezTo>
                    <a:pt x="789" y="275"/>
                    <a:pt x="797" y="274"/>
                    <a:pt x="801" y="273"/>
                  </a:cubicBezTo>
                  <a:cubicBezTo>
                    <a:pt x="801" y="248"/>
                    <a:pt x="801" y="248"/>
                    <a:pt x="801" y="248"/>
                  </a:cubicBezTo>
                  <a:cubicBezTo>
                    <a:pt x="795" y="249"/>
                    <a:pt x="791" y="249"/>
                    <a:pt x="787" y="249"/>
                  </a:cubicBezTo>
                  <a:cubicBezTo>
                    <a:pt x="774" y="249"/>
                    <a:pt x="768" y="243"/>
                    <a:pt x="768" y="222"/>
                  </a:cubicBezTo>
                  <a:cubicBezTo>
                    <a:pt x="768" y="0"/>
                    <a:pt x="768" y="0"/>
                    <a:pt x="768" y="0"/>
                  </a:cubicBezTo>
                  <a:cubicBezTo>
                    <a:pt x="712" y="0"/>
                    <a:pt x="712" y="0"/>
                    <a:pt x="712" y="0"/>
                  </a:cubicBezTo>
                  <a:cubicBezTo>
                    <a:pt x="712" y="24"/>
                    <a:pt x="712" y="24"/>
                    <a:pt x="712" y="24"/>
                  </a:cubicBezTo>
                  <a:cubicBezTo>
                    <a:pt x="737" y="24"/>
                    <a:pt x="737" y="24"/>
                    <a:pt x="737" y="24"/>
                  </a:cubicBezTo>
                  <a:cubicBezTo>
                    <a:pt x="737" y="224"/>
                    <a:pt x="737" y="224"/>
                    <a:pt x="737" y="224"/>
                  </a:cubicBezTo>
                  <a:cubicBezTo>
                    <a:pt x="737" y="257"/>
                    <a:pt x="751" y="275"/>
                    <a:pt x="783" y="27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61D17F69-D687-48A8-8300-CE89003EF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7202" y="1504398"/>
              <a:ext cx="1030288" cy="1231900"/>
            </a:xfrm>
            <a:custGeom>
              <a:avLst/>
              <a:gdLst>
                <a:gd name="T0" fmla="*/ 85 w 243"/>
                <a:gd name="T1" fmla="*/ 195 h 288"/>
                <a:gd name="T2" fmla="*/ 125 w 243"/>
                <a:gd name="T3" fmla="*/ 223 h 288"/>
                <a:gd name="T4" fmla="*/ 158 w 243"/>
                <a:gd name="T5" fmla="*/ 203 h 288"/>
                <a:gd name="T6" fmla="*/ 110 w 243"/>
                <a:gd name="T7" fmla="*/ 176 h 288"/>
                <a:gd name="T8" fmla="*/ 36 w 243"/>
                <a:gd name="T9" fmla="*/ 150 h 288"/>
                <a:gd name="T10" fmla="*/ 5 w 243"/>
                <a:gd name="T11" fmla="*/ 87 h 288"/>
                <a:gd name="T12" fmla="*/ 119 w 243"/>
                <a:gd name="T13" fmla="*/ 0 h 288"/>
                <a:gd name="T14" fmla="*/ 236 w 243"/>
                <a:gd name="T15" fmla="*/ 86 h 288"/>
                <a:gd name="T16" fmla="*/ 153 w 243"/>
                <a:gd name="T17" fmla="*/ 86 h 288"/>
                <a:gd name="T18" fmla="*/ 118 w 243"/>
                <a:gd name="T19" fmla="*/ 62 h 288"/>
                <a:gd name="T20" fmla="*/ 90 w 243"/>
                <a:gd name="T21" fmla="*/ 80 h 288"/>
                <a:gd name="T22" fmla="*/ 130 w 243"/>
                <a:gd name="T23" fmla="*/ 104 h 288"/>
                <a:gd name="T24" fmla="*/ 208 w 243"/>
                <a:gd name="T25" fmla="*/ 130 h 288"/>
                <a:gd name="T26" fmla="*/ 243 w 243"/>
                <a:gd name="T27" fmla="*/ 194 h 288"/>
                <a:gd name="T28" fmla="*/ 122 w 243"/>
                <a:gd name="T29" fmla="*/ 288 h 288"/>
                <a:gd name="T30" fmla="*/ 0 w 243"/>
                <a:gd name="T31" fmla="*/ 195 h 288"/>
                <a:gd name="T32" fmla="*/ 85 w 243"/>
                <a:gd name="T33" fmla="*/ 195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288">
                  <a:moveTo>
                    <a:pt x="85" y="195"/>
                  </a:moveTo>
                  <a:cubicBezTo>
                    <a:pt x="90" y="216"/>
                    <a:pt x="101" y="223"/>
                    <a:pt x="125" y="223"/>
                  </a:cubicBezTo>
                  <a:cubicBezTo>
                    <a:pt x="146" y="223"/>
                    <a:pt x="158" y="215"/>
                    <a:pt x="158" y="203"/>
                  </a:cubicBezTo>
                  <a:cubicBezTo>
                    <a:pt x="158" y="186"/>
                    <a:pt x="142" y="185"/>
                    <a:pt x="110" y="176"/>
                  </a:cubicBezTo>
                  <a:cubicBezTo>
                    <a:pt x="72" y="166"/>
                    <a:pt x="48" y="158"/>
                    <a:pt x="36" y="150"/>
                  </a:cubicBezTo>
                  <a:cubicBezTo>
                    <a:pt x="15" y="135"/>
                    <a:pt x="5" y="114"/>
                    <a:pt x="5" y="87"/>
                  </a:cubicBezTo>
                  <a:cubicBezTo>
                    <a:pt x="5" y="34"/>
                    <a:pt x="47" y="0"/>
                    <a:pt x="119" y="0"/>
                  </a:cubicBezTo>
                  <a:cubicBezTo>
                    <a:pt x="189" y="0"/>
                    <a:pt x="231" y="31"/>
                    <a:pt x="236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0" y="70"/>
                    <a:pt x="139" y="62"/>
                    <a:pt x="118" y="62"/>
                  </a:cubicBezTo>
                  <a:cubicBezTo>
                    <a:pt x="99" y="62"/>
                    <a:pt x="90" y="68"/>
                    <a:pt x="90" y="80"/>
                  </a:cubicBezTo>
                  <a:cubicBezTo>
                    <a:pt x="90" y="95"/>
                    <a:pt x="104" y="98"/>
                    <a:pt x="130" y="104"/>
                  </a:cubicBezTo>
                  <a:cubicBezTo>
                    <a:pt x="164" y="113"/>
                    <a:pt x="191" y="119"/>
                    <a:pt x="208" y="130"/>
                  </a:cubicBezTo>
                  <a:cubicBezTo>
                    <a:pt x="232" y="146"/>
                    <a:pt x="243" y="166"/>
                    <a:pt x="243" y="194"/>
                  </a:cubicBezTo>
                  <a:cubicBezTo>
                    <a:pt x="243" y="253"/>
                    <a:pt x="201" y="288"/>
                    <a:pt x="122" y="288"/>
                  </a:cubicBezTo>
                  <a:cubicBezTo>
                    <a:pt x="48" y="288"/>
                    <a:pt x="6" y="253"/>
                    <a:pt x="0" y="195"/>
                  </a:cubicBezTo>
                  <a:lnTo>
                    <a:pt x="85" y="1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CD4BE64E-7ABD-45BD-ACCF-3C1667AD3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727" y="1504398"/>
              <a:ext cx="1147763" cy="1231900"/>
            </a:xfrm>
            <a:custGeom>
              <a:avLst/>
              <a:gdLst>
                <a:gd name="T0" fmla="*/ 271 w 271"/>
                <a:gd name="T1" fmla="*/ 174 h 288"/>
                <a:gd name="T2" fmla="*/ 140 w 271"/>
                <a:gd name="T3" fmla="*/ 288 h 288"/>
                <a:gd name="T4" fmla="*/ 0 w 271"/>
                <a:gd name="T5" fmla="*/ 144 h 288"/>
                <a:gd name="T6" fmla="*/ 139 w 271"/>
                <a:gd name="T7" fmla="*/ 0 h 288"/>
                <a:gd name="T8" fmla="*/ 269 w 271"/>
                <a:gd name="T9" fmla="*/ 111 h 288"/>
                <a:gd name="T10" fmla="*/ 186 w 271"/>
                <a:gd name="T11" fmla="*/ 111 h 288"/>
                <a:gd name="T12" fmla="*/ 140 w 271"/>
                <a:gd name="T13" fmla="*/ 68 h 288"/>
                <a:gd name="T14" fmla="*/ 88 w 271"/>
                <a:gd name="T15" fmla="*/ 144 h 288"/>
                <a:gd name="T16" fmla="*/ 142 w 271"/>
                <a:gd name="T17" fmla="*/ 220 h 288"/>
                <a:gd name="T18" fmla="*/ 188 w 271"/>
                <a:gd name="T19" fmla="*/ 174 h 288"/>
                <a:gd name="T20" fmla="*/ 271 w 271"/>
                <a:gd name="T21" fmla="*/ 17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1" h="288">
                  <a:moveTo>
                    <a:pt x="271" y="174"/>
                  </a:moveTo>
                  <a:cubicBezTo>
                    <a:pt x="266" y="246"/>
                    <a:pt x="219" y="288"/>
                    <a:pt x="140" y="288"/>
                  </a:cubicBezTo>
                  <a:cubicBezTo>
                    <a:pt x="53" y="288"/>
                    <a:pt x="0" y="233"/>
                    <a:pt x="0" y="144"/>
                  </a:cubicBezTo>
                  <a:cubicBezTo>
                    <a:pt x="0" y="55"/>
                    <a:pt x="54" y="0"/>
                    <a:pt x="139" y="0"/>
                  </a:cubicBezTo>
                  <a:cubicBezTo>
                    <a:pt x="218" y="0"/>
                    <a:pt x="264" y="40"/>
                    <a:pt x="269" y="111"/>
                  </a:cubicBezTo>
                  <a:cubicBezTo>
                    <a:pt x="186" y="111"/>
                    <a:pt x="186" y="111"/>
                    <a:pt x="186" y="111"/>
                  </a:cubicBezTo>
                  <a:cubicBezTo>
                    <a:pt x="183" y="83"/>
                    <a:pt x="168" y="68"/>
                    <a:pt x="140" y="68"/>
                  </a:cubicBezTo>
                  <a:cubicBezTo>
                    <a:pt x="105" y="68"/>
                    <a:pt x="88" y="94"/>
                    <a:pt x="88" y="144"/>
                  </a:cubicBezTo>
                  <a:cubicBezTo>
                    <a:pt x="88" y="194"/>
                    <a:pt x="107" y="220"/>
                    <a:pt x="142" y="220"/>
                  </a:cubicBezTo>
                  <a:cubicBezTo>
                    <a:pt x="169" y="220"/>
                    <a:pt x="186" y="204"/>
                    <a:pt x="188" y="174"/>
                  </a:cubicBezTo>
                  <a:lnTo>
                    <a:pt x="271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057E95B-2796-491D-A687-27D4B2DCD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115" y="1539323"/>
              <a:ext cx="1144588" cy="1163638"/>
            </a:xfrm>
            <a:custGeom>
              <a:avLst/>
              <a:gdLst>
                <a:gd name="T0" fmla="*/ 0 w 721"/>
                <a:gd name="T1" fmla="*/ 0 h 733"/>
                <a:gd name="T2" fmla="*/ 237 w 721"/>
                <a:gd name="T3" fmla="*/ 0 h 733"/>
                <a:gd name="T4" fmla="*/ 360 w 721"/>
                <a:gd name="T5" fmla="*/ 474 h 733"/>
                <a:gd name="T6" fmla="*/ 491 w 721"/>
                <a:gd name="T7" fmla="*/ 0 h 733"/>
                <a:gd name="T8" fmla="*/ 721 w 721"/>
                <a:gd name="T9" fmla="*/ 0 h 733"/>
                <a:gd name="T10" fmla="*/ 478 w 721"/>
                <a:gd name="T11" fmla="*/ 733 h 733"/>
                <a:gd name="T12" fmla="*/ 245 w 721"/>
                <a:gd name="T13" fmla="*/ 733 h 733"/>
                <a:gd name="T14" fmla="*/ 0 w 721"/>
                <a:gd name="T15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1" h="733">
                  <a:moveTo>
                    <a:pt x="0" y="0"/>
                  </a:moveTo>
                  <a:lnTo>
                    <a:pt x="237" y="0"/>
                  </a:lnTo>
                  <a:lnTo>
                    <a:pt x="360" y="474"/>
                  </a:lnTo>
                  <a:lnTo>
                    <a:pt x="491" y="0"/>
                  </a:lnTo>
                  <a:lnTo>
                    <a:pt x="721" y="0"/>
                  </a:lnTo>
                  <a:lnTo>
                    <a:pt x="478" y="733"/>
                  </a:lnTo>
                  <a:lnTo>
                    <a:pt x="245" y="73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711BEA48-E6DF-45F8-BDA7-36890BE90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652" y="1504398"/>
              <a:ext cx="1500188" cy="1231900"/>
            </a:xfrm>
            <a:custGeom>
              <a:avLst/>
              <a:gdLst>
                <a:gd name="T0" fmla="*/ 101 w 354"/>
                <a:gd name="T1" fmla="*/ 0 h 288"/>
                <a:gd name="T2" fmla="*/ 73 w 354"/>
                <a:gd name="T3" fmla="*/ 12 h 288"/>
                <a:gd name="T4" fmla="*/ 15 w 354"/>
                <a:gd name="T5" fmla="*/ 69 h 288"/>
                <a:gd name="T6" fmla="*/ 15 w 354"/>
                <a:gd name="T7" fmla="*/ 127 h 288"/>
                <a:gd name="T8" fmla="*/ 177 w 354"/>
                <a:gd name="T9" fmla="*/ 288 h 288"/>
                <a:gd name="T10" fmla="*/ 338 w 354"/>
                <a:gd name="T11" fmla="*/ 127 h 288"/>
                <a:gd name="T12" fmla="*/ 338 w 354"/>
                <a:gd name="T13" fmla="*/ 69 h 288"/>
                <a:gd name="T14" fmla="*/ 281 w 354"/>
                <a:gd name="T15" fmla="*/ 12 h 288"/>
                <a:gd name="T16" fmla="*/ 252 w 354"/>
                <a:gd name="T17" fmla="*/ 0 h 288"/>
                <a:gd name="T18" fmla="*/ 224 w 354"/>
                <a:gd name="T19" fmla="*/ 12 h 288"/>
                <a:gd name="T20" fmla="*/ 177 w 354"/>
                <a:gd name="T21" fmla="*/ 59 h 288"/>
                <a:gd name="T22" fmla="*/ 130 w 354"/>
                <a:gd name="T23" fmla="*/ 12 h 288"/>
                <a:gd name="T24" fmla="*/ 101 w 354"/>
                <a:gd name="T2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4" h="288">
                  <a:moveTo>
                    <a:pt x="101" y="0"/>
                  </a:moveTo>
                  <a:cubicBezTo>
                    <a:pt x="91" y="0"/>
                    <a:pt x="80" y="4"/>
                    <a:pt x="73" y="12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0" y="85"/>
                    <a:pt x="0" y="111"/>
                    <a:pt x="15" y="127"/>
                  </a:cubicBezTo>
                  <a:cubicBezTo>
                    <a:pt x="177" y="288"/>
                    <a:pt x="177" y="288"/>
                    <a:pt x="177" y="288"/>
                  </a:cubicBezTo>
                  <a:cubicBezTo>
                    <a:pt x="338" y="127"/>
                    <a:pt x="338" y="127"/>
                    <a:pt x="338" y="127"/>
                  </a:cubicBezTo>
                  <a:cubicBezTo>
                    <a:pt x="354" y="111"/>
                    <a:pt x="354" y="85"/>
                    <a:pt x="338" y="69"/>
                  </a:cubicBezTo>
                  <a:cubicBezTo>
                    <a:pt x="281" y="12"/>
                    <a:pt x="281" y="12"/>
                    <a:pt x="281" y="12"/>
                  </a:cubicBezTo>
                  <a:cubicBezTo>
                    <a:pt x="273" y="4"/>
                    <a:pt x="263" y="0"/>
                    <a:pt x="252" y="0"/>
                  </a:cubicBezTo>
                  <a:cubicBezTo>
                    <a:pt x="242" y="0"/>
                    <a:pt x="232" y="4"/>
                    <a:pt x="224" y="12"/>
                  </a:cubicBezTo>
                  <a:cubicBezTo>
                    <a:pt x="177" y="59"/>
                    <a:pt x="177" y="59"/>
                    <a:pt x="177" y="59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22" y="4"/>
                    <a:pt x="111" y="0"/>
                    <a:pt x="10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CCA9C532-A3D9-4234-A91F-8BD0192B10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06527" y="2471186"/>
              <a:ext cx="233363" cy="239713"/>
            </a:xfrm>
            <a:custGeom>
              <a:avLst/>
              <a:gdLst>
                <a:gd name="T0" fmla="*/ 27 w 55"/>
                <a:gd name="T1" fmla="*/ 56 h 56"/>
                <a:gd name="T2" fmla="*/ 0 w 55"/>
                <a:gd name="T3" fmla="*/ 28 h 56"/>
                <a:gd name="T4" fmla="*/ 27 w 55"/>
                <a:gd name="T5" fmla="*/ 0 h 56"/>
                <a:gd name="T6" fmla="*/ 55 w 55"/>
                <a:gd name="T7" fmla="*/ 28 h 56"/>
                <a:gd name="T8" fmla="*/ 27 w 55"/>
                <a:gd name="T9" fmla="*/ 56 h 56"/>
                <a:gd name="T10" fmla="*/ 27 w 55"/>
                <a:gd name="T11" fmla="*/ 5 h 56"/>
                <a:gd name="T12" fmla="*/ 6 w 55"/>
                <a:gd name="T13" fmla="*/ 28 h 56"/>
                <a:gd name="T14" fmla="*/ 27 w 55"/>
                <a:gd name="T15" fmla="*/ 51 h 56"/>
                <a:gd name="T16" fmla="*/ 49 w 55"/>
                <a:gd name="T17" fmla="*/ 28 h 56"/>
                <a:gd name="T18" fmla="*/ 27 w 55"/>
                <a:gd name="T19" fmla="*/ 5 h 56"/>
                <a:gd name="T20" fmla="*/ 22 w 55"/>
                <a:gd name="T21" fmla="*/ 44 h 56"/>
                <a:gd name="T22" fmla="*/ 16 w 55"/>
                <a:gd name="T23" fmla="*/ 44 h 56"/>
                <a:gd name="T24" fmla="*/ 16 w 55"/>
                <a:gd name="T25" fmla="*/ 13 h 56"/>
                <a:gd name="T26" fmla="*/ 28 w 55"/>
                <a:gd name="T27" fmla="*/ 13 h 56"/>
                <a:gd name="T28" fmla="*/ 40 w 55"/>
                <a:gd name="T29" fmla="*/ 22 h 56"/>
                <a:gd name="T30" fmla="*/ 31 w 55"/>
                <a:gd name="T31" fmla="*/ 30 h 56"/>
                <a:gd name="T32" fmla="*/ 40 w 55"/>
                <a:gd name="T33" fmla="*/ 44 h 56"/>
                <a:gd name="T34" fmla="*/ 34 w 55"/>
                <a:gd name="T35" fmla="*/ 44 h 56"/>
                <a:gd name="T36" fmla="*/ 26 w 55"/>
                <a:gd name="T37" fmla="*/ 31 h 56"/>
                <a:gd name="T38" fmla="*/ 22 w 55"/>
                <a:gd name="T39" fmla="*/ 31 h 56"/>
                <a:gd name="T40" fmla="*/ 22 w 55"/>
                <a:gd name="T41" fmla="*/ 44 h 56"/>
                <a:gd name="T42" fmla="*/ 27 w 55"/>
                <a:gd name="T43" fmla="*/ 26 h 56"/>
                <a:gd name="T44" fmla="*/ 34 w 55"/>
                <a:gd name="T45" fmla="*/ 21 h 56"/>
                <a:gd name="T46" fmla="*/ 28 w 55"/>
                <a:gd name="T47" fmla="*/ 17 h 56"/>
                <a:gd name="T48" fmla="*/ 22 w 55"/>
                <a:gd name="T49" fmla="*/ 17 h 56"/>
                <a:gd name="T50" fmla="*/ 22 w 55"/>
                <a:gd name="T51" fmla="*/ 26 h 56"/>
                <a:gd name="T52" fmla="*/ 27 w 55"/>
                <a:gd name="T53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56">
                  <a:moveTo>
                    <a:pt x="27" y="56"/>
                  </a:moveTo>
                  <a:cubicBezTo>
                    <a:pt x="11" y="56"/>
                    <a:pt x="0" y="44"/>
                    <a:pt x="0" y="28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5" y="11"/>
                    <a:pt x="55" y="28"/>
                  </a:cubicBezTo>
                  <a:cubicBezTo>
                    <a:pt x="55" y="45"/>
                    <a:pt x="42" y="56"/>
                    <a:pt x="27" y="56"/>
                  </a:cubicBezTo>
                  <a:close/>
                  <a:moveTo>
                    <a:pt x="27" y="5"/>
                  </a:moveTo>
                  <a:cubicBezTo>
                    <a:pt x="15" y="5"/>
                    <a:pt x="6" y="14"/>
                    <a:pt x="6" y="28"/>
                  </a:cubicBezTo>
                  <a:cubicBezTo>
                    <a:pt x="6" y="41"/>
                    <a:pt x="14" y="51"/>
                    <a:pt x="27" y="51"/>
                  </a:cubicBezTo>
                  <a:cubicBezTo>
                    <a:pt x="39" y="51"/>
                    <a:pt x="49" y="42"/>
                    <a:pt x="49" y="28"/>
                  </a:cubicBezTo>
                  <a:cubicBezTo>
                    <a:pt x="49" y="14"/>
                    <a:pt x="39" y="5"/>
                    <a:pt x="27" y="5"/>
                  </a:cubicBezTo>
                  <a:close/>
                  <a:moveTo>
                    <a:pt x="22" y="44"/>
                  </a:moveTo>
                  <a:cubicBezTo>
                    <a:pt x="16" y="44"/>
                    <a:pt x="16" y="44"/>
                    <a:pt x="16" y="44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6" y="13"/>
                    <a:pt x="40" y="16"/>
                    <a:pt x="40" y="22"/>
                  </a:cubicBezTo>
                  <a:cubicBezTo>
                    <a:pt x="40" y="27"/>
                    <a:pt x="36" y="30"/>
                    <a:pt x="31" y="30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22" y="44"/>
                  </a:lnTo>
                  <a:close/>
                  <a:moveTo>
                    <a:pt x="27" y="26"/>
                  </a:moveTo>
                  <a:cubicBezTo>
                    <a:pt x="31" y="26"/>
                    <a:pt x="34" y="26"/>
                    <a:pt x="34" y="21"/>
                  </a:cubicBezTo>
                  <a:cubicBezTo>
                    <a:pt x="34" y="18"/>
                    <a:pt x="31" y="17"/>
                    <a:pt x="28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26"/>
                    <a:pt x="22" y="26"/>
                    <a:pt x="22" y="26"/>
                  </a:cubicBezTo>
                  <a:lnTo>
                    <a:pt x="27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15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3474" y="3718012"/>
            <a:ext cx="3493918" cy="2023033"/>
          </a:xfrm>
          <a:noFill/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1200"/>
              </a:spcBef>
              <a:buClrTx/>
              <a:buFont typeface="Arial"/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0" indent="0" algn="ctr">
              <a:spcBef>
                <a:spcPts val="1200"/>
              </a:spcBef>
              <a:buClrTx/>
              <a:buFontTx/>
              <a:buNone/>
              <a:defRPr sz="1500">
                <a:solidFill>
                  <a:schemeClr val="tx2"/>
                </a:solidFill>
              </a:defRPr>
            </a:lvl2pPr>
            <a:lvl3pPr marL="404813" indent="-173038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3pPr>
            <a:lvl4pPr marL="631825" indent="-174625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4pPr>
            <a:lvl5pPr marL="804863" indent="-173038"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600">
                <a:solidFill>
                  <a:schemeClr val="tx2"/>
                </a:solidFill>
              </a:defRPr>
            </a:lvl5pPr>
            <a:lvl6pPr marL="977900" indent="-177800">
              <a:buClrTx/>
              <a:defRPr sz="1600"/>
            </a:lvl6pPr>
            <a:lvl7pPr marL="1143000" indent="-165100">
              <a:buClrTx/>
              <a:defRPr sz="1600"/>
            </a:lvl7pPr>
            <a:lvl8pPr marL="1320800" indent="-177800">
              <a:buClrTx/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1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380297" y="3718012"/>
            <a:ext cx="3493918" cy="2023033"/>
          </a:xfrm>
          <a:noFill/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1200"/>
              </a:spcBef>
              <a:buClrTx/>
              <a:buFont typeface="Arial"/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0" indent="0" algn="ctr">
              <a:spcBef>
                <a:spcPts val="1200"/>
              </a:spcBef>
              <a:buClrTx/>
              <a:buFontTx/>
              <a:buNone/>
              <a:defRPr sz="1500">
                <a:solidFill>
                  <a:schemeClr val="bg1"/>
                </a:solidFill>
              </a:defRPr>
            </a:lvl2pPr>
            <a:lvl3pPr marL="231775" indent="0">
              <a:spcBef>
                <a:spcPts val="600"/>
              </a:spcBef>
              <a:buClr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3pPr>
            <a:lvl4pPr marL="631825" indent="-174625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804863" indent="-173038"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600">
                <a:solidFill>
                  <a:schemeClr val="bg1"/>
                </a:solidFill>
              </a:defRPr>
            </a:lvl5pPr>
            <a:lvl6pPr>
              <a:spcBef>
                <a:spcPts val="600"/>
              </a:spcBef>
              <a:buClrTx/>
              <a:defRPr sz="1600">
                <a:solidFill>
                  <a:schemeClr val="bg1"/>
                </a:solidFill>
              </a:defRPr>
            </a:lvl6pPr>
            <a:lvl7pPr>
              <a:spcBef>
                <a:spcPts val="600"/>
              </a:spcBef>
              <a:buClrTx/>
              <a:defRPr sz="1600">
                <a:solidFill>
                  <a:schemeClr val="bg1"/>
                </a:solidFill>
              </a:defRPr>
            </a:lvl7pPr>
            <a:lvl8pPr>
              <a:spcBef>
                <a:spcPts val="600"/>
              </a:spcBef>
              <a:buClrTx/>
              <a:defRPr sz="1600">
                <a:solidFill>
                  <a:schemeClr val="bg1"/>
                </a:solidFill>
              </a:defRPr>
            </a:lvl8pPr>
            <a:lvl9pPr>
              <a:defRPr sz="1600"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</p:spTree>
    <p:extLst>
      <p:ext uri="{BB962C8B-B14F-4D97-AF65-F5344CB8AC3E}">
        <p14:creationId xmlns:p14="http://schemas.microsoft.com/office/powerpoint/2010/main" val="3217386717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FACB8A6-3813-48D2-B8CE-038DD1E42B32}"/>
              </a:ext>
            </a:extLst>
          </p:cNvPr>
          <p:cNvSpPr/>
          <p:nvPr userDrawn="1"/>
        </p:nvSpPr>
        <p:spPr>
          <a:xfrm>
            <a:off x="218718" y="6241774"/>
            <a:ext cx="5587246" cy="616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FE79D5-35B2-49F2-B15D-DA1A165F3786}"/>
              </a:ext>
            </a:extLst>
          </p:cNvPr>
          <p:cNvSpPr/>
          <p:nvPr userDrawn="1"/>
        </p:nvSpPr>
        <p:spPr>
          <a:xfrm>
            <a:off x="4062895" y="0"/>
            <a:ext cx="4058151" cy="6858000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E8E372-A3D9-43BC-A3BE-4011C8DA5B98}"/>
              </a:ext>
            </a:extLst>
          </p:cNvPr>
          <p:cNvSpPr/>
          <p:nvPr userDrawn="1"/>
        </p:nvSpPr>
        <p:spPr>
          <a:xfrm>
            <a:off x="8121046" y="0"/>
            <a:ext cx="407095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FDE6AD5-F9DF-408C-8730-856FE7DF1AC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55279" y="6373316"/>
            <a:ext cx="1279513" cy="157138"/>
            <a:chOff x="1011652" y="1504398"/>
            <a:chExt cx="10028238" cy="1231900"/>
          </a:xfrm>
          <a:solidFill>
            <a:schemeClr val="bg1"/>
          </a:solidFill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EAEBFD24-EC09-43D3-99D6-42D3AFF5C6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17027" y="1539323"/>
              <a:ext cx="4808538" cy="1189038"/>
            </a:xfrm>
            <a:custGeom>
              <a:avLst/>
              <a:gdLst>
                <a:gd name="T0" fmla="*/ 701 w 1134"/>
                <a:gd name="T1" fmla="*/ 273 h 278"/>
                <a:gd name="T2" fmla="*/ 675 w 1134"/>
                <a:gd name="T3" fmla="*/ 248 h 278"/>
                <a:gd name="T4" fmla="*/ 701 w 1134"/>
                <a:gd name="T5" fmla="*/ 109 h 278"/>
                <a:gd name="T6" fmla="*/ 645 w 1134"/>
                <a:gd name="T7" fmla="*/ 84 h 278"/>
                <a:gd name="T8" fmla="*/ 576 w 1134"/>
                <a:gd name="T9" fmla="*/ 79 h 278"/>
                <a:gd name="T10" fmla="*/ 576 w 1134"/>
                <a:gd name="T11" fmla="*/ 278 h 278"/>
                <a:gd name="T12" fmla="*/ 645 w 1134"/>
                <a:gd name="T13" fmla="*/ 273 h 278"/>
                <a:gd name="T14" fmla="*/ 426 w 1134"/>
                <a:gd name="T15" fmla="*/ 222 h 278"/>
                <a:gd name="T16" fmla="*/ 299 w 1134"/>
                <a:gd name="T17" fmla="*/ 189 h 278"/>
                <a:gd name="T18" fmla="*/ 461 w 1134"/>
                <a:gd name="T19" fmla="*/ 175 h 278"/>
                <a:gd name="T20" fmla="*/ 267 w 1134"/>
                <a:gd name="T21" fmla="*/ 178 h 278"/>
                <a:gd name="T22" fmla="*/ 456 w 1134"/>
                <a:gd name="T23" fmla="*/ 222 h 278"/>
                <a:gd name="T24" fmla="*/ 59 w 1134"/>
                <a:gd name="T25" fmla="*/ 25 h 278"/>
                <a:gd name="T26" fmla="*/ 86 w 1134"/>
                <a:gd name="T27" fmla="*/ 0 h 278"/>
                <a:gd name="T28" fmla="*/ 0 w 1134"/>
                <a:gd name="T29" fmla="*/ 25 h 278"/>
                <a:gd name="T30" fmla="*/ 27 w 1134"/>
                <a:gd name="T31" fmla="*/ 247 h 278"/>
                <a:gd name="T32" fmla="*/ 0 w 1134"/>
                <a:gd name="T33" fmla="*/ 273 h 278"/>
                <a:gd name="T34" fmla="*/ 86 w 1134"/>
                <a:gd name="T35" fmla="*/ 247 h 278"/>
                <a:gd name="T36" fmla="*/ 59 w 1134"/>
                <a:gd name="T37" fmla="*/ 138 h 278"/>
                <a:gd name="T38" fmla="*/ 196 w 1134"/>
                <a:gd name="T39" fmla="*/ 247 h 278"/>
                <a:gd name="T40" fmla="*/ 168 w 1134"/>
                <a:gd name="T41" fmla="*/ 273 h 278"/>
                <a:gd name="T42" fmla="*/ 255 w 1134"/>
                <a:gd name="T43" fmla="*/ 247 h 278"/>
                <a:gd name="T44" fmla="*/ 227 w 1134"/>
                <a:gd name="T45" fmla="*/ 25 h 278"/>
                <a:gd name="T46" fmla="*/ 255 w 1134"/>
                <a:gd name="T47" fmla="*/ 0 h 278"/>
                <a:gd name="T48" fmla="*/ 168 w 1134"/>
                <a:gd name="T49" fmla="*/ 25 h 278"/>
                <a:gd name="T50" fmla="*/ 196 w 1134"/>
                <a:gd name="T51" fmla="*/ 114 h 278"/>
                <a:gd name="T52" fmla="*/ 996 w 1134"/>
                <a:gd name="T53" fmla="*/ 248 h 278"/>
                <a:gd name="T54" fmla="*/ 971 w 1134"/>
                <a:gd name="T55" fmla="*/ 163 h 278"/>
                <a:gd name="T56" fmla="*/ 1078 w 1134"/>
                <a:gd name="T57" fmla="*/ 163 h 278"/>
                <a:gd name="T58" fmla="*/ 1053 w 1134"/>
                <a:gd name="T59" fmla="*/ 248 h 278"/>
                <a:gd name="T60" fmla="*/ 1134 w 1134"/>
                <a:gd name="T61" fmla="*/ 273 h 278"/>
                <a:gd name="T62" fmla="*/ 1109 w 1134"/>
                <a:gd name="T63" fmla="*/ 248 h 278"/>
                <a:gd name="T64" fmla="*/ 1030 w 1134"/>
                <a:gd name="T65" fmla="*/ 79 h 278"/>
                <a:gd name="T66" fmla="*/ 971 w 1134"/>
                <a:gd name="T67" fmla="*/ 0 h 278"/>
                <a:gd name="T68" fmla="*/ 915 w 1134"/>
                <a:gd name="T69" fmla="*/ 24 h 278"/>
                <a:gd name="T70" fmla="*/ 940 w 1134"/>
                <a:gd name="T71" fmla="*/ 248 h 278"/>
                <a:gd name="T72" fmla="*/ 915 w 1134"/>
                <a:gd name="T73" fmla="*/ 273 h 278"/>
                <a:gd name="T74" fmla="*/ 996 w 1134"/>
                <a:gd name="T75" fmla="*/ 248 h 278"/>
                <a:gd name="T76" fmla="*/ 580 w 1134"/>
                <a:gd name="T77" fmla="*/ 104 h 278"/>
                <a:gd name="T78" fmla="*/ 580 w 1134"/>
                <a:gd name="T79" fmla="*/ 252 h 278"/>
                <a:gd name="T80" fmla="*/ 366 w 1134"/>
                <a:gd name="T81" fmla="*/ 104 h 278"/>
                <a:gd name="T82" fmla="*/ 299 w 1134"/>
                <a:gd name="T83" fmla="*/ 164 h 278"/>
                <a:gd name="T84" fmla="*/ 859 w 1134"/>
                <a:gd name="T85" fmla="*/ 224 h 278"/>
                <a:gd name="T86" fmla="*/ 897 w 1134"/>
                <a:gd name="T87" fmla="*/ 109 h 278"/>
                <a:gd name="T88" fmla="*/ 859 w 1134"/>
                <a:gd name="T89" fmla="*/ 84 h 278"/>
                <a:gd name="T90" fmla="*/ 829 w 1134"/>
                <a:gd name="T91" fmla="*/ 36 h 278"/>
                <a:gd name="T92" fmla="*/ 799 w 1134"/>
                <a:gd name="T93" fmla="*/ 84 h 278"/>
                <a:gd name="T94" fmla="*/ 829 w 1134"/>
                <a:gd name="T95" fmla="*/ 109 h 278"/>
                <a:gd name="T96" fmla="*/ 879 w 1134"/>
                <a:gd name="T97" fmla="*/ 275 h 278"/>
                <a:gd name="T98" fmla="*/ 897 w 1134"/>
                <a:gd name="T99" fmla="*/ 248 h 278"/>
                <a:gd name="T100" fmla="*/ 859 w 1134"/>
                <a:gd name="T101" fmla="*/ 224 h 278"/>
                <a:gd name="T102" fmla="*/ 801 w 1134"/>
                <a:gd name="T103" fmla="*/ 273 h 278"/>
                <a:gd name="T104" fmla="*/ 787 w 1134"/>
                <a:gd name="T105" fmla="*/ 249 h 278"/>
                <a:gd name="T106" fmla="*/ 768 w 1134"/>
                <a:gd name="T107" fmla="*/ 0 h 278"/>
                <a:gd name="T108" fmla="*/ 712 w 1134"/>
                <a:gd name="T109" fmla="*/ 24 h 278"/>
                <a:gd name="T110" fmla="*/ 737 w 1134"/>
                <a:gd name="T111" fmla="*/ 224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34" h="278">
                  <a:moveTo>
                    <a:pt x="645" y="273"/>
                  </a:moveTo>
                  <a:cubicBezTo>
                    <a:pt x="701" y="273"/>
                    <a:pt x="701" y="273"/>
                    <a:pt x="701" y="273"/>
                  </a:cubicBezTo>
                  <a:cubicBezTo>
                    <a:pt x="701" y="248"/>
                    <a:pt x="701" y="248"/>
                    <a:pt x="701" y="248"/>
                  </a:cubicBezTo>
                  <a:cubicBezTo>
                    <a:pt x="675" y="248"/>
                    <a:pt x="675" y="248"/>
                    <a:pt x="675" y="248"/>
                  </a:cubicBezTo>
                  <a:cubicBezTo>
                    <a:pt x="675" y="109"/>
                    <a:pt x="675" y="109"/>
                    <a:pt x="675" y="109"/>
                  </a:cubicBezTo>
                  <a:cubicBezTo>
                    <a:pt x="701" y="109"/>
                    <a:pt x="701" y="109"/>
                    <a:pt x="701" y="109"/>
                  </a:cubicBezTo>
                  <a:cubicBezTo>
                    <a:pt x="701" y="84"/>
                    <a:pt x="701" y="84"/>
                    <a:pt x="701" y="84"/>
                  </a:cubicBezTo>
                  <a:cubicBezTo>
                    <a:pt x="645" y="84"/>
                    <a:pt x="645" y="84"/>
                    <a:pt x="645" y="84"/>
                  </a:cubicBezTo>
                  <a:cubicBezTo>
                    <a:pt x="645" y="112"/>
                    <a:pt x="645" y="112"/>
                    <a:pt x="645" y="112"/>
                  </a:cubicBezTo>
                  <a:cubicBezTo>
                    <a:pt x="629" y="91"/>
                    <a:pt x="605" y="79"/>
                    <a:pt x="576" y="79"/>
                  </a:cubicBezTo>
                  <a:cubicBezTo>
                    <a:pt x="523" y="79"/>
                    <a:pt x="483" y="122"/>
                    <a:pt x="483" y="178"/>
                  </a:cubicBezTo>
                  <a:cubicBezTo>
                    <a:pt x="483" y="235"/>
                    <a:pt x="523" y="278"/>
                    <a:pt x="576" y="278"/>
                  </a:cubicBezTo>
                  <a:cubicBezTo>
                    <a:pt x="605" y="278"/>
                    <a:pt x="629" y="265"/>
                    <a:pt x="645" y="245"/>
                  </a:cubicBezTo>
                  <a:lnTo>
                    <a:pt x="645" y="273"/>
                  </a:lnTo>
                  <a:close/>
                  <a:moveTo>
                    <a:pt x="456" y="222"/>
                  </a:moveTo>
                  <a:cubicBezTo>
                    <a:pt x="426" y="222"/>
                    <a:pt x="426" y="222"/>
                    <a:pt x="426" y="222"/>
                  </a:cubicBezTo>
                  <a:cubicBezTo>
                    <a:pt x="415" y="241"/>
                    <a:pt x="395" y="253"/>
                    <a:pt x="367" y="253"/>
                  </a:cubicBezTo>
                  <a:cubicBezTo>
                    <a:pt x="325" y="253"/>
                    <a:pt x="302" y="227"/>
                    <a:pt x="299" y="189"/>
                  </a:cubicBezTo>
                  <a:cubicBezTo>
                    <a:pt x="461" y="189"/>
                    <a:pt x="461" y="189"/>
                    <a:pt x="461" y="189"/>
                  </a:cubicBezTo>
                  <a:cubicBezTo>
                    <a:pt x="461" y="175"/>
                    <a:pt x="461" y="175"/>
                    <a:pt x="461" y="175"/>
                  </a:cubicBezTo>
                  <a:cubicBezTo>
                    <a:pt x="461" y="118"/>
                    <a:pt x="424" y="79"/>
                    <a:pt x="366" y="79"/>
                  </a:cubicBezTo>
                  <a:cubicBezTo>
                    <a:pt x="308" y="79"/>
                    <a:pt x="267" y="120"/>
                    <a:pt x="267" y="178"/>
                  </a:cubicBezTo>
                  <a:cubicBezTo>
                    <a:pt x="267" y="237"/>
                    <a:pt x="308" y="278"/>
                    <a:pt x="366" y="278"/>
                  </a:cubicBezTo>
                  <a:cubicBezTo>
                    <a:pt x="409" y="278"/>
                    <a:pt x="442" y="257"/>
                    <a:pt x="456" y="222"/>
                  </a:cubicBezTo>
                  <a:moveTo>
                    <a:pt x="59" y="114"/>
                  </a:moveTo>
                  <a:cubicBezTo>
                    <a:pt x="59" y="25"/>
                    <a:pt x="59" y="25"/>
                    <a:pt x="59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47"/>
                    <a:pt x="27" y="247"/>
                    <a:pt x="27" y="24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6" y="273"/>
                    <a:pt x="86" y="273"/>
                    <a:pt x="86" y="273"/>
                  </a:cubicBezTo>
                  <a:cubicBezTo>
                    <a:pt x="86" y="247"/>
                    <a:pt x="86" y="247"/>
                    <a:pt x="86" y="247"/>
                  </a:cubicBezTo>
                  <a:cubicBezTo>
                    <a:pt x="59" y="247"/>
                    <a:pt x="59" y="247"/>
                    <a:pt x="59" y="247"/>
                  </a:cubicBezTo>
                  <a:cubicBezTo>
                    <a:pt x="59" y="138"/>
                    <a:pt x="59" y="138"/>
                    <a:pt x="59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6" y="247"/>
                    <a:pt x="196" y="247"/>
                    <a:pt x="196" y="247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73"/>
                    <a:pt x="168" y="273"/>
                    <a:pt x="168" y="273"/>
                  </a:cubicBezTo>
                  <a:cubicBezTo>
                    <a:pt x="255" y="273"/>
                    <a:pt x="255" y="273"/>
                    <a:pt x="255" y="273"/>
                  </a:cubicBezTo>
                  <a:cubicBezTo>
                    <a:pt x="255" y="247"/>
                    <a:pt x="255" y="247"/>
                    <a:pt x="255" y="247"/>
                  </a:cubicBezTo>
                  <a:cubicBezTo>
                    <a:pt x="227" y="247"/>
                    <a:pt x="227" y="247"/>
                    <a:pt x="227" y="247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196" y="25"/>
                    <a:pt x="196" y="25"/>
                    <a:pt x="196" y="25"/>
                  </a:cubicBezTo>
                  <a:cubicBezTo>
                    <a:pt x="196" y="114"/>
                    <a:pt x="196" y="114"/>
                    <a:pt x="196" y="114"/>
                  </a:cubicBezTo>
                  <a:lnTo>
                    <a:pt x="59" y="114"/>
                  </a:lnTo>
                  <a:close/>
                  <a:moveTo>
                    <a:pt x="996" y="248"/>
                  </a:moveTo>
                  <a:cubicBezTo>
                    <a:pt x="971" y="248"/>
                    <a:pt x="971" y="248"/>
                    <a:pt x="971" y="248"/>
                  </a:cubicBezTo>
                  <a:cubicBezTo>
                    <a:pt x="971" y="163"/>
                    <a:pt x="971" y="163"/>
                    <a:pt x="971" y="163"/>
                  </a:cubicBezTo>
                  <a:cubicBezTo>
                    <a:pt x="971" y="124"/>
                    <a:pt x="991" y="104"/>
                    <a:pt x="1026" y="104"/>
                  </a:cubicBezTo>
                  <a:cubicBezTo>
                    <a:pt x="1058" y="104"/>
                    <a:pt x="1078" y="124"/>
                    <a:pt x="1078" y="163"/>
                  </a:cubicBezTo>
                  <a:cubicBezTo>
                    <a:pt x="1078" y="248"/>
                    <a:pt x="1078" y="248"/>
                    <a:pt x="1078" y="248"/>
                  </a:cubicBezTo>
                  <a:cubicBezTo>
                    <a:pt x="1053" y="248"/>
                    <a:pt x="1053" y="248"/>
                    <a:pt x="1053" y="248"/>
                  </a:cubicBezTo>
                  <a:cubicBezTo>
                    <a:pt x="1053" y="273"/>
                    <a:pt x="1053" y="273"/>
                    <a:pt x="1053" y="273"/>
                  </a:cubicBezTo>
                  <a:cubicBezTo>
                    <a:pt x="1134" y="273"/>
                    <a:pt x="1134" y="273"/>
                    <a:pt x="1134" y="273"/>
                  </a:cubicBezTo>
                  <a:cubicBezTo>
                    <a:pt x="1134" y="248"/>
                    <a:pt x="1134" y="248"/>
                    <a:pt x="1134" y="248"/>
                  </a:cubicBezTo>
                  <a:cubicBezTo>
                    <a:pt x="1109" y="248"/>
                    <a:pt x="1109" y="248"/>
                    <a:pt x="1109" y="248"/>
                  </a:cubicBezTo>
                  <a:cubicBezTo>
                    <a:pt x="1109" y="163"/>
                    <a:pt x="1109" y="163"/>
                    <a:pt x="1109" y="163"/>
                  </a:cubicBezTo>
                  <a:cubicBezTo>
                    <a:pt x="1109" y="117"/>
                    <a:pt x="1081" y="79"/>
                    <a:pt x="1030" y="79"/>
                  </a:cubicBezTo>
                  <a:cubicBezTo>
                    <a:pt x="1003" y="79"/>
                    <a:pt x="983" y="89"/>
                    <a:pt x="971" y="105"/>
                  </a:cubicBezTo>
                  <a:cubicBezTo>
                    <a:pt x="971" y="0"/>
                    <a:pt x="971" y="0"/>
                    <a:pt x="971" y="0"/>
                  </a:cubicBezTo>
                  <a:cubicBezTo>
                    <a:pt x="915" y="0"/>
                    <a:pt x="915" y="0"/>
                    <a:pt x="915" y="0"/>
                  </a:cubicBezTo>
                  <a:cubicBezTo>
                    <a:pt x="915" y="24"/>
                    <a:pt x="915" y="24"/>
                    <a:pt x="915" y="24"/>
                  </a:cubicBezTo>
                  <a:cubicBezTo>
                    <a:pt x="940" y="24"/>
                    <a:pt x="940" y="24"/>
                    <a:pt x="940" y="24"/>
                  </a:cubicBezTo>
                  <a:cubicBezTo>
                    <a:pt x="940" y="248"/>
                    <a:pt x="940" y="248"/>
                    <a:pt x="940" y="248"/>
                  </a:cubicBezTo>
                  <a:cubicBezTo>
                    <a:pt x="915" y="248"/>
                    <a:pt x="915" y="248"/>
                    <a:pt x="915" y="248"/>
                  </a:cubicBezTo>
                  <a:cubicBezTo>
                    <a:pt x="915" y="273"/>
                    <a:pt x="915" y="273"/>
                    <a:pt x="915" y="273"/>
                  </a:cubicBezTo>
                  <a:cubicBezTo>
                    <a:pt x="996" y="273"/>
                    <a:pt x="996" y="273"/>
                    <a:pt x="996" y="273"/>
                  </a:cubicBezTo>
                  <a:lnTo>
                    <a:pt x="996" y="248"/>
                  </a:lnTo>
                  <a:close/>
                  <a:moveTo>
                    <a:pt x="514" y="178"/>
                  </a:moveTo>
                  <a:cubicBezTo>
                    <a:pt x="514" y="135"/>
                    <a:pt x="542" y="104"/>
                    <a:pt x="580" y="104"/>
                  </a:cubicBezTo>
                  <a:cubicBezTo>
                    <a:pt x="619" y="104"/>
                    <a:pt x="646" y="136"/>
                    <a:pt x="646" y="178"/>
                  </a:cubicBezTo>
                  <a:cubicBezTo>
                    <a:pt x="646" y="221"/>
                    <a:pt x="619" y="252"/>
                    <a:pt x="580" y="252"/>
                  </a:cubicBezTo>
                  <a:cubicBezTo>
                    <a:pt x="542" y="252"/>
                    <a:pt x="514" y="221"/>
                    <a:pt x="514" y="178"/>
                  </a:cubicBezTo>
                  <a:moveTo>
                    <a:pt x="366" y="104"/>
                  </a:moveTo>
                  <a:cubicBezTo>
                    <a:pt x="406" y="104"/>
                    <a:pt x="427" y="133"/>
                    <a:pt x="430" y="164"/>
                  </a:cubicBezTo>
                  <a:cubicBezTo>
                    <a:pt x="299" y="164"/>
                    <a:pt x="299" y="164"/>
                    <a:pt x="299" y="164"/>
                  </a:cubicBezTo>
                  <a:cubicBezTo>
                    <a:pt x="302" y="130"/>
                    <a:pt x="326" y="104"/>
                    <a:pt x="366" y="104"/>
                  </a:cubicBezTo>
                  <a:moveTo>
                    <a:pt x="859" y="224"/>
                  </a:moveTo>
                  <a:cubicBezTo>
                    <a:pt x="859" y="109"/>
                    <a:pt x="859" y="109"/>
                    <a:pt x="859" y="109"/>
                  </a:cubicBezTo>
                  <a:cubicBezTo>
                    <a:pt x="897" y="109"/>
                    <a:pt x="897" y="109"/>
                    <a:pt x="897" y="109"/>
                  </a:cubicBezTo>
                  <a:cubicBezTo>
                    <a:pt x="897" y="84"/>
                    <a:pt x="897" y="84"/>
                    <a:pt x="897" y="84"/>
                  </a:cubicBezTo>
                  <a:cubicBezTo>
                    <a:pt x="859" y="84"/>
                    <a:pt x="859" y="84"/>
                    <a:pt x="859" y="84"/>
                  </a:cubicBezTo>
                  <a:cubicBezTo>
                    <a:pt x="859" y="36"/>
                    <a:pt x="859" y="36"/>
                    <a:pt x="859" y="36"/>
                  </a:cubicBezTo>
                  <a:cubicBezTo>
                    <a:pt x="829" y="36"/>
                    <a:pt x="829" y="36"/>
                    <a:pt x="829" y="36"/>
                  </a:cubicBezTo>
                  <a:cubicBezTo>
                    <a:pt x="829" y="84"/>
                    <a:pt x="829" y="84"/>
                    <a:pt x="829" y="84"/>
                  </a:cubicBezTo>
                  <a:cubicBezTo>
                    <a:pt x="799" y="84"/>
                    <a:pt x="799" y="84"/>
                    <a:pt x="799" y="84"/>
                  </a:cubicBezTo>
                  <a:cubicBezTo>
                    <a:pt x="799" y="109"/>
                    <a:pt x="799" y="109"/>
                    <a:pt x="799" y="109"/>
                  </a:cubicBezTo>
                  <a:cubicBezTo>
                    <a:pt x="829" y="109"/>
                    <a:pt x="829" y="109"/>
                    <a:pt x="829" y="109"/>
                  </a:cubicBezTo>
                  <a:cubicBezTo>
                    <a:pt x="829" y="225"/>
                    <a:pt x="829" y="225"/>
                    <a:pt x="829" y="225"/>
                  </a:cubicBezTo>
                  <a:cubicBezTo>
                    <a:pt x="829" y="259"/>
                    <a:pt x="844" y="275"/>
                    <a:pt x="879" y="275"/>
                  </a:cubicBezTo>
                  <a:cubicBezTo>
                    <a:pt x="884" y="275"/>
                    <a:pt x="893" y="274"/>
                    <a:pt x="897" y="273"/>
                  </a:cubicBezTo>
                  <a:cubicBezTo>
                    <a:pt x="897" y="248"/>
                    <a:pt x="897" y="248"/>
                    <a:pt x="897" y="248"/>
                  </a:cubicBezTo>
                  <a:cubicBezTo>
                    <a:pt x="892" y="249"/>
                    <a:pt x="886" y="249"/>
                    <a:pt x="882" y="249"/>
                  </a:cubicBezTo>
                  <a:cubicBezTo>
                    <a:pt x="866" y="249"/>
                    <a:pt x="859" y="244"/>
                    <a:pt x="859" y="224"/>
                  </a:cubicBezTo>
                  <a:moveTo>
                    <a:pt x="783" y="275"/>
                  </a:moveTo>
                  <a:cubicBezTo>
                    <a:pt x="789" y="275"/>
                    <a:pt x="797" y="274"/>
                    <a:pt x="801" y="273"/>
                  </a:cubicBezTo>
                  <a:cubicBezTo>
                    <a:pt x="801" y="248"/>
                    <a:pt x="801" y="248"/>
                    <a:pt x="801" y="248"/>
                  </a:cubicBezTo>
                  <a:cubicBezTo>
                    <a:pt x="795" y="249"/>
                    <a:pt x="791" y="249"/>
                    <a:pt x="787" y="249"/>
                  </a:cubicBezTo>
                  <a:cubicBezTo>
                    <a:pt x="774" y="249"/>
                    <a:pt x="768" y="243"/>
                    <a:pt x="768" y="222"/>
                  </a:cubicBezTo>
                  <a:cubicBezTo>
                    <a:pt x="768" y="0"/>
                    <a:pt x="768" y="0"/>
                    <a:pt x="768" y="0"/>
                  </a:cubicBezTo>
                  <a:cubicBezTo>
                    <a:pt x="712" y="0"/>
                    <a:pt x="712" y="0"/>
                    <a:pt x="712" y="0"/>
                  </a:cubicBezTo>
                  <a:cubicBezTo>
                    <a:pt x="712" y="24"/>
                    <a:pt x="712" y="24"/>
                    <a:pt x="712" y="24"/>
                  </a:cubicBezTo>
                  <a:cubicBezTo>
                    <a:pt x="737" y="24"/>
                    <a:pt x="737" y="24"/>
                    <a:pt x="737" y="24"/>
                  </a:cubicBezTo>
                  <a:cubicBezTo>
                    <a:pt x="737" y="224"/>
                    <a:pt x="737" y="224"/>
                    <a:pt x="737" y="224"/>
                  </a:cubicBezTo>
                  <a:cubicBezTo>
                    <a:pt x="737" y="257"/>
                    <a:pt x="751" y="275"/>
                    <a:pt x="783" y="27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61D17F69-D687-48A8-8300-CE89003EF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7202" y="1504398"/>
              <a:ext cx="1030288" cy="1231900"/>
            </a:xfrm>
            <a:custGeom>
              <a:avLst/>
              <a:gdLst>
                <a:gd name="T0" fmla="*/ 85 w 243"/>
                <a:gd name="T1" fmla="*/ 195 h 288"/>
                <a:gd name="T2" fmla="*/ 125 w 243"/>
                <a:gd name="T3" fmla="*/ 223 h 288"/>
                <a:gd name="T4" fmla="*/ 158 w 243"/>
                <a:gd name="T5" fmla="*/ 203 h 288"/>
                <a:gd name="T6" fmla="*/ 110 w 243"/>
                <a:gd name="T7" fmla="*/ 176 h 288"/>
                <a:gd name="T8" fmla="*/ 36 w 243"/>
                <a:gd name="T9" fmla="*/ 150 h 288"/>
                <a:gd name="T10" fmla="*/ 5 w 243"/>
                <a:gd name="T11" fmla="*/ 87 h 288"/>
                <a:gd name="T12" fmla="*/ 119 w 243"/>
                <a:gd name="T13" fmla="*/ 0 h 288"/>
                <a:gd name="T14" fmla="*/ 236 w 243"/>
                <a:gd name="T15" fmla="*/ 86 h 288"/>
                <a:gd name="T16" fmla="*/ 153 w 243"/>
                <a:gd name="T17" fmla="*/ 86 h 288"/>
                <a:gd name="T18" fmla="*/ 118 w 243"/>
                <a:gd name="T19" fmla="*/ 62 h 288"/>
                <a:gd name="T20" fmla="*/ 90 w 243"/>
                <a:gd name="T21" fmla="*/ 80 h 288"/>
                <a:gd name="T22" fmla="*/ 130 w 243"/>
                <a:gd name="T23" fmla="*/ 104 h 288"/>
                <a:gd name="T24" fmla="*/ 208 w 243"/>
                <a:gd name="T25" fmla="*/ 130 h 288"/>
                <a:gd name="T26" fmla="*/ 243 w 243"/>
                <a:gd name="T27" fmla="*/ 194 h 288"/>
                <a:gd name="T28" fmla="*/ 122 w 243"/>
                <a:gd name="T29" fmla="*/ 288 h 288"/>
                <a:gd name="T30" fmla="*/ 0 w 243"/>
                <a:gd name="T31" fmla="*/ 195 h 288"/>
                <a:gd name="T32" fmla="*/ 85 w 243"/>
                <a:gd name="T33" fmla="*/ 195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288">
                  <a:moveTo>
                    <a:pt x="85" y="195"/>
                  </a:moveTo>
                  <a:cubicBezTo>
                    <a:pt x="90" y="216"/>
                    <a:pt x="101" y="223"/>
                    <a:pt x="125" y="223"/>
                  </a:cubicBezTo>
                  <a:cubicBezTo>
                    <a:pt x="146" y="223"/>
                    <a:pt x="158" y="215"/>
                    <a:pt x="158" y="203"/>
                  </a:cubicBezTo>
                  <a:cubicBezTo>
                    <a:pt x="158" y="186"/>
                    <a:pt x="142" y="185"/>
                    <a:pt x="110" y="176"/>
                  </a:cubicBezTo>
                  <a:cubicBezTo>
                    <a:pt x="72" y="166"/>
                    <a:pt x="48" y="158"/>
                    <a:pt x="36" y="150"/>
                  </a:cubicBezTo>
                  <a:cubicBezTo>
                    <a:pt x="15" y="135"/>
                    <a:pt x="5" y="114"/>
                    <a:pt x="5" y="87"/>
                  </a:cubicBezTo>
                  <a:cubicBezTo>
                    <a:pt x="5" y="34"/>
                    <a:pt x="47" y="0"/>
                    <a:pt x="119" y="0"/>
                  </a:cubicBezTo>
                  <a:cubicBezTo>
                    <a:pt x="189" y="0"/>
                    <a:pt x="231" y="31"/>
                    <a:pt x="236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0" y="70"/>
                    <a:pt x="139" y="62"/>
                    <a:pt x="118" y="62"/>
                  </a:cubicBezTo>
                  <a:cubicBezTo>
                    <a:pt x="99" y="62"/>
                    <a:pt x="90" y="68"/>
                    <a:pt x="90" y="80"/>
                  </a:cubicBezTo>
                  <a:cubicBezTo>
                    <a:pt x="90" y="95"/>
                    <a:pt x="104" y="98"/>
                    <a:pt x="130" y="104"/>
                  </a:cubicBezTo>
                  <a:cubicBezTo>
                    <a:pt x="164" y="113"/>
                    <a:pt x="191" y="119"/>
                    <a:pt x="208" y="130"/>
                  </a:cubicBezTo>
                  <a:cubicBezTo>
                    <a:pt x="232" y="146"/>
                    <a:pt x="243" y="166"/>
                    <a:pt x="243" y="194"/>
                  </a:cubicBezTo>
                  <a:cubicBezTo>
                    <a:pt x="243" y="253"/>
                    <a:pt x="201" y="288"/>
                    <a:pt x="122" y="288"/>
                  </a:cubicBezTo>
                  <a:cubicBezTo>
                    <a:pt x="48" y="288"/>
                    <a:pt x="6" y="253"/>
                    <a:pt x="0" y="195"/>
                  </a:cubicBezTo>
                  <a:lnTo>
                    <a:pt x="85" y="1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CD4BE64E-7ABD-45BD-ACCF-3C1667AD3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727" y="1504398"/>
              <a:ext cx="1147763" cy="1231900"/>
            </a:xfrm>
            <a:custGeom>
              <a:avLst/>
              <a:gdLst>
                <a:gd name="T0" fmla="*/ 271 w 271"/>
                <a:gd name="T1" fmla="*/ 174 h 288"/>
                <a:gd name="T2" fmla="*/ 140 w 271"/>
                <a:gd name="T3" fmla="*/ 288 h 288"/>
                <a:gd name="T4" fmla="*/ 0 w 271"/>
                <a:gd name="T5" fmla="*/ 144 h 288"/>
                <a:gd name="T6" fmla="*/ 139 w 271"/>
                <a:gd name="T7" fmla="*/ 0 h 288"/>
                <a:gd name="T8" fmla="*/ 269 w 271"/>
                <a:gd name="T9" fmla="*/ 111 h 288"/>
                <a:gd name="T10" fmla="*/ 186 w 271"/>
                <a:gd name="T11" fmla="*/ 111 h 288"/>
                <a:gd name="T12" fmla="*/ 140 w 271"/>
                <a:gd name="T13" fmla="*/ 68 h 288"/>
                <a:gd name="T14" fmla="*/ 88 w 271"/>
                <a:gd name="T15" fmla="*/ 144 h 288"/>
                <a:gd name="T16" fmla="*/ 142 w 271"/>
                <a:gd name="T17" fmla="*/ 220 h 288"/>
                <a:gd name="T18" fmla="*/ 188 w 271"/>
                <a:gd name="T19" fmla="*/ 174 h 288"/>
                <a:gd name="T20" fmla="*/ 271 w 271"/>
                <a:gd name="T21" fmla="*/ 17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1" h="288">
                  <a:moveTo>
                    <a:pt x="271" y="174"/>
                  </a:moveTo>
                  <a:cubicBezTo>
                    <a:pt x="266" y="246"/>
                    <a:pt x="219" y="288"/>
                    <a:pt x="140" y="288"/>
                  </a:cubicBezTo>
                  <a:cubicBezTo>
                    <a:pt x="53" y="288"/>
                    <a:pt x="0" y="233"/>
                    <a:pt x="0" y="144"/>
                  </a:cubicBezTo>
                  <a:cubicBezTo>
                    <a:pt x="0" y="55"/>
                    <a:pt x="54" y="0"/>
                    <a:pt x="139" y="0"/>
                  </a:cubicBezTo>
                  <a:cubicBezTo>
                    <a:pt x="218" y="0"/>
                    <a:pt x="264" y="40"/>
                    <a:pt x="269" y="111"/>
                  </a:cubicBezTo>
                  <a:cubicBezTo>
                    <a:pt x="186" y="111"/>
                    <a:pt x="186" y="111"/>
                    <a:pt x="186" y="111"/>
                  </a:cubicBezTo>
                  <a:cubicBezTo>
                    <a:pt x="183" y="83"/>
                    <a:pt x="168" y="68"/>
                    <a:pt x="140" y="68"/>
                  </a:cubicBezTo>
                  <a:cubicBezTo>
                    <a:pt x="105" y="68"/>
                    <a:pt x="88" y="94"/>
                    <a:pt x="88" y="144"/>
                  </a:cubicBezTo>
                  <a:cubicBezTo>
                    <a:pt x="88" y="194"/>
                    <a:pt x="107" y="220"/>
                    <a:pt x="142" y="220"/>
                  </a:cubicBezTo>
                  <a:cubicBezTo>
                    <a:pt x="169" y="220"/>
                    <a:pt x="186" y="204"/>
                    <a:pt x="188" y="174"/>
                  </a:cubicBezTo>
                  <a:lnTo>
                    <a:pt x="271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057E95B-2796-491D-A687-27D4B2DCD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115" y="1539323"/>
              <a:ext cx="1144588" cy="1163638"/>
            </a:xfrm>
            <a:custGeom>
              <a:avLst/>
              <a:gdLst>
                <a:gd name="T0" fmla="*/ 0 w 721"/>
                <a:gd name="T1" fmla="*/ 0 h 733"/>
                <a:gd name="T2" fmla="*/ 237 w 721"/>
                <a:gd name="T3" fmla="*/ 0 h 733"/>
                <a:gd name="T4" fmla="*/ 360 w 721"/>
                <a:gd name="T5" fmla="*/ 474 h 733"/>
                <a:gd name="T6" fmla="*/ 491 w 721"/>
                <a:gd name="T7" fmla="*/ 0 h 733"/>
                <a:gd name="T8" fmla="*/ 721 w 721"/>
                <a:gd name="T9" fmla="*/ 0 h 733"/>
                <a:gd name="T10" fmla="*/ 478 w 721"/>
                <a:gd name="T11" fmla="*/ 733 h 733"/>
                <a:gd name="T12" fmla="*/ 245 w 721"/>
                <a:gd name="T13" fmla="*/ 733 h 733"/>
                <a:gd name="T14" fmla="*/ 0 w 721"/>
                <a:gd name="T15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1" h="733">
                  <a:moveTo>
                    <a:pt x="0" y="0"/>
                  </a:moveTo>
                  <a:lnTo>
                    <a:pt x="237" y="0"/>
                  </a:lnTo>
                  <a:lnTo>
                    <a:pt x="360" y="474"/>
                  </a:lnTo>
                  <a:lnTo>
                    <a:pt x="491" y="0"/>
                  </a:lnTo>
                  <a:lnTo>
                    <a:pt x="721" y="0"/>
                  </a:lnTo>
                  <a:lnTo>
                    <a:pt x="478" y="733"/>
                  </a:lnTo>
                  <a:lnTo>
                    <a:pt x="245" y="73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711BEA48-E6DF-45F8-BDA7-36890BE90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652" y="1504398"/>
              <a:ext cx="1500188" cy="1231900"/>
            </a:xfrm>
            <a:custGeom>
              <a:avLst/>
              <a:gdLst>
                <a:gd name="T0" fmla="*/ 101 w 354"/>
                <a:gd name="T1" fmla="*/ 0 h 288"/>
                <a:gd name="T2" fmla="*/ 73 w 354"/>
                <a:gd name="T3" fmla="*/ 12 h 288"/>
                <a:gd name="T4" fmla="*/ 15 w 354"/>
                <a:gd name="T5" fmla="*/ 69 h 288"/>
                <a:gd name="T6" fmla="*/ 15 w 354"/>
                <a:gd name="T7" fmla="*/ 127 h 288"/>
                <a:gd name="T8" fmla="*/ 177 w 354"/>
                <a:gd name="T9" fmla="*/ 288 h 288"/>
                <a:gd name="T10" fmla="*/ 338 w 354"/>
                <a:gd name="T11" fmla="*/ 127 h 288"/>
                <a:gd name="T12" fmla="*/ 338 w 354"/>
                <a:gd name="T13" fmla="*/ 69 h 288"/>
                <a:gd name="T14" fmla="*/ 281 w 354"/>
                <a:gd name="T15" fmla="*/ 12 h 288"/>
                <a:gd name="T16" fmla="*/ 252 w 354"/>
                <a:gd name="T17" fmla="*/ 0 h 288"/>
                <a:gd name="T18" fmla="*/ 224 w 354"/>
                <a:gd name="T19" fmla="*/ 12 h 288"/>
                <a:gd name="T20" fmla="*/ 177 w 354"/>
                <a:gd name="T21" fmla="*/ 59 h 288"/>
                <a:gd name="T22" fmla="*/ 130 w 354"/>
                <a:gd name="T23" fmla="*/ 12 h 288"/>
                <a:gd name="T24" fmla="*/ 101 w 354"/>
                <a:gd name="T2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4" h="288">
                  <a:moveTo>
                    <a:pt x="101" y="0"/>
                  </a:moveTo>
                  <a:cubicBezTo>
                    <a:pt x="91" y="0"/>
                    <a:pt x="80" y="4"/>
                    <a:pt x="73" y="12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0" y="85"/>
                    <a:pt x="0" y="111"/>
                    <a:pt x="15" y="127"/>
                  </a:cubicBezTo>
                  <a:cubicBezTo>
                    <a:pt x="177" y="288"/>
                    <a:pt x="177" y="288"/>
                    <a:pt x="177" y="288"/>
                  </a:cubicBezTo>
                  <a:cubicBezTo>
                    <a:pt x="338" y="127"/>
                    <a:pt x="338" y="127"/>
                    <a:pt x="338" y="127"/>
                  </a:cubicBezTo>
                  <a:cubicBezTo>
                    <a:pt x="354" y="111"/>
                    <a:pt x="354" y="85"/>
                    <a:pt x="338" y="69"/>
                  </a:cubicBezTo>
                  <a:cubicBezTo>
                    <a:pt x="281" y="12"/>
                    <a:pt x="281" y="12"/>
                    <a:pt x="281" y="12"/>
                  </a:cubicBezTo>
                  <a:cubicBezTo>
                    <a:pt x="273" y="4"/>
                    <a:pt x="263" y="0"/>
                    <a:pt x="252" y="0"/>
                  </a:cubicBezTo>
                  <a:cubicBezTo>
                    <a:pt x="242" y="0"/>
                    <a:pt x="232" y="4"/>
                    <a:pt x="224" y="12"/>
                  </a:cubicBezTo>
                  <a:cubicBezTo>
                    <a:pt x="177" y="59"/>
                    <a:pt x="177" y="59"/>
                    <a:pt x="177" y="59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22" y="4"/>
                    <a:pt x="111" y="0"/>
                    <a:pt x="10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CCA9C532-A3D9-4234-A91F-8BD0192B10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06527" y="2471186"/>
              <a:ext cx="233363" cy="239713"/>
            </a:xfrm>
            <a:custGeom>
              <a:avLst/>
              <a:gdLst>
                <a:gd name="T0" fmla="*/ 27 w 55"/>
                <a:gd name="T1" fmla="*/ 56 h 56"/>
                <a:gd name="T2" fmla="*/ 0 w 55"/>
                <a:gd name="T3" fmla="*/ 28 h 56"/>
                <a:gd name="T4" fmla="*/ 27 w 55"/>
                <a:gd name="T5" fmla="*/ 0 h 56"/>
                <a:gd name="T6" fmla="*/ 55 w 55"/>
                <a:gd name="T7" fmla="*/ 28 h 56"/>
                <a:gd name="T8" fmla="*/ 27 w 55"/>
                <a:gd name="T9" fmla="*/ 56 h 56"/>
                <a:gd name="T10" fmla="*/ 27 w 55"/>
                <a:gd name="T11" fmla="*/ 5 h 56"/>
                <a:gd name="T12" fmla="*/ 6 w 55"/>
                <a:gd name="T13" fmla="*/ 28 h 56"/>
                <a:gd name="T14" fmla="*/ 27 w 55"/>
                <a:gd name="T15" fmla="*/ 51 h 56"/>
                <a:gd name="T16" fmla="*/ 49 w 55"/>
                <a:gd name="T17" fmla="*/ 28 h 56"/>
                <a:gd name="T18" fmla="*/ 27 w 55"/>
                <a:gd name="T19" fmla="*/ 5 h 56"/>
                <a:gd name="T20" fmla="*/ 22 w 55"/>
                <a:gd name="T21" fmla="*/ 44 h 56"/>
                <a:gd name="T22" fmla="*/ 16 w 55"/>
                <a:gd name="T23" fmla="*/ 44 h 56"/>
                <a:gd name="T24" fmla="*/ 16 w 55"/>
                <a:gd name="T25" fmla="*/ 13 h 56"/>
                <a:gd name="T26" fmla="*/ 28 w 55"/>
                <a:gd name="T27" fmla="*/ 13 h 56"/>
                <a:gd name="T28" fmla="*/ 40 w 55"/>
                <a:gd name="T29" fmla="*/ 22 h 56"/>
                <a:gd name="T30" fmla="*/ 31 w 55"/>
                <a:gd name="T31" fmla="*/ 30 h 56"/>
                <a:gd name="T32" fmla="*/ 40 w 55"/>
                <a:gd name="T33" fmla="*/ 44 h 56"/>
                <a:gd name="T34" fmla="*/ 34 w 55"/>
                <a:gd name="T35" fmla="*/ 44 h 56"/>
                <a:gd name="T36" fmla="*/ 26 w 55"/>
                <a:gd name="T37" fmla="*/ 31 h 56"/>
                <a:gd name="T38" fmla="*/ 22 w 55"/>
                <a:gd name="T39" fmla="*/ 31 h 56"/>
                <a:gd name="T40" fmla="*/ 22 w 55"/>
                <a:gd name="T41" fmla="*/ 44 h 56"/>
                <a:gd name="T42" fmla="*/ 27 w 55"/>
                <a:gd name="T43" fmla="*/ 26 h 56"/>
                <a:gd name="T44" fmla="*/ 34 w 55"/>
                <a:gd name="T45" fmla="*/ 21 h 56"/>
                <a:gd name="T46" fmla="*/ 28 w 55"/>
                <a:gd name="T47" fmla="*/ 17 h 56"/>
                <a:gd name="T48" fmla="*/ 22 w 55"/>
                <a:gd name="T49" fmla="*/ 17 h 56"/>
                <a:gd name="T50" fmla="*/ 22 w 55"/>
                <a:gd name="T51" fmla="*/ 26 h 56"/>
                <a:gd name="T52" fmla="*/ 27 w 55"/>
                <a:gd name="T53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56">
                  <a:moveTo>
                    <a:pt x="27" y="56"/>
                  </a:moveTo>
                  <a:cubicBezTo>
                    <a:pt x="11" y="56"/>
                    <a:pt x="0" y="44"/>
                    <a:pt x="0" y="28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5" y="11"/>
                    <a:pt x="55" y="28"/>
                  </a:cubicBezTo>
                  <a:cubicBezTo>
                    <a:pt x="55" y="45"/>
                    <a:pt x="42" y="56"/>
                    <a:pt x="27" y="56"/>
                  </a:cubicBezTo>
                  <a:close/>
                  <a:moveTo>
                    <a:pt x="27" y="5"/>
                  </a:moveTo>
                  <a:cubicBezTo>
                    <a:pt x="15" y="5"/>
                    <a:pt x="6" y="14"/>
                    <a:pt x="6" y="28"/>
                  </a:cubicBezTo>
                  <a:cubicBezTo>
                    <a:pt x="6" y="41"/>
                    <a:pt x="14" y="51"/>
                    <a:pt x="27" y="51"/>
                  </a:cubicBezTo>
                  <a:cubicBezTo>
                    <a:pt x="39" y="51"/>
                    <a:pt x="49" y="42"/>
                    <a:pt x="49" y="28"/>
                  </a:cubicBezTo>
                  <a:cubicBezTo>
                    <a:pt x="49" y="14"/>
                    <a:pt x="39" y="5"/>
                    <a:pt x="27" y="5"/>
                  </a:cubicBezTo>
                  <a:close/>
                  <a:moveTo>
                    <a:pt x="22" y="44"/>
                  </a:moveTo>
                  <a:cubicBezTo>
                    <a:pt x="16" y="44"/>
                    <a:pt x="16" y="44"/>
                    <a:pt x="16" y="44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6" y="13"/>
                    <a:pt x="40" y="16"/>
                    <a:pt x="40" y="22"/>
                  </a:cubicBezTo>
                  <a:cubicBezTo>
                    <a:pt x="40" y="27"/>
                    <a:pt x="36" y="30"/>
                    <a:pt x="31" y="30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22" y="44"/>
                  </a:lnTo>
                  <a:close/>
                  <a:moveTo>
                    <a:pt x="27" y="26"/>
                  </a:moveTo>
                  <a:cubicBezTo>
                    <a:pt x="31" y="26"/>
                    <a:pt x="34" y="26"/>
                    <a:pt x="34" y="21"/>
                  </a:cubicBezTo>
                  <a:cubicBezTo>
                    <a:pt x="34" y="18"/>
                    <a:pt x="31" y="17"/>
                    <a:pt x="28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26"/>
                    <a:pt x="22" y="26"/>
                    <a:pt x="22" y="26"/>
                  </a:cubicBezTo>
                  <a:lnTo>
                    <a:pt x="27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80785A3E-DA24-410F-9CAE-7070C42B58B4}"/>
              </a:ext>
            </a:extLst>
          </p:cNvPr>
          <p:cNvSpPr txBox="1">
            <a:spLocks/>
          </p:cNvSpPr>
          <p:nvPr userDrawn="1"/>
        </p:nvSpPr>
        <p:spPr>
          <a:xfrm>
            <a:off x="557930" y="6376946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Lucida Grande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Lucida Grande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1" smtClean="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1">
              <a:solidFill>
                <a:schemeClr val="tx2"/>
              </a:solidFill>
              <a:latin typeface="+mn-lt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846991" y="3148862"/>
            <a:ext cx="2368913" cy="2592183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1800" b="1" cap="none" baseline="0" dirty="0" smtClean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ClrTx/>
              <a:buFontTx/>
              <a:buNone/>
              <a:defRPr lang="en-US" sz="1500" dirty="0" smtClean="0">
                <a:solidFill>
                  <a:schemeClr val="tx2"/>
                </a:solidFill>
              </a:defRPr>
            </a:lvl2pPr>
            <a:lvl3pPr marL="171450" indent="0">
              <a:buClrTx/>
              <a:buFont typeface="Arial" panose="020B0604020202020204" pitchFamily="34" charset="0"/>
              <a:buNone/>
              <a:defRPr lang="en-US" sz="1600" dirty="0" smtClean="0">
                <a:solidFill>
                  <a:schemeClr val="tx2"/>
                </a:solidFill>
              </a:defRPr>
            </a:lvl3pPr>
            <a:lvl4pPr>
              <a:buClrTx/>
              <a:defRPr lang="en-US" sz="1600" dirty="0" smtClean="0">
                <a:solidFill>
                  <a:schemeClr val="tx2"/>
                </a:solidFill>
              </a:defRPr>
            </a:lvl4pPr>
            <a:lvl5pPr>
              <a:buClrTx/>
              <a:defRPr lang="en-US" sz="1600" dirty="0">
                <a:solidFill>
                  <a:schemeClr val="tx2"/>
                </a:solidFill>
              </a:defRPr>
            </a:lvl5pPr>
            <a:lvl6pPr>
              <a:buClrTx/>
              <a:defRPr sz="1600"/>
            </a:lvl6pPr>
            <a:lvl7pPr>
              <a:buClrTx/>
              <a:defRPr sz="1600"/>
            </a:lvl7pPr>
            <a:lvl8pPr>
              <a:buClrTx/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" hasCustomPrompt="1"/>
          </p:nvPr>
        </p:nvSpPr>
        <p:spPr bwMode="gray">
          <a:xfrm>
            <a:off x="4907514" y="3148862"/>
            <a:ext cx="2368913" cy="2592183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buClrTx/>
              <a:buFontTx/>
              <a:buNone/>
              <a:defRPr lang="en-US" sz="1500" baseline="0" dirty="0" smtClean="0">
                <a:solidFill>
                  <a:schemeClr val="tx2"/>
                </a:solidFill>
              </a:defRPr>
            </a:lvl2pPr>
            <a:lvl3pPr marL="171450" indent="0">
              <a:buClrTx/>
              <a:buFont typeface="Arial" panose="020B0604020202020204" pitchFamily="34" charset="0"/>
              <a:buNone/>
              <a:defRPr lang="en-US" sz="1600" baseline="0" dirty="0" smtClean="0">
                <a:solidFill>
                  <a:schemeClr val="tx2"/>
                </a:solidFill>
              </a:defRPr>
            </a:lvl3pPr>
            <a:lvl4pPr>
              <a:buClrTx/>
              <a:defRPr lang="en-US" sz="1600" baseline="0" dirty="0" smtClean="0">
                <a:solidFill>
                  <a:schemeClr val="tx2"/>
                </a:solidFill>
              </a:defRPr>
            </a:lvl4pPr>
            <a:lvl5pPr>
              <a:buClrTx/>
              <a:defRPr lang="en-US" sz="1600" baseline="0" dirty="0">
                <a:solidFill>
                  <a:schemeClr val="tx2"/>
                </a:solidFill>
              </a:defRPr>
            </a:lvl5pPr>
            <a:lvl6pPr>
              <a:buClrTx/>
              <a:defRPr sz="1600" baseline="0">
                <a:solidFill>
                  <a:schemeClr val="tx2"/>
                </a:solidFill>
              </a:defRPr>
            </a:lvl6pPr>
            <a:lvl7pPr>
              <a:buClrTx/>
              <a:defRPr sz="1600" baseline="0">
                <a:solidFill>
                  <a:schemeClr val="tx2"/>
                </a:solidFill>
              </a:defRPr>
            </a:lvl7pPr>
            <a:lvl8pPr>
              <a:buClrTx/>
              <a:defRPr sz="1600" baseline="0">
                <a:solidFill>
                  <a:schemeClr val="tx2"/>
                </a:solidFill>
              </a:defRPr>
            </a:lvl8pPr>
            <a:lvl9pPr>
              <a:buClrTx/>
              <a:defRPr sz="1600">
                <a:solidFill>
                  <a:schemeClr val="tx2"/>
                </a:solidFill>
              </a:defRPr>
            </a:lvl9pPr>
          </a:lstStyle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18" hasCustomPrompt="1"/>
          </p:nvPr>
        </p:nvSpPr>
        <p:spPr bwMode="gray">
          <a:xfrm>
            <a:off x="8972065" y="3148862"/>
            <a:ext cx="2368913" cy="2592183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1800" b="1" cap="none" baseline="0" dirty="0" smtClean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ClrTx/>
              <a:buFontTx/>
              <a:buNone/>
              <a:defRPr lang="en-US" sz="1500" dirty="0" smtClean="0">
                <a:solidFill>
                  <a:schemeClr val="bg1"/>
                </a:solidFill>
              </a:defRPr>
            </a:lvl2pPr>
            <a:lvl3pPr marL="171450" indent="0">
              <a:buClrTx/>
              <a:buFont typeface="Arial" panose="020B0604020202020204" pitchFamily="34" charset="0"/>
              <a:buNone/>
              <a:defRPr lang="en-US" sz="1600" baseline="0" dirty="0" smtClean="0">
                <a:solidFill>
                  <a:schemeClr val="bg1"/>
                </a:solidFill>
              </a:defRPr>
            </a:lvl3pPr>
            <a:lvl4pPr>
              <a:buClrTx/>
              <a:defRPr lang="en-US" sz="1600" baseline="0" dirty="0" smtClean="0">
                <a:solidFill>
                  <a:schemeClr val="bg1"/>
                </a:solidFill>
              </a:defRPr>
            </a:lvl4pPr>
            <a:lvl5pPr>
              <a:buClrTx/>
              <a:defRPr lang="en-US" sz="1600" baseline="0" dirty="0">
                <a:solidFill>
                  <a:schemeClr val="bg1"/>
                </a:solidFill>
              </a:defRPr>
            </a:lvl5pPr>
            <a:lvl6pPr>
              <a:buClrTx/>
              <a:defRPr sz="1600" baseline="0">
                <a:solidFill>
                  <a:schemeClr val="bg1"/>
                </a:solidFill>
              </a:defRPr>
            </a:lvl6pPr>
            <a:lvl7pPr>
              <a:buClrTx/>
              <a:defRPr sz="1600">
                <a:solidFill>
                  <a:schemeClr val="bg1"/>
                </a:solidFill>
              </a:defRPr>
            </a:lvl7pPr>
            <a:lvl8pPr>
              <a:buClrTx/>
              <a:defRPr sz="1600" baseline="0">
                <a:solidFill>
                  <a:schemeClr val="bg1"/>
                </a:solidFill>
              </a:defRPr>
            </a:lvl8pPr>
            <a:lvl9pPr>
              <a:buClrTx/>
              <a:defRPr sz="1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First-level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B46839-35D8-438B-B7A2-2B753DFD7A66}"/>
              </a:ext>
            </a:extLst>
          </p:cNvPr>
          <p:cNvSpPr txBox="1"/>
          <p:nvPr userDrawn="1"/>
        </p:nvSpPr>
        <p:spPr>
          <a:xfrm>
            <a:off x="859758" y="6425582"/>
            <a:ext cx="804881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>
                <a:solidFill>
                  <a:schemeClr val="tx2"/>
                </a:solidFill>
                <a:latin typeface="CVS Health Sans" panose="020B0504020202020204" pitchFamily="34" charset="0"/>
              </a:rPr>
              <a:t>©2021 CVS Health and/or one of its affiliates.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234384787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</a:t>
            </a:r>
            <a:br>
              <a:rPr lang="en-US"/>
            </a:br>
            <a:r>
              <a:rPr lang="en-US"/>
              <a:t>for image and text slide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5300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2697E3D-9970-40A4-9967-1A38ED528B3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470848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2697E3D-9970-40A4-9967-1A38ED528B3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3358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</a:t>
            </a:r>
            <a:br>
              <a:rPr lang="en-US"/>
            </a:br>
            <a:r>
              <a:rPr lang="en-US"/>
              <a:t>for image and text slide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6740693" y="1765300"/>
            <a:ext cx="4884168" cy="3977640"/>
          </a:xfrm>
        </p:spPr>
        <p:txBody>
          <a:bodyPr/>
          <a:lstStyle>
            <a:lvl1pPr>
              <a:buClrTx/>
              <a:defRPr cap="none" baseline="0">
                <a:solidFill>
                  <a:schemeClr val="tx2"/>
                </a:solidFill>
              </a:defRPr>
            </a:lvl1pPr>
            <a:lvl2pPr>
              <a:buClrTx/>
              <a:defRPr>
                <a:solidFill>
                  <a:schemeClr val="tx2"/>
                </a:solidFill>
              </a:defRPr>
            </a:lvl2pPr>
            <a:lvl3pPr>
              <a:buClrTx/>
              <a:defRPr>
                <a:solidFill>
                  <a:schemeClr val="tx2"/>
                </a:solidFill>
              </a:defRPr>
            </a:lvl3pPr>
            <a:lvl4pPr>
              <a:buClrTx/>
              <a:defRPr>
                <a:solidFill>
                  <a:schemeClr val="tx2"/>
                </a:solidFill>
              </a:defRPr>
            </a:lvl4pPr>
            <a:lvl5pPr>
              <a:buClrTx/>
              <a:defRPr>
                <a:solidFill>
                  <a:schemeClr val="tx2"/>
                </a:solidFill>
              </a:defRPr>
            </a:lvl5pPr>
            <a:lvl6pPr>
              <a:buClrTx/>
              <a:defRPr/>
            </a:lvl6pPr>
            <a:lvl7pPr>
              <a:buClrTx/>
              <a:defRPr/>
            </a:lvl7pPr>
            <a:lvl8pPr>
              <a:buClrTx/>
              <a:defRPr/>
            </a:lvl8pPr>
            <a:lvl9pPr>
              <a:buClrTx/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2814501469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nfographic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139F72-CEC0-495F-8477-192D60A880E2}"/>
              </a:ext>
            </a:extLst>
          </p:cNvPr>
          <p:cNvSpPr/>
          <p:nvPr userDrawn="1"/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4BCE3BF-19DE-4243-9ED2-5FA21553C1F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55279" y="6373316"/>
            <a:ext cx="1279513" cy="157138"/>
            <a:chOff x="1011652" y="1504398"/>
            <a:chExt cx="10028238" cy="1231900"/>
          </a:xfrm>
          <a:solidFill>
            <a:schemeClr val="bg1"/>
          </a:solidFill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4FAD22A7-02FD-47B7-B56B-F83C1B41E5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17027" y="1539323"/>
              <a:ext cx="4808538" cy="1189038"/>
            </a:xfrm>
            <a:custGeom>
              <a:avLst/>
              <a:gdLst>
                <a:gd name="T0" fmla="*/ 701 w 1134"/>
                <a:gd name="T1" fmla="*/ 273 h 278"/>
                <a:gd name="T2" fmla="*/ 675 w 1134"/>
                <a:gd name="T3" fmla="*/ 248 h 278"/>
                <a:gd name="T4" fmla="*/ 701 w 1134"/>
                <a:gd name="T5" fmla="*/ 109 h 278"/>
                <a:gd name="T6" fmla="*/ 645 w 1134"/>
                <a:gd name="T7" fmla="*/ 84 h 278"/>
                <a:gd name="T8" fmla="*/ 576 w 1134"/>
                <a:gd name="T9" fmla="*/ 79 h 278"/>
                <a:gd name="T10" fmla="*/ 576 w 1134"/>
                <a:gd name="T11" fmla="*/ 278 h 278"/>
                <a:gd name="T12" fmla="*/ 645 w 1134"/>
                <a:gd name="T13" fmla="*/ 273 h 278"/>
                <a:gd name="T14" fmla="*/ 426 w 1134"/>
                <a:gd name="T15" fmla="*/ 222 h 278"/>
                <a:gd name="T16" fmla="*/ 299 w 1134"/>
                <a:gd name="T17" fmla="*/ 189 h 278"/>
                <a:gd name="T18" fmla="*/ 461 w 1134"/>
                <a:gd name="T19" fmla="*/ 175 h 278"/>
                <a:gd name="T20" fmla="*/ 267 w 1134"/>
                <a:gd name="T21" fmla="*/ 178 h 278"/>
                <a:gd name="T22" fmla="*/ 456 w 1134"/>
                <a:gd name="T23" fmla="*/ 222 h 278"/>
                <a:gd name="T24" fmla="*/ 59 w 1134"/>
                <a:gd name="T25" fmla="*/ 25 h 278"/>
                <a:gd name="T26" fmla="*/ 86 w 1134"/>
                <a:gd name="T27" fmla="*/ 0 h 278"/>
                <a:gd name="T28" fmla="*/ 0 w 1134"/>
                <a:gd name="T29" fmla="*/ 25 h 278"/>
                <a:gd name="T30" fmla="*/ 27 w 1134"/>
                <a:gd name="T31" fmla="*/ 247 h 278"/>
                <a:gd name="T32" fmla="*/ 0 w 1134"/>
                <a:gd name="T33" fmla="*/ 273 h 278"/>
                <a:gd name="T34" fmla="*/ 86 w 1134"/>
                <a:gd name="T35" fmla="*/ 247 h 278"/>
                <a:gd name="T36" fmla="*/ 59 w 1134"/>
                <a:gd name="T37" fmla="*/ 138 h 278"/>
                <a:gd name="T38" fmla="*/ 196 w 1134"/>
                <a:gd name="T39" fmla="*/ 247 h 278"/>
                <a:gd name="T40" fmla="*/ 168 w 1134"/>
                <a:gd name="T41" fmla="*/ 273 h 278"/>
                <a:gd name="T42" fmla="*/ 255 w 1134"/>
                <a:gd name="T43" fmla="*/ 247 h 278"/>
                <a:gd name="T44" fmla="*/ 227 w 1134"/>
                <a:gd name="T45" fmla="*/ 25 h 278"/>
                <a:gd name="T46" fmla="*/ 255 w 1134"/>
                <a:gd name="T47" fmla="*/ 0 h 278"/>
                <a:gd name="T48" fmla="*/ 168 w 1134"/>
                <a:gd name="T49" fmla="*/ 25 h 278"/>
                <a:gd name="T50" fmla="*/ 196 w 1134"/>
                <a:gd name="T51" fmla="*/ 114 h 278"/>
                <a:gd name="T52" fmla="*/ 996 w 1134"/>
                <a:gd name="T53" fmla="*/ 248 h 278"/>
                <a:gd name="T54" fmla="*/ 971 w 1134"/>
                <a:gd name="T55" fmla="*/ 163 h 278"/>
                <a:gd name="T56" fmla="*/ 1078 w 1134"/>
                <a:gd name="T57" fmla="*/ 163 h 278"/>
                <a:gd name="T58" fmla="*/ 1053 w 1134"/>
                <a:gd name="T59" fmla="*/ 248 h 278"/>
                <a:gd name="T60" fmla="*/ 1134 w 1134"/>
                <a:gd name="T61" fmla="*/ 273 h 278"/>
                <a:gd name="T62" fmla="*/ 1109 w 1134"/>
                <a:gd name="T63" fmla="*/ 248 h 278"/>
                <a:gd name="T64" fmla="*/ 1030 w 1134"/>
                <a:gd name="T65" fmla="*/ 79 h 278"/>
                <a:gd name="T66" fmla="*/ 971 w 1134"/>
                <a:gd name="T67" fmla="*/ 0 h 278"/>
                <a:gd name="T68" fmla="*/ 915 w 1134"/>
                <a:gd name="T69" fmla="*/ 24 h 278"/>
                <a:gd name="T70" fmla="*/ 940 w 1134"/>
                <a:gd name="T71" fmla="*/ 248 h 278"/>
                <a:gd name="T72" fmla="*/ 915 w 1134"/>
                <a:gd name="T73" fmla="*/ 273 h 278"/>
                <a:gd name="T74" fmla="*/ 996 w 1134"/>
                <a:gd name="T75" fmla="*/ 248 h 278"/>
                <a:gd name="T76" fmla="*/ 580 w 1134"/>
                <a:gd name="T77" fmla="*/ 104 h 278"/>
                <a:gd name="T78" fmla="*/ 580 w 1134"/>
                <a:gd name="T79" fmla="*/ 252 h 278"/>
                <a:gd name="T80" fmla="*/ 366 w 1134"/>
                <a:gd name="T81" fmla="*/ 104 h 278"/>
                <a:gd name="T82" fmla="*/ 299 w 1134"/>
                <a:gd name="T83" fmla="*/ 164 h 278"/>
                <a:gd name="T84" fmla="*/ 859 w 1134"/>
                <a:gd name="T85" fmla="*/ 224 h 278"/>
                <a:gd name="T86" fmla="*/ 897 w 1134"/>
                <a:gd name="T87" fmla="*/ 109 h 278"/>
                <a:gd name="T88" fmla="*/ 859 w 1134"/>
                <a:gd name="T89" fmla="*/ 84 h 278"/>
                <a:gd name="T90" fmla="*/ 829 w 1134"/>
                <a:gd name="T91" fmla="*/ 36 h 278"/>
                <a:gd name="T92" fmla="*/ 799 w 1134"/>
                <a:gd name="T93" fmla="*/ 84 h 278"/>
                <a:gd name="T94" fmla="*/ 829 w 1134"/>
                <a:gd name="T95" fmla="*/ 109 h 278"/>
                <a:gd name="T96" fmla="*/ 879 w 1134"/>
                <a:gd name="T97" fmla="*/ 275 h 278"/>
                <a:gd name="T98" fmla="*/ 897 w 1134"/>
                <a:gd name="T99" fmla="*/ 248 h 278"/>
                <a:gd name="T100" fmla="*/ 859 w 1134"/>
                <a:gd name="T101" fmla="*/ 224 h 278"/>
                <a:gd name="T102" fmla="*/ 801 w 1134"/>
                <a:gd name="T103" fmla="*/ 273 h 278"/>
                <a:gd name="T104" fmla="*/ 787 w 1134"/>
                <a:gd name="T105" fmla="*/ 249 h 278"/>
                <a:gd name="T106" fmla="*/ 768 w 1134"/>
                <a:gd name="T107" fmla="*/ 0 h 278"/>
                <a:gd name="T108" fmla="*/ 712 w 1134"/>
                <a:gd name="T109" fmla="*/ 24 h 278"/>
                <a:gd name="T110" fmla="*/ 737 w 1134"/>
                <a:gd name="T111" fmla="*/ 224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34" h="278">
                  <a:moveTo>
                    <a:pt x="645" y="273"/>
                  </a:moveTo>
                  <a:cubicBezTo>
                    <a:pt x="701" y="273"/>
                    <a:pt x="701" y="273"/>
                    <a:pt x="701" y="273"/>
                  </a:cubicBezTo>
                  <a:cubicBezTo>
                    <a:pt x="701" y="248"/>
                    <a:pt x="701" y="248"/>
                    <a:pt x="701" y="248"/>
                  </a:cubicBezTo>
                  <a:cubicBezTo>
                    <a:pt x="675" y="248"/>
                    <a:pt x="675" y="248"/>
                    <a:pt x="675" y="248"/>
                  </a:cubicBezTo>
                  <a:cubicBezTo>
                    <a:pt x="675" y="109"/>
                    <a:pt x="675" y="109"/>
                    <a:pt x="675" y="109"/>
                  </a:cubicBezTo>
                  <a:cubicBezTo>
                    <a:pt x="701" y="109"/>
                    <a:pt x="701" y="109"/>
                    <a:pt x="701" y="109"/>
                  </a:cubicBezTo>
                  <a:cubicBezTo>
                    <a:pt x="701" y="84"/>
                    <a:pt x="701" y="84"/>
                    <a:pt x="701" y="84"/>
                  </a:cubicBezTo>
                  <a:cubicBezTo>
                    <a:pt x="645" y="84"/>
                    <a:pt x="645" y="84"/>
                    <a:pt x="645" y="84"/>
                  </a:cubicBezTo>
                  <a:cubicBezTo>
                    <a:pt x="645" y="112"/>
                    <a:pt x="645" y="112"/>
                    <a:pt x="645" y="112"/>
                  </a:cubicBezTo>
                  <a:cubicBezTo>
                    <a:pt x="629" y="91"/>
                    <a:pt x="605" y="79"/>
                    <a:pt x="576" y="79"/>
                  </a:cubicBezTo>
                  <a:cubicBezTo>
                    <a:pt x="523" y="79"/>
                    <a:pt x="483" y="122"/>
                    <a:pt x="483" y="178"/>
                  </a:cubicBezTo>
                  <a:cubicBezTo>
                    <a:pt x="483" y="235"/>
                    <a:pt x="523" y="278"/>
                    <a:pt x="576" y="278"/>
                  </a:cubicBezTo>
                  <a:cubicBezTo>
                    <a:pt x="605" y="278"/>
                    <a:pt x="629" y="265"/>
                    <a:pt x="645" y="245"/>
                  </a:cubicBezTo>
                  <a:lnTo>
                    <a:pt x="645" y="273"/>
                  </a:lnTo>
                  <a:close/>
                  <a:moveTo>
                    <a:pt x="456" y="222"/>
                  </a:moveTo>
                  <a:cubicBezTo>
                    <a:pt x="426" y="222"/>
                    <a:pt x="426" y="222"/>
                    <a:pt x="426" y="222"/>
                  </a:cubicBezTo>
                  <a:cubicBezTo>
                    <a:pt x="415" y="241"/>
                    <a:pt x="395" y="253"/>
                    <a:pt x="367" y="253"/>
                  </a:cubicBezTo>
                  <a:cubicBezTo>
                    <a:pt x="325" y="253"/>
                    <a:pt x="302" y="227"/>
                    <a:pt x="299" y="189"/>
                  </a:cubicBezTo>
                  <a:cubicBezTo>
                    <a:pt x="461" y="189"/>
                    <a:pt x="461" y="189"/>
                    <a:pt x="461" y="189"/>
                  </a:cubicBezTo>
                  <a:cubicBezTo>
                    <a:pt x="461" y="175"/>
                    <a:pt x="461" y="175"/>
                    <a:pt x="461" y="175"/>
                  </a:cubicBezTo>
                  <a:cubicBezTo>
                    <a:pt x="461" y="118"/>
                    <a:pt x="424" y="79"/>
                    <a:pt x="366" y="79"/>
                  </a:cubicBezTo>
                  <a:cubicBezTo>
                    <a:pt x="308" y="79"/>
                    <a:pt x="267" y="120"/>
                    <a:pt x="267" y="178"/>
                  </a:cubicBezTo>
                  <a:cubicBezTo>
                    <a:pt x="267" y="237"/>
                    <a:pt x="308" y="278"/>
                    <a:pt x="366" y="278"/>
                  </a:cubicBezTo>
                  <a:cubicBezTo>
                    <a:pt x="409" y="278"/>
                    <a:pt x="442" y="257"/>
                    <a:pt x="456" y="222"/>
                  </a:cubicBezTo>
                  <a:moveTo>
                    <a:pt x="59" y="114"/>
                  </a:moveTo>
                  <a:cubicBezTo>
                    <a:pt x="59" y="25"/>
                    <a:pt x="59" y="25"/>
                    <a:pt x="59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47"/>
                    <a:pt x="27" y="247"/>
                    <a:pt x="27" y="24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6" y="273"/>
                    <a:pt x="86" y="273"/>
                    <a:pt x="86" y="273"/>
                  </a:cubicBezTo>
                  <a:cubicBezTo>
                    <a:pt x="86" y="247"/>
                    <a:pt x="86" y="247"/>
                    <a:pt x="86" y="247"/>
                  </a:cubicBezTo>
                  <a:cubicBezTo>
                    <a:pt x="59" y="247"/>
                    <a:pt x="59" y="247"/>
                    <a:pt x="59" y="247"/>
                  </a:cubicBezTo>
                  <a:cubicBezTo>
                    <a:pt x="59" y="138"/>
                    <a:pt x="59" y="138"/>
                    <a:pt x="59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6" y="247"/>
                    <a:pt x="196" y="247"/>
                    <a:pt x="196" y="247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73"/>
                    <a:pt x="168" y="273"/>
                    <a:pt x="168" y="273"/>
                  </a:cubicBezTo>
                  <a:cubicBezTo>
                    <a:pt x="255" y="273"/>
                    <a:pt x="255" y="273"/>
                    <a:pt x="255" y="273"/>
                  </a:cubicBezTo>
                  <a:cubicBezTo>
                    <a:pt x="255" y="247"/>
                    <a:pt x="255" y="247"/>
                    <a:pt x="255" y="247"/>
                  </a:cubicBezTo>
                  <a:cubicBezTo>
                    <a:pt x="227" y="247"/>
                    <a:pt x="227" y="247"/>
                    <a:pt x="227" y="247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196" y="25"/>
                    <a:pt x="196" y="25"/>
                    <a:pt x="196" y="25"/>
                  </a:cubicBezTo>
                  <a:cubicBezTo>
                    <a:pt x="196" y="114"/>
                    <a:pt x="196" y="114"/>
                    <a:pt x="196" y="114"/>
                  </a:cubicBezTo>
                  <a:lnTo>
                    <a:pt x="59" y="114"/>
                  </a:lnTo>
                  <a:close/>
                  <a:moveTo>
                    <a:pt x="996" y="248"/>
                  </a:moveTo>
                  <a:cubicBezTo>
                    <a:pt x="971" y="248"/>
                    <a:pt x="971" y="248"/>
                    <a:pt x="971" y="248"/>
                  </a:cubicBezTo>
                  <a:cubicBezTo>
                    <a:pt x="971" y="163"/>
                    <a:pt x="971" y="163"/>
                    <a:pt x="971" y="163"/>
                  </a:cubicBezTo>
                  <a:cubicBezTo>
                    <a:pt x="971" y="124"/>
                    <a:pt x="991" y="104"/>
                    <a:pt x="1026" y="104"/>
                  </a:cubicBezTo>
                  <a:cubicBezTo>
                    <a:pt x="1058" y="104"/>
                    <a:pt x="1078" y="124"/>
                    <a:pt x="1078" y="163"/>
                  </a:cubicBezTo>
                  <a:cubicBezTo>
                    <a:pt x="1078" y="248"/>
                    <a:pt x="1078" y="248"/>
                    <a:pt x="1078" y="248"/>
                  </a:cubicBezTo>
                  <a:cubicBezTo>
                    <a:pt x="1053" y="248"/>
                    <a:pt x="1053" y="248"/>
                    <a:pt x="1053" y="248"/>
                  </a:cubicBezTo>
                  <a:cubicBezTo>
                    <a:pt x="1053" y="273"/>
                    <a:pt x="1053" y="273"/>
                    <a:pt x="1053" y="273"/>
                  </a:cubicBezTo>
                  <a:cubicBezTo>
                    <a:pt x="1134" y="273"/>
                    <a:pt x="1134" y="273"/>
                    <a:pt x="1134" y="273"/>
                  </a:cubicBezTo>
                  <a:cubicBezTo>
                    <a:pt x="1134" y="248"/>
                    <a:pt x="1134" y="248"/>
                    <a:pt x="1134" y="248"/>
                  </a:cubicBezTo>
                  <a:cubicBezTo>
                    <a:pt x="1109" y="248"/>
                    <a:pt x="1109" y="248"/>
                    <a:pt x="1109" y="248"/>
                  </a:cubicBezTo>
                  <a:cubicBezTo>
                    <a:pt x="1109" y="163"/>
                    <a:pt x="1109" y="163"/>
                    <a:pt x="1109" y="163"/>
                  </a:cubicBezTo>
                  <a:cubicBezTo>
                    <a:pt x="1109" y="117"/>
                    <a:pt x="1081" y="79"/>
                    <a:pt x="1030" y="79"/>
                  </a:cubicBezTo>
                  <a:cubicBezTo>
                    <a:pt x="1003" y="79"/>
                    <a:pt x="983" y="89"/>
                    <a:pt x="971" y="105"/>
                  </a:cubicBezTo>
                  <a:cubicBezTo>
                    <a:pt x="971" y="0"/>
                    <a:pt x="971" y="0"/>
                    <a:pt x="971" y="0"/>
                  </a:cubicBezTo>
                  <a:cubicBezTo>
                    <a:pt x="915" y="0"/>
                    <a:pt x="915" y="0"/>
                    <a:pt x="915" y="0"/>
                  </a:cubicBezTo>
                  <a:cubicBezTo>
                    <a:pt x="915" y="24"/>
                    <a:pt x="915" y="24"/>
                    <a:pt x="915" y="24"/>
                  </a:cubicBezTo>
                  <a:cubicBezTo>
                    <a:pt x="940" y="24"/>
                    <a:pt x="940" y="24"/>
                    <a:pt x="940" y="24"/>
                  </a:cubicBezTo>
                  <a:cubicBezTo>
                    <a:pt x="940" y="248"/>
                    <a:pt x="940" y="248"/>
                    <a:pt x="940" y="248"/>
                  </a:cubicBezTo>
                  <a:cubicBezTo>
                    <a:pt x="915" y="248"/>
                    <a:pt x="915" y="248"/>
                    <a:pt x="915" y="248"/>
                  </a:cubicBezTo>
                  <a:cubicBezTo>
                    <a:pt x="915" y="273"/>
                    <a:pt x="915" y="273"/>
                    <a:pt x="915" y="273"/>
                  </a:cubicBezTo>
                  <a:cubicBezTo>
                    <a:pt x="996" y="273"/>
                    <a:pt x="996" y="273"/>
                    <a:pt x="996" y="273"/>
                  </a:cubicBezTo>
                  <a:lnTo>
                    <a:pt x="996" y="248"/>
                  </a:lnTo>
                  <a:close/>
                  <a:moveTo>
                    <a:pt x="514" y="178"/>
                  </a:moveTo>
                  <a:cubicBezTo>
                    <a:pt x="514" y="135"/>
                    <a:pt x="542" y="104"/>
                    <a:pt x="580" y="104"/>
                  </a:cubicBezTo>
                  <a:cubicBezTo>
                    <a:pt x="619" y="104"/>
                    <a:pt x="646" y="136"/>
                    <a:pt x="646" y="178"/>
                  </a:cubicBezTo>
                  <a:cubicBezTo>
                    <a:pt x="646" y="221"/>
                    <a:pt x="619" y="252"/>
                    <a:pt x="580" y="252"/>
                  </a:cubicBezTo>
                  <a:cubicBezTo>
                    <a:pt x="542" y="252"/>
                    <a:pt x="514" y="221"/>
                    <a:pt x="514" y="178"/>
                  </a:cubicBezTo>
                  <a:moveTo>
                    <a:pt x="366" y="104"/>
                  </a:moveTo>
                  <a:cubicBezTo>
                    <a:pt x="406" y="104"/>
                    <a:pt x="427" y="133"/>
                    <a:pt x="430" y="164"/>
                  </a:cubicBezTo>
                  <a:cubicBezTo>
                    <a:pt x="299" y="164"/>
                    <a:pt x="299" y="164"/>
                    <a:pt x="299" y="164"/>
                  </a:cubicBezTo>
                  <a:cubicBezTo>
                    <a:pt x="302" y="130"/>
                    <a:pt x="326" y="104"/>
                    <a:pt x="366" y="104"/>
                  </a:cubicBezTo>
                  <a:moveTo>
                    <a:pt x="859" y="224"/>
                  </a:moveTo>
                  <a:cubicBezTo>
                    <a:pt x="859" y="109"/>
                    <a:pt x="859" y="109"/>
                    <a:pt x="859" y="109"/>
                  </a:cubicBezTo>
                  <a:cubicBezTo>
                    <a:pt x="897" y="109"/>
                    <a:pt x="897" y="109"/>
                    <a:pt x="897" y="109"/>
                  </a:cubicBezTo>
                  <a:cubicBezTo>
                    <a:pt x="897" y="84"/>
                    <a:pt x="897" y="84"/>
                    <a:pt x="897" y="84"/>
                  </a:cubicBezTo>
                  <a:cubicBezTo>
                    <a:pt x="859" y="84"/>
                    <a:pt x="859" y="84"/>
                    <a:pt x="859" y="84"/>
                  </a:cubicBezTo>
                  <a:cubicBezTo>
                    <a:pt x="859" y="36"/>
                    <a:pt x="859" y="36"/>
                    <a:pt x="859" y="36"/>
                  </a:cubicBezTo>
                  <a:cubicBezTo>
                    <a:pt x="829" y="36"/>
                    <a:pt x="829" y="36"/>
                    <a:pt x="829" y="36"/>
                  </a:cubicBezTo>
                  <a:cubicBezTo>
                    <a:pt x="829" y="84"/>
                    <a:pt x="829" y="84"/>
                    <a:pt x="829" y="84"/>
                  </a:cubicBezTo>
                  <a:cubicBezTo>
                    <a:pt x="799" y="84"/>
                    <a:pt x="799" y="84"/>
                    <a:pt x="799" y="84"/>
                  </a:cubicBezTo>
                  <a:cubicBezTo>
                    <a:pt x="799" y="109"/>
                    <a:pt x="799" y="109"/>
                    <a:pt x="799" y="109"/>
                  </a:cubicBezTo>
                  <a:cubicBezTo>
                    <a:pt x="829" y="109"/>
                    <a:pt x="829" y="109"/>
                    <a:pt x="829" y="109"/>
                  </a:cubicBezTo>
                  <a:cubicBezTo>
                    <a:pt x="829" y="225"/>
                    <a:pt x="829" y="225"/>
                    <a:pt x="829" y="225"/>
                  </a:cubicBezTo>
                  <a:cubicBezTo>
                    <a:pt x="829" y="259"/>
                    <a:pt x="844" y="275"/>
                    <a:pt x="879" y="275"/>
                  </a:cubicBezTo>
                  <a:cubicBezTo>
                    <a:pt x="884" y="275"/>
                    <a:pt x="893" y="274"/>
                    <a:pt x="897" y="273"/>
                  </a:cubicBezTo>
                  <a:cubicBezTo>
                    <a:pt x="897" y="248"/>
                    <a:pt x="897" y="248"/>
                    <a:pt x="897" y="248"/>
                  </a:cubicBezTo>
                  <a:cubicBezTo>
                    <a:pt x="892" y="249"/>
                    <a:pt x="886" y="249"/>
                    <a:pt x="882" y="249"/>
                  </a:cubicBezTo>
                  <a:cubicBezTo>
                    <a:pt x="866" y="249"/>
                    <a:pt x="859" y="244"/>
                    <a:pt x="859" y="224"/>
                  </a:cubicBezTo>
                  <a:moveTo>
                    <a:pt x="783" y="275"/>
                  </a:moveTo>
                  <a:cubicBezTo>
                    <a:pt x="789" y="275"/>
                    <a:pt x="797" y="274"/>
                    <a:pt x="801" y="273"/>
                  </a:cubicBezTo>
                  <a:cubicBezTo>
                    <a:pt x="801" y="248"/>
                    <a:pt x="801" y="248"/>
                    <a:pt x="801" y="248"/>
                  </a:cubicBezTo>
                  <a:cubicBezTo>
                    <a:pt x="795" y="249"/>
                    <a:pt x="791" y="249"/>
                    <a:pt x="787" y="249"/>
                  </a:cubicBezTo>
                  <a:cubicBezTo>
                    <a:pt x="774" y="249"/>
                    <a:pt x="768" y="243"/>
                    <a:pt x="768" y="222"/>
                  </a:cubicBezTo>
                  <a:cubicBezTo>
                    <a:pt x="768" y="0"/>
                    <a:pt x="768" y="0"/>
                    <a:pt x="768" y="0"/>
                  </a:cubicBezTo>
                  <a:cubicBezTo>
                    <a:pt x="712" y="0"/>
                    <a:pt x="712" y="0"/>
                    <a:pt x="712" y="0"/>
                  </a:cubicBezTo>
                  <a:cubicBezTo>
                    <a:pt x="712" y="24"/>
                    <a:pt x="712" y="24"/>
                    <a:pt x="712" y="24"/>
                  </a:cubicBezTo>
                  <a:cubicBezTo>
                    <a:pt x="737" y="24"/>
                    <a:pt x="737" y="24"/>
                    <a:pt x="737" y="24"/>
                  </a:cubicBezTo>
                  <a:cubicBezTo>
                    <a:pt x="737" y="224"/>
                    <a:pt x="737" y="224"/>
                    <a:pt x="737" y="224"/>
                  </a:cubicBezTo>
                  <a:cubicBezTo>
                    <a:pt x="737" y="257"/>
                    <a:pt x="751" y="275"/>
                    <a:pt x="783" y="27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E5501FD2-6558-4D19-84E8-1DAF689AB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7202" y="1504398"/>
              <a:ext cx="1030288" cy="1231900"/>
            </a:xfrm>
            <a:custGeom>
              <a:avLst/>
              <a:gdLst>
                <a:gd name="T0" fmla="*/ 85 w 243"/>
                <a:gd name="T1" fmla="*/ 195 h 288"/>
                <a:gd name="T2" fmla="*/ 125 w 243"/>
                <a:gd name="T3" fmla="*/ 223 h 288"/>
                <a:gd name="T4" fmla="*/ 158 w 243"/>
                <a:gd name="T5" fmla="*/ 203 h 288"/>
                <a:gd name="T6" fmla="*/ 110 w 243"/>
                <a:gd name="T7" fmla="*/ 176 h 288"/>
                <a:gd name="T8" fmla="*/ 36 w 243"/>
                <a:gd name="T9" fmla="*/ 150 h 288"/>
                <a:gd name="T10" fmla="*/ 5 w 243"/>
                <a:gd name="T11" fmla="*/ 87 h 288"/>
                <a:gd name="T12" fmla="*/ 119 w 243"/>
                <a:gd name="T13" fmla="*/ 0 h 288"/>
                <a:gd name="T14" fmla="*/ 236 w 243"/>
                <a:gd name="T15" fmla="*/ 86 h 288"/>
                <a:gd name="T16" fmla="*/ 153 w 243"/>
                <a:gd name="T17" fmla="*/ 86 h 288"/>
                <a:gd name="T18" fmla="*/ 118 w 243"/>
                <a:gd name="T19" fmla="*/ 62 h 288"/>
                <a:gd name="T20" fmla="*/ 90 w 243"/>
                <a:gd name="T21" fmla="*/ 80 h 288"/>
                <a:gd name="T22" fmla="*/ 130 w 243"/>
                <a:gd name="T23" fmla="*/ 104 h 288"/>
                <a:gd name="T24" fmla="*/ 208 w 243"/>
                <a:gd name="T25" fmla="*/ 130 h 288"/>
                <a:gd name="T26" fmla="*/ 243 w 243"/>
                <a:gd name="T27" fmla="*/ 194 h 288"/>
                <a:gd name="T28" fmla="*/ 122 w 243"/>
                <a:gd name="T29" fmla="*/ 288 h 288"/>
                <a:gd name="T30" fmla="*/ 0 w 243"/>
                <a:gd name="T31" fmla="*/ 195 h 288"/>
                <a:gd name="T32" fmla="*/ 85 w 243"/>
                <a:gd name="T33" fmla="*/ 195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288">
                  <a:moveTo>
                    <a:pt x="85" y="195"/>
                  </a:moveTo>
                  <a:cubicBezTo>
                    <a:pt x="90" y="216"/>
                    <a:pt x="101" y="223"/>
                    <a:pt x="125" y="223"/>
                  </a:cubicBezTo>
                  <a:cubicBezTo>
                    <a:pt x="146" y="223"/>
                    <a:pt x="158" y="215"/>
                    <a:pt x="158" y="203"/>
                  </a:cubicBezTo>
                  <a:cubicBezTo>
                    <a:pt x="158" y="186"/>
                    <a:pt x="142" y="185"/>
                    <a:pt x="110" y="176"/>
                  </a:cubicBezTo>
                  <a:cubicBezTo>
                    <a:pt x="72" y="166"/>
                    <a:pt x="48" y="158"/>
                    <a:pt x="36" y="150"/>
                  </a:cubicBezTo>
                  <a:cubicBezTo>
                    <a:pt x="15" y="135"/>
                    <a:pt x="5" y="114"/>
                    <a:pt x="5" y="87"/>
                  </a:cubicBezTo>
                  <a:cubicBezTo>
                    <a:pt x="5" y="34"/>
                    <a:pt x="47" y="0"/>
                    <a:pt x="119" y="0"/>
                  </a:cubicBezTo>
                  <a:cubicBezTo>
                    <a:pt x="189" y="0"/>
                    <a:pt x="231" y="31"/>
                    <a:pt x="236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0" y="70"/>
                    <a:pt x="139" y="62"/>
                    <a:pt x="118" y="62"/>
                  </a:cubicBezTo>
                  <a:cubicBezTo>
                    <a:pt x="99" y="62"/>
                    <a:pt x="90" y="68"/>
                    <a:pt x="90" y="80"/>
                  </a:cubicBezTo>
                  <a:cubicBezTo>
                    <a:pt x="90" y="95"/>
                    <a:pt x="104" y="98"/>
                    <a:pt x="130" y="104"/>
                  </a:cubicBezTo>
                  <a:cubicBezTo>
                    <a:pt x="164" y="113"/>
                    <a:pt x="191" y="119"/>
                    <a:pt x="208" y="130"/>
                  </a:cubicBezTo>
                  <a:cubicBezTo>
                    <a:pt x="232" y="146"/>
                    <a:pt x="243" y="166"/>
                    <a:pt x="243" y="194"/>
                  </a:cubicBezTo>
                  <a:cubicBezTo>
                    <a:pt x="243" y="253"/>
                    <a:pt x="201" y="288"/>
                    <a:pt x="122" y="288"/>
                  </a:cubicBezTo>
                  <a:cubicBezTo>
                    <a:pt x="48" y="288"/>
                    <a:pt x="6" y="253"/>
                    <a:pt x="0" y="195"/>
                  </a:cubicBezTo>
                  <a:lnTo>
                    <a:pt x="85" y="1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6C71C9D-3B12-4743-ABB3-3300A6D7C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727" y="1504398"/>
              <a:ext cx="1147763" cy="1231900"/>
            </a:xfrm>
            <a:custGeom>
              <a:avLst/>
              <a:gdLst>
                <a:gd name="T0" fmla="*/ 271 w 271"/>
                <a:gd name="T1" fmla="*/ 174 h 288"/>
                <a:gd name="T2" fmla="*/ 140 w 271"/>
                <a:gd name="T3" fmla="*/ 288 h 288"/>
                <a:gd name="T4" fmla="*/ 0 w 271"/>
                <a:gd name="T5" fmla="*/ 144 h 288"/>
                <a:gd name="T6" fmla="*/ 139 w 271"/>
                <a:gd name="T7" fmla="*/ 0 h 288"/>
                <a:gd name="T8" fmla="*/ 269 w 271"/>
                <a:gd name="T9" fmla="*/ 111 h 288"/>
                <a:gd name="T10" fmla="*/ 186 w 271"/>
                <a:gd name="T11" fmla="*/ 111 h 288"/>
                <a:gd name="T12" fmla="*/ 140 w 271"/>
                <a:gd name="T13" fmla="*/ 68 h 288"/>
                <a:gd name="T14" fmla="*/ 88 w 271"/>
                <a:gd name="T15" fmla="*/ 144 h 288"/>
                <a:gd name="T16" fmla="*/ 142 w 271"/>
                <a:gd name="T17" fmla="*/ 220 h 288"/>
                <a:gd name="T18" fmla="*/ 188 w 271"/>
                <a:gd name="T19" fmla="*/ 174 h 288"/>
                <a:gd name="T20" fmla="*/ 271 w 271"/>
                <a:gd name="T21" fmla="*/ 17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1" h="288">
                  <a:moveTo>
                    <a:pt x="271" y="174"/>
                  </a:moveTo>
                  <a:cubicBezTo>
                    <a:pt x="266" y="246"/>
                    <a:pt x="219" y="288"/>
                    <a:pt x="140" y="288"/>
                  </a:cubicBezTo>
                  <a:cubicBezTo>
                    <a:pt x="53" y="288"/>
                    <a:pt x="0" y="233"/>
                    <a:pt x="0" y="144"/>
                  </a:cubicBezTo>
                  <a:cubicBezTo>
                    <a:pt x="0" y="55"/>
                    <a:pt x="54" y="0"/>
                    <a:pt x="139" y="0"/>
                  </a:cubicBezTo>
                  <a:cubicBezTo>
                    <a:pt x="218" y="0"/>
                    <a:pt x="264" y="40"/>
                    <a:pt x="269" y="111"/>
                  </a:cubicBezTo>
                  <a:cubicBezTo>
                    <a:pt x="186" y="111"/>
                    <a:pt x="186" y="111"/>
                    <a:pt x="186" y="111"/>
                  </a:cubicBezTo>
                  <a:cubicBezTo>
                    <a:pt x="183" y="83"/>
                    <a:pt x="168" y="68"/>
                    <a:pt x="140" y="68"/>
                  </a:cubicBezTo>
                  <a:cubicBezTo>
                    <a:pt x="105" y="68"/>
                    <a:pt x="88" y="94"/>
                    <a:pt x="88" y="144"/>
                  </a:cubicBezTo>
                  <a:cubicBezTo>
                    <a:pt x="88" y="194"/>
                    <a:pt x="107" y="220"/>
                    <a:pt x="142" y="220"/>
                  </a:cubicBezTo>
                  <a:cubicBezTo>
                    <a:pt x="169" y="220"/>
                    <a:pt x="186" y="204"/>
                    <a:pt x="188" y="174"/>
                  </a:cubicBezTo>
                  <a:lnTo>
                    <a:pt x="271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C9731B0-F7F6-409F-971D-705E83BF3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115" y="1539323"/>
              <a:ext cx="1144588" cy="1163638"/>
            </a:xfrm>
            <a:custGeom>
              <a:avLst/>
              <a:gdLst>
                <a:gd name="T0" fmla="*/ 0 w 721"/>
                <a:gd name="T1" fmla="*/ 0 h 733"/>
                <a:gd name="T2" fmla="*/ 237 w 721"/>
                <a:gd name="T3" fmla="*/ 0 h 733"/>
                <a:gd name="T4" fmla="*/ 360 w 721"/>
                <a:gd name="T5" fmla="*/ 474 h 733"/>
                <a:gd name="T6" fmla="*/ 491 w 721"/>
                <a:gd name="T7" fmla="*/ 0 h 733"/>
                <a:gd name="T8" fmla="*/ 721 w 721"/>
                <a:gd name="T9" fmla="*/ 0 h 733"/>
                <a:gd name="T10" fmla="*/ 478 w 721"/>
                <a:gd name="T11" fmla="*/ 733 h 733"/>
                <a:gd name="T12" fmla="*/ 245 w 721"/>
                <a:gd name="T13" fmla="*/ 733 h 733"/>
                <a:gd name="T14" fmla="*/ 0 w 721"/>
                <a:gd name="T15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1" h="733">
                  <a:moveTo>
                    <a:pt x="0" y="0"/>
                  </a:moveTo>
                  <a:lnTo>
                    <a:pt x="237" y="0"/>
                  </a:lnTo>
                  <a:lnTo>
                    <a:pt x="360" y="474"/>
                  </a:lnTo>
                  <a:lnTo>
                    <a:pt x="491" y="0"/>
                  </a:lnTo>
                  <a:lnTo>
                    <a:pt x="721" y="0"/>
                  </a:lnTo>
                  <a:lnTo>
                    <a:pt x="478" y="733"/>
                  </a:lnTo>
                  <a:lnTo>
                    <a:pt x="245" y="73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982D7F3-8E67-4A4F-91EE-C8AA3BB44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652" y="1504398"/>
              <a:ext cx="1500188" cy="1231900"/>
            </a:xfrm>
            <a:custGeom>
              <a:avLst/>
              <a:gdLst>
                <a:gd name="T0" fmla="*/ 101 w 354"/>
                <a:gd name="T1" fmla="*/ 0 h 288"/>
                <a:gd name="T2" fmla="*/ 73 w 354"/>
                <a:gd name="T3" fmla="*/ 12 h 288"/>
                <a:gd name="T4" fmla="*/ 15 w 354"/>
                <a:gd name="T5" fmla="*/ 69 h 288"/>
                <a:gd name="T6" fmla="*/ 15 w 354"/>
                <a:gd name="T7" fmla="*/ 127 h 288"/>
                <a:gd name="T8" fmla="*/ 177 w 354"/>
                <a:gd name="T9" fmla="*/ 288 h 288"/>
                <a:gd name="T10" fmla="*/ 338 w 354"/>
                <a:gd name="T11" fmla="*/ 127 h 288"/>
                <a:gd name="T12" fmla="*/ 338 w 354"/>
                <a:gd name="T13" fmla="*/ 69 h 288"/>
                <a:gd name="T14" fmla="*/ 281 w 354"/>
                <a:gd name="T15" fmla="*/ 12 h 288"/>
                <a:gd name="T16" fmla="*/ 252 w 354"/>
                <a:gd name="T17" fmla="*/ 0 h 288"/>
                <a:gd name="T18" fmla="*/ 224 w 354"/>
                <a:gd name="T19" fmla="*/ 12 h 288"/>
                <a:gd name="T20" fmla="*/ 177 w 354"/>
                <a:gd name="T21" fmla="*/ 59 h 288"/>
                <a:gd name="T22" fmla="*/ 130 w 354"/>
                <a:gd name="T23" fmla="*/ 12 h 288"/>
                <a:gd name="T24" fmla="*/ 101 w 354"/>
                <a:gd name="T2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4" h="288">
                  <a:moveTo>
                    <a:pt x="101" y="0"/>
                  </a:moveTo>
                  <a:cubicBezTo>
                    <a:pt x="91" y="0"/>
                    <a:pt x="80" y="4"/>
                    <a:pt x="73" y="12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0" y="85"/>
                    <a:pt x="0" y="111"/>
                    <a:pt x="15" y="127"/>
                  </a:cubicBezTo>
                  <a:cubicBezTo>
                    <a:pt x="177" y="288"/>
                    <a:pt x="177" y="288"/>
                    <a:pt x="177" y="288"/>
                  </a:cubicBezTo>
                  <a:cubicBezTo>
                    <a:pt x="338" y="127"/>
                    <a:pt x="338" y="127"/>
                    <a:pt x="338" y="127"/>
                  </a:cubicBezTo>
                  <a:cubicBezTo>
                    <a:pt x="354" y="111"/>
                    <a:pt x="354" y="85"/>
                    <a:pt x="338" y="69"/>
                  </a:cubicBezTo>
                  <a:cubicBezTo>
                    <a:pt x="281" y="12"/>
                    <a:pt x="281" y="12"/>
                    <a:pt x="281" y="12"/>
                  </a:cubicBezTo>
                  <a:cubicBezTo>
                    <a:pt x="273" y="4"/>
                    <a:pt x="263" y="0"/>
                    <a:pt x="252" y="0"/>
                  </a:cubicBezTo>
                  <a:cubicBezTo>
                    <a:pt x="242" y="0"/>
                    <a:pt x="232" y="4"/>
                    <a:pt x="224" y="12"/>
                  </a:cubicBezTo>
                  <a:cubicBezTo>
                    <a:pt x="177" y="59"/>
                    <a:pt x="177" y="59"/>
                    <a:pt x="177" y="59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22" y="4"/>
                    <a:pt x="111" y="0"/>
                    <a:pt x="10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37B8E154-46D5-4920-86B2-1F96A57FED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06527" y="2471186"/>
              <a:ext cx="233363" cy="239713"/>
            </a:xfrm>
            <a:custGeom>
              <a:avLst/>
              <a:gdLst>
                <a:gd name="T0" fmla="*/ 27 w 55"/>
                <a:gd name="T1" fmla="*/ 56 h 56"/>
                <a:gd name="T2" fmla="*/ 0 w 55"/>
                <a:gd name="T3" fmla="*/ 28 h 56"/>
                <a:gd name="T4" fmla="*/ 27 w 55"/>
                <a:gd name="T5" fmla="*/ 0 h 56"/>
                <a:gd name="T6" fmla="*/ 55 w 55"/>
                <a:gd name="T7" fmla="*/ 28 h 56"/>
                <a:gd name="T8" fmla="*/ 27 w 55"/>
                <a:gd name="T9" fmla="*/ 56 h 56"/>
                <a:gd name="T10" fmla="*/ 27 w 55"/>
                <a:gd name="T11" fmla="*/ 5 h 56"/>
                <a:gd name="T12" fmla="*/ 6 w 55"/>
                <a:gd name="T13" fmla="*/ 28 h 56"/>
                <a:gd name="T14" fmla="*/ 27 w 55"/>
                <a:gd name="T15" fmla="*/ 51 h 56"/>
                <a:gd name="T16" fmla="*/ 49 w 55"/>
                <a:gd name="T17" fmla="*/ 28 h 56"/>
                <a:gd name="T18" fmla="*/ 27 w 55"/>
                <a:gd name="T19" fmla="*/ 5 h 56"/>
                <a:gd name="T20" fmla="*/ 22 w 55"/>
                <a:gd name="T21" fmla="*/ 44 h 56"/>
                <a:gd name="T22" fmla="*/ 16 w 55"/>
                <a:gd name="T23" fmla="*/ 44 h 56"/>
                <a:gd name="T24" fmla="*/ 16 w 55"/>
                <a:gd name="T25" fmla="*/ 13 h 56"/>
                <a:gd name="T26" fmla="*/ 28 w 55"/>
                <a:gd name="T27" fmla="*/ 13 h 56"/>
                <a:gd name="T28" fmla="*/ 40 w 55"/>
                <a:gd name="T29" fmla="*/ 22 h 56"/>
                <a:gd name="T30" fmla="*/ 31 w 55"/>
                <a:gd name="T31" fmla="*/ 30 h 56"/>
                <a:gd name="T32" fmla="*/ 40 w 55"/>
                <a:gd name="T33" fmla="*/ 44 h 56"/>
                <a:gd name="T34" fmla="*/ 34 w 55"/>
                <a:gd name="T35" fmla="*/ 44 h 56"/>
                <a:gd name="T36" fmla="*/ 26 w 55"/>
                <a:gd name="T37" fmla="*/ 31 h 56"/>
                <a:gd name="T38" fmla="*/ 22 w 55"/>
                <a:gd name="T39" fmla="*/ 31 h 56"/>
                <a:gd name="T40" fmla="*/ 22 w 55"/>
                <a:gd name="T41" fmla="*/ 44 h 56"/>
                <a:gd name="T42" fmla="*/ 27 w 55"/>
                <a:gd name="T43" fmla="*/ 26 h 56"/>
                <a:gd name="T44" fmla="*/ 34 w 55"/>
                <a:gd name="T45" fmla="*/ 21 h 56"/>
                <a:gd name="T46" fmla="*/ 28 w 55"/>
                <a:gd name="T47" fmla="*/ 17 h 56"/>
                <a:gd name="T48" fmla="*/ 22 w 55"/>
                <a:gd name="T49" fmla="*/ 17 h 56"/>
                <a:gd name="T50" fmla="*/ 22 w 55"/>
                <a:gd name="T51" fmla="*/ 26 h 56"/>
                <a:gd name="T52" fmla="*/ 27 w 55"/>
                <a:gd name="T53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56">
                  <a:moveTo>
                    <a:pt x="27" y="56"/>
                  </a:moveTo>
                  <a:cubicBezTo>
                    <a:pt x="11" y="56"/>
                    <a:pt x="0" y="44"/>
                    <a:pt x="0" y="28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5" y="11"/>
                    <a:pt x="55" y="28"/>
                  </a:cubicBezTo>
                  <a:cubicBezTo>
                    <a:pt x="55" y="45"/>
                    <a:pt x="42" y="56"/>
                    <a:pt x="27" y="56"/>
                  </a:cubicBezTo>
                  <a:close/>
                  <a:moveTo>
                    <a:pt x="27" y="5"/>
                  </a:moveTo>
                  <a:cubicBezTo>
                    <a:pt x="15" y="5"/>
                    <a:pt x="6" y="14"/>
                    <a:pt x="6" y="28"/>
                  </a:cubicBezTo>
                  <a:cubicBezTo>
                    <a:pt x="6" y="41"/>
                    <a:pt x="14" y="51"/>
                    <a:pt x="27" y="51"/>
                  </a:cubicBezTo>
                  <a:cubicBezTo>
                    <a:pt x="39" y="51"/>
                    <a:pt x="49" y="42"/>
                    <a:pt x="49" y="28"/>
                  </a:cubicBezTo>
                  <a:cubicBezTo>
                    <a:pt x="49" y="14"/>
                    <a:pt x="39" y="5"/>
                    <a:pt x="27" y="5"/>
                  </a:cubicBezTo>
                  <a:close/>
                  <a:moveTo>
                    <a:pt x="22" y="44"/>
                  </a:moveTo>
                  <a:cubicBezTo>
                    <a:pt x="16" y="44"/>
                    <a:pt x="16" y="44"/>
                    <a:pt x="16" y="44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6" y="13"/>
                    <a:pt x="40" y="16"/>
                    <a:pt x="40" y="22"/>
                  </a:cubicBezTo>
                  <a:cubicBezTo>
                    <a:pt x="40" y="27"/>
                    <a:pt x="36" y="30"/>
                    <a:pt x="31" y="30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22" y="44"/>
                  </a:lnTo>
                  <a:close/>
                  <a:moveTo>
                    <a:pt x="27" y="26"/>
                  </a:moveTo>
                  <a:cubicBezTo>
                    <a:pt x="31" y="26"/>
                    <a:pt x="34" y="26"/>
                    <a:pt x="34" y="21"/>
                  </a:cubicBezTo>
                  <a:cubicBezTo>
                    <a:pt x="34" y="18"/>
                    <a:pt x="31" y="17"/>
                    <a:pt x="28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26"/>
                    <a:pt x="22" y="26"/>
                    <a:pt x="22" y="26"/>
                  </a:cubicBezTo>
                  <a:lnTo>
                    <a:pt x="27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text and infographic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1833262326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nfographic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33589" y="530351"/>
            <a:ext cx="4884168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text and infographic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6740693" y="1765300"/>
            <a:ext cx="4884168" cy="3977640"/>
          </a:xfrm>
        </p:spPr>
        <p:txBody>
          <a:bodyPr/>
          <a:lstStyle>
            <a:lvl1pPr>
              <a:defRPr cap="none" baseline="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139F72-CEC0-495F-8477-192D60A880E2}"/>
              </a:ext>
            </a:extLst>
          </p:cNvPr>
          <p:cNvSpPr/>
          <p:nvPr userDrawn="1"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935A177A-64AC-49B1-9D97-25A4DB841CAD}"/>
              </a:ext>
            </a:extLst>
          </p:cNvPr>
          <p:cNvSpPr txBox="1">
            <a:spLocks/>
          </p:cNvSpPr>
          <p:nvPr userDrawn="1"/>
        </p:nvSpPr>
        <p:spPr>
          <a:xfrm>
            <a:off x="557930" y="6376946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Lucida Grande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Lucida Grande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1" smtClean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1">
              <a:solidFill>
                <a:schemeClr val="bg1"/>
              </a:solidFill>
              <a:latin typeface="+mn-lt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35D44D1-CF2C-4331-B380-083F7ABF73CB}"/>
              </a:ext>
            </a:extLst>
          </p:cNvPr>
          <p:cNvSpPr txBox="1">
            <a:spLocks/>
          </p:cNvSpPr>
          <p:nvPr userDrawn="1"/>
        </p:nvSpPr>
        <p:spPr>
          <a:xfrm>
            <a:off x="859760" y="6376946"/>
            <a:ext cx="3860217" cy="2286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Lucida Grande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Lucida Grande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©2021 CVS Health and/or one of its affiliates.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265045373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high impac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2697E3D-9970-40A4-9967-1A38ED528B3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spcBef>
                <a:spcPts val="0"/>
              </a:spcBef>
              <a:spcAft>
                <a:spcPts val="0"/>
              </a:spcAft>
              <a:defRPr sz="6600" b="1"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r>
              <a:rPr lang="en-US"/>
              <a:t>IMAGE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1764792"/>
            <a:ext cx="4435995" cy="1463040"/>
          </a:xfrm>
        </p:spPr>
        <p:txBody>
          <a:bodyPr rIns="0"/>
          <a:lstStyle>
            <a:lvl1pPr>
              <a:lnSpc>
                <a:spcPct val="95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quote with image. Image should reflect the content of the quote.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722800-BF6A-4FA2-8F5B-598FB160C2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7929" y="3590383"/>
            <a:ext cx="4573191" cy="16192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sz="13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AUTHOR</a:t>
            </a:r>
          </a:p>
        </p:txBody>
      </p:sp>
    </p:spTree>
    <p:extLst>
      <p:ext uri="{BB962C8B-B14F-4D97-AF65-F5344CB8AC3E}">
        <p14:creationId xmlns:p14="http://schemas.microsoft.com/office/powerpoint/2010/main" val="1616609551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high 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2868" y="2180108"/>
            <a:ext cx="7170763" cy="1463040"/>
          </a:xfrm>
        </p:spPr>
        <p:txBody>
          <a:bodyPr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quote.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722800-BF6A-4FA2-8F5B-598FB160C2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2867" y="4020922"/>
            <a:ext cx="4573191" cy="16192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sz="13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AUTHOR</a:t>
            </a:r>
          </a:p>
        </p:txBody>
      </p:sp>
    </p:spTree>
    <p:extLst>
      <p:ext uri="{BB962C8B-B14F-4D97-AF65-F5344CB8AC3E}">
        <p14:creationId xmlns:p14="http://schemas.microsoft.com/office/powerpoint/2010/main" val="2312628623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high impact on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139F72-CEC0-495F-8477-192D60A880E2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935A177A-64AC-49B1-9D97-25A4DB841CAD}"/>
              </a:ext>
            </a:extLst>
          </p:cNvPr>
          <p:cNvSpPr txBox="1">
            <a:spLocks/>
          </p:cNvSpPr>
          <p:nvPr userDrawn="1"/>
        </p:nvSpPr>
        <p:spPr>
          <a:xfrm>
            <a:off x="557930" y="6376946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Lucida Grande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Lucida Grande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1" smtClean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1">
              <a:solidFill>
                <a:schemeClr val="bg1"/>
              </a:solidFill>
              <a:latin typeface="+mn-lt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F35D44D1-CF2C-4331-B380-083F7ABF73CB}"/>
              </a:ext>
            </a:extLst>
          </p:cNvPr>
          <p:cNvSpPr txBox="1">
            <a:spLocks/>
          </p:cNvSpPr>
          <p:nvPr userDrawn="1"/>
        </p:nvSpPr>
        <p:spPr>
          <a:xfrm>
            <a:off x="859760" y="6376946"/>
            <a:ext cx="3860217" cy="2286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Lucida Grande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Lucida Grande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©2021 CVS Health and/or one of its affiliates. Confidential and proprietary.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FDE6AD5-F9DF-408C-8730-856FE7DF1AC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55279" y="6373316"/>
            <a:ext cx="1279513" cy="157138"/>
            <a:chOff x="1011652" y="1504398"/>
            <a:chExt cx="10028238" cy="1231900"/>
          </a:xfrm>
          <a:solidFill>
            <a:schemeClr val="bg1"/>
          </a:solidFill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EAEBFD24-EC09-43D3-99D6-42D3AFF5C6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17027" y="1539323"/>
              <a:ext cx="4808538" cy="1189038"/>
            </a:xfrm>
            <a:custGeom>
              <a:avLst/>
              <a:gdLst>
                <a:gd name="T0" fmla="*/ 701 w 1134"/>
                <a:gd name="T1" fmla="*/ 273 h 278"/>
                <a:gd name="T2" fmla="*/ 675 w 1134"/>
                <a:gd name="T3" fmla="*/ 248 h 278"/>
                <a:gd name="T4" fmla="*/ 701 w 1134"/>
                <a:gd name="T5" fmla="*/ 109 h 278"/>
                <a:gd name="T6" fmla="*/ 645 w 1134"/>
                <a:gd name="T7" fmla="*/ 84 h 278"/>
                <a:gd name="T8" fmla="*/ 576 w 1134"/>
                <a:gd name="T9" fmla="*/ 79 h 278"/>
                <a:gd name="T10" fmla="*/ 576 w 1134"/>
                <a:gd name="T11" fmla="*/ 278 h 278"/>
                <a:gd name="T12" fmla="*/ 645 w 1134"/>
                <a:gd name="T13" fmla="*/ 273 h 278"/>
                <a:gd name="T14" fmla="*/ 426 w 1134"/>
                <a:gd name="T15" fmla="*/ 222 h 278"/>
                <a:gd name="T16" fmla="*/ 299 w 1134"/>
                <a:gd name="T17" fmla="*/ 189 h 278"/>
                <a:gd name="T18" fmla="*/ 461 w 1134"/>
                <a:gd name="T19" fmla="*/ 175 h 278"/>
                <a:gd name="T20" fmla="*/ 267 w 1134"/>
                <a:gd name="T21" fmla="*/ 178 h 278"/>
                <a:gd name="T22" fmla="*/ 456 w 1134"/>
                <a:gd name="T23" fmla="*/ 222 h 278"/>
                <a:gd name="T24" fmla="*/ 59 w 1134"/>
                <a:gd name="T25" fmla="*/ 25 h 278"/>
                <a:gd name="T26" fmla="*/ 86 w 1134"/>
                <a:gd name="T27" fmla="*/ 0 h 278"/>
                <a:gd name="T28" fmla="*/ 0 w 1134"/>
                <a:gd name="T29" fmla="*/ 25 h 278"/>
                <a:gd name="T30" fmla="*/ 27 w 1134"/>
                <a:gd name="T31" fmla="*/ 247 h 278"/>
                <a:gd name="T32" fmla="*/ 0 w 1134"/>
                <a:gd name="T33" fmla="*/ 273 h 278"/>
                <a:gd name="T34" fmla="*/ 86 w 1134"/>
                <a:gd name="T35" fmla="*/ 247 h 278"/>
                <a:gd name="T36" fmla="*/ 59 w 1134"/>
                <a:gd name="T37" fmla="*/ 138 h 278"/>
                <a:gd name="T38" fmla="*/ 196 w 1134"/>
                <a:gd name="T39" fmla="*/ 247 h 278"/>
                <a:gd name="T40" fmla="*/ 168 w 1134"/>
                <a:gd name="T41" fmla="*/ 273 h 278"/>
                <a:gd name="T42" fmla="*/ 255 w 1134"/>
                <a:gd name="T43" fmla="*/ 247 h 278"/>
                <a:gd name="T44" fmla="*/ 227 w 1134"/>
                <a:gd name="T45" fmla="*/ 25 h 278"/>
                <a:gd name="T46" fmla="*/ 255 w 1134"/>
                <a:gd name="T47" fmla="*/ 0 h 278"/>
                <a:gd name="T48" fmla="*/ 168 w 1134"/>
                <a:gd name="T49" fmla="*/ 25 h 278"/>
                <a:gd name="T50" fmla="*/ 196 w 1134"/>
                <a:gd name="T51" fmla="*/ 114 h 278"/>
                <a:gd name="T52" fmla="*/ 996 w 1134"/>
                <a:gd name="T53" fmla="*/ 248 h 278"/>
                <a:gd name="T54" fmla="*/ 971 w 1134"/>
                <a:gd name="T55" fmla="*/ 163 h 278"/>
                <a:gd name="T56" fmla="*/ 1078 w 1134"/>
                <a:gd name="T57" fmla="*/ 163 h 278"/>
                <a:gd name="T58" fmla="*/ 1053 w 1134"/>
                <a:gd name="T59" fmla="*/ 248 h 278"/>
                <a:gd name="T60" fmla="*/ 1134 w 1134"/>
                <a:gd name="T61" fmla="*/ 273 h 278"/>
                <a:gd name="T62" fmla="*/ 1109 w 1134"/>
                <a:gd name="T63" fmla="*/ 248 h 278"/>
                <a:gd name="T64" fmla="*/ 1030 w 1134"/>
                <a:gd name="T65" fmla="*/ 79 h 278"/>
                <a:gd name="T66" fmla="*/ 971 w 1134"/>
                <a:gd name="T67" fmla="*/ 0 h 278"/>
                <a:gd name="T68" fmla="*/ 915 w 1134"/>
                <a:gd name="T69" fmla="*/ 24 h 278"/>
                <a:gd name="T70" fmla="*/ 940 w 1134"/>
                <a:gd name="T71" fmla="*/ 248 h 278"/>
                <a:gd name="T72" fmla="*/ 915 w 1134"/>
                <a:gd name="T73" fmla="*/ 273 h 278"/>
                <a:gd name="T74" fmla="*/ 996 w 1134"/>
                <a:gd name="T75" fmla="*/ 248 h 278"/>
                <a:gd name="T76" fmla="*/ 580 w 1134"/>
                <a:gd name="T77" fmla="*/ 104 h 278"/>
                <a:gd name="T78" fmla="*/ 580 w 1134"/>
                <a:gd name="T79" fmla="*/ 252 h 278"/>
                <a:gd name="T80" fmla="*/ 366 w 1134"/>
                <a:gd name="T81" fmla="*/ 104 h 278"/>
                <a:gd name="T82" fmla="*/ 299 w 1134"/>
                <a:gd name="T83" fmla="*/ 164 h 278"/>
                <a:gd name="T84" fmla="*/ 859 w 1134"/>
                <a:gd name="T85" fmla="*/ 224 h 278"/>
                <a:gd name="T86" fmla="*/ 897 w 1134"/>
                <a:gd name="T87" fmla="*/ 109 h 278"/>
                <a:gd name="T88" fmla="*/ 859 w 1134"/>
                <a:gd name="T89" fmla="*/ 84 h 278"/>
                <a:gd name="T90" fmla="*/ 829 w 1134"/>
                <a:gd name="T91" fmla="*/ 36 h 278"/>
                <a:gd name="T92" fmla="*/ 799 w 1134"/>
                <a:gd name="T93" fmla="*/ 84 h 278"/>
                <a:gd name="T94" fmla="*/ 829 w 1134"/>
                <a:gd name="T95" fmla="*/ 109 h 278"/>
                <a:gd name="T96" fmla="*/ 879 w 1134"/>
                <a:gd name="T97" fmla="*/ 275 h 278"/>
                <a:gd name="T98" fmla="*/ 897 w 1134"/>
                <a:gd name="T99" fmla="*/ 248 h 278"/>
                <a:gd name="T100" fmla="*/ 859 w 1134"/>
                <a:gd name="T101" fmla="*/ 224 h 278"/>
                <a:gd name="T102" fmla="*/ 801 w 1134"/>
                <a:gd name="T103" fmla="*/ 273 h 278"/>
                <a:gd name="T104" fmla="*/ 787 w 1134"/>
                <a:gd name="T105" fmla="*/ 249 h 278"/>
                <a:gd name="T106" fmla="*/ 768 w 1134"/>
                <a:gd name="T107" fmla="*/ 0 h 278"/>
                <a:gd name="T108" fmla="*/ 712 w 1134"/>
                <a:gd name="T109" fmla="*/ 24 h 278"/>
                <a:gd name="T110" fmla="*/ 737 w 1134"/>
                <a:gd name="T111" fmla="*/ 224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34" h="278">
                  <a:moveTo>
                    <a:pt x="645" y="273"/>
                  </a:moveTo>
                  <a:cubicBezTo>
                    <a:pt x="701" y="273"/>
                    <a:pt x="701" y="273"/>
                    <a:pt x="701" y="273"/>
                  </a:cubicBezTo>
                  <a:cubicBezTo>
                    <a:pt x="701" y="248"/>
                    <a:pt x="701" y="248"/>
                    <a:pt x="701" y="248"/>
                  </a:cubicBezTo>
                  <a:cubicBezTo>
                    <a:pt x="675" y="248"/>
                    <a:pt x="675" y="248"/>
                    <a:pt x="675" y="248"/>
                  </a:cubicBezTo>
                  <a:cubicBezTo>
                    <a:pt x="675" y="109"/>
                    <a:pt x="675" y="109"/>
                    <a:pt x="675" y="109"/>
                  </a:cubicBezTo>
                  <a:cubicBezTo>
                    <a:pt x="701" y="109"/>
                    <a:pt x="701" y="109"/>
                    <a:pt x="701" y="109"/>
                  </a:cubicBezTo>
                  <a:cubicBezTo>
                    <a:pt x="701" y="84"/>
                    <a:pt x="701" y="84"/>
                    <a:pt x="701" y="84"/>
                  </a:cubicBezTo>
                  <a:cubicBezTo>
                    <a:pt x="645" y="84"/>
                    <a:pt x="645" y="84"/>
                    <a:pt x="645" y="84"/>
                  </a:cubicBezTo>
                  <a:cubicBezTo>
                    <a:pt x="645" y="112"/>
                    <a:pt x="645" y="112"/>
                    <a:pt x="645" y="112"/>
                  </a:cubicBezTo>
                  <a:cubicBezTo>
                    <a:pt x="629" y="91"/>
                    <a:pt x="605" y="79"/>
                    <a:pt x="576" y="79"/>
                  </a:cubicBezTo>
                  <a:cubicBezTo>
                    <a:pt x="523" y="79"/>
                    <a:pt x="483" y="122"/>
                    <a:pt x="483" y="178"/>
                  </a:cubicBezTo>
                  <a:cubicBezTo>
                    <a:pt x="483" y="235"/>
                    <a:pt x="523" y="278"/>
                    <a:pt x="576" y="278"/>
                  </a:cubicBezTo>
                  <a:cubicBezTo>
                    <a:pt x="605" y="278"/>
                    <a:pt x="629" y="265"/>
                    <a:pt x="645" y="245"/>
                  </a:cubicBezTo>
                  <a:lnTo>
                    <a:pt x="645" y="273"/>
                  </a:lnTo>
                  <a:close/>
                  <a:moveTo>
                    <a:pt x="456" y="222"/>
                  </a:moveTo>
                  <a:cubicBezTo>
                    <a:pt x="426" y="222"/>
                    <a:pt x="426" y="222"/>
                    <a:pt x="426" y="222"/>
                  </a:cubicBezTo>
                  <a:cubicBezTo>
                    <a:pt x="415" y="241"/>
                    <a:pt x="395" y="253"/>
                    <a:pt x="367" y="253"/>
                  </a:cubicBezTo>
                  <a:cubicBezTo>
                    <a:pt x="325" y="253"/>
                    <a:pt x="302" y="227"/>
                    <a:pt x="299" y="189"/>
                  </a:cubicBezTo>
                  <a:cubicBezTo>
                    <a:pt x="461" y="189"/>
                    <a:pt x="461" y="189"/>
                    <a:pt x="461" y="189"/>
                  </a:cubicBezTo>
                  <a:cubicBezTo>
                    <a:pt x="461" y="175"/>
                    <a:pt x="461" y="175"/>
                    <a:pt x="461" y="175"/>
                  </a:cubicBezTo>
                  <a:cubicBezTo>
                    <a:pt x="461" y="118"/>
                    <a:pt x="424" y="79"/>
                    <a:pt x="366" y="79"/>
                  </a:cubicBezTo>
                  <a:cubicBezTo>
                    <a:pt x="308" y="79"/>
                    <a:pt x="267" y="120"/>
                    <a:pt x="267" y="178"/>
                  </a:cubicBezTo>
                  <a:cubicBezTo>
                    <a:pt x="267" y="237"/>
                    <a:pt x="308" y="278"/>
                    <a:pt x="366" y="278"/>
                  </a:cubicBezTo>
                  <a:cubicBezTo>
                    <a:pt x="409" y="278"/>
                    <a:pt x="442" y="257"/>
                    <a:pt x="456" y="222"/>
                  </a:cubicBezTo>
                  <a:moveTo>
                    <a:pt x="59" y="114"/>
                  </a:moveTo>
                  <a:cubicBezTo>
                    <a:pt x="59" y="25"/>
                    <a:pt x="59" y="25"/>
                    <a:pt x="59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47"/>
                    <a:pt x="27" y="247"/>
                    <a:pt x="27" y="24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6" y="273"/>
                    <a:pt x="86" y="273"/>
                    <a:pt x="86" y="273"/>
                  </a:cubicBezTo>
                  <a:cubicBezTo>
                    <a:pt x="86" y="247"/>
                    <a:pt x="86" y="247"/>
                    <a:pt x="86" y="247"/>
                  </a:cubicBezTo>
                  <a:cubicBezTo>
                    <a:pt x="59" y="247"/>
                    <a:pt x="59" y="247"/>
                    <a:pt x="59" y="247"/>
                  </a:cubicBezTo>
                  <a:cubicBezTo>
                    <a:pt x="59" y="138"/>
                    <a:pt x="59" y="138"/>
                    <a:pt x="59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6" y="247"/>
                    <a:pt x="196" y="247"/>
                    <a:pt x="196" y="247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73"/>
                    <a:pt x="168" y="273"/>
                    <a:pt x="168" y="273"/>
                  </a:cubicBezTo>
                  <a:cubicBezTo>
                    <a:pt x="255" y="273"/>
                    <a:pt x="255" y="273"/>
                    <a:pt x="255" y="273"/>
                  </a:cubicBezTo>
                  <a:cubicBezTo>
                    <a:pt x="255" y="247"/>
                    <a:pt x="255" y="247"/>
                    <a:pt x="255" y="247"/>
                  </a:cubicBezTo>
                  <a:cubicBezTo>
                    <a:pt x="227" y="247"/>
                    <a:pt x="227" y="247"/>
                    <a:pt x="227" y="247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196" y="25"/>
                    <a:pt x="196" y="25"/>
                    <a:pt x="196" y="25"/>
                  </a:cubicBezTo>
                  <a:cubicBezTo>
                    <a:pt x="196" y="114"/>
                    <a:pt x="196" y="114"/>
                    <a:pt x="196" y="114"/>
                  </a:cubicBezTo>
                  <a:lnTo>
                    <a:pt x="59" y="114"/>
                  </a:lnTo>
                  <a:close/>
                  <a:moveTo>
                    <a:pt x="996" y="248"/>
                  </a:moveTo>
                  <a:cubicBezTo>
                    <a:pt x="971" y="248"/>
                    <a:pt x="971" y="248"/>
                    <a:pt x="971" y="248"/>
                  </a:cubicBezTo>
                  <a:cubicBezTo>
                    <a:pt x="971" y="163"/>
                    <a:pt x="971" y="163"/>
                    <a:pt x="971" y="163"/>
                  </a:cubicBezTo>
                  <a:cubicBezTo>
                    <a:pt x="971" y="124"/>
                    <a:pt x="991" y="104"/>
                    <a:pt x="1026" y="104"/>
                  </a:cubicBezTo>
                  <a:cubicBezTo>
                    <a:pt x="1058" y="104"/>
                    <a:pt x="1078" y="124"/>
                    <a:pt x="1078" y="163"/>
                  </a:cubicBezTo>
                  <a:cubicBezTo>
                    <a:pt x="1078" y="248"/>
                    <a:pt x="1078" y="248"/>
                    <a:pt x="1078" y="248"/>
                  </a:cubicBezTo>
                  <a:cubicBezTo>
                    <a:pt x="1053" y="248"/>
                    <a:pt x="1053" y="248"/>
                    <a:pt x="1053" y="248"/>
                  </a:cubicBezTo>
                  <a:cubicBezTo>
                    <a:pt x="1053" y="273"/>
                    <a:pt x="1053" y="273"/>
                    <a:pt x="1053" y="273"/>
                  </a:cubicBezTo>
                  <a:cubicBezTo>
                    <a:pt x="1134" y="273"/>
                    <a:pt x="1134" y="273"/>
                    <a:pt x="1134" y="273"/>
                  </a:cubicBezTo>
                  <a:cubicBezTo>
                    <a:pt x="1134" y="248"/>
                    <a:pt x="1134" y="248"/>
                    <a:pt x="1134" y="248"/>
                  </a:cubicBezTo>
                  <a:cubicBezTo>
                    <a:pt x="1109" y="248"/>
                    <a:pt x="1109" y="248"/>
                    <a:pt x="1109" y="248"/>
                  </a:cubicBezTo>
                  <a:cubicBezTo>
                    <a:pt x="1109" y="163"/>
                    <a:pt x="1109" y="163"/>
                    <a:pt x="1109" y="163"/>
                  </a:cubicBezTo>
                  <a:cubicBezTo>
                    <a:pt x="1109" y="117"/>
                    <a:pt x="1081" y="79"/>
                    <a:pt x="1030" y="79"/>
                  </a:cubicBezTo>
                  <a:cubicBezTo>
                    <a:pt x="1003" y="79"/>
                    <a:pt x="983" y="89"/>
                    <a:pt x="971" y="105"/>
                  </a:cubicBezTo>
                  <a:cubicBezTo>
                    <a:pt x="971" y="0"/>
                    <a:pt x="971" y="0"/>
                    <a:pt x="971" y="0"/>
                  </a:cubicBezTo>
                  <a:cubicBezTo>
                    <a:pt x="915" y="0"/>
                    <a:pt x="915" y="0"/>
                    <a:pt x="915" y="0"/>
                  </a:cubicBezTo>
                  <a:cubicBezTo>
                    <a:pt x="915" y="24"/>
                    <a:pt x="915" y="24"/>
                    <a:pt x="915" y="24"/>
                  </a:cubicBezTo>
                  <a:cubicBezTo>
                    <a:pt x="940" y="24"/>
                    <a:pt x="940" y="24"/>
                    <a:pt x="940" y="24"/>
                  </a:cubicBezTo>
                  <a:cubicBezTo>
                    <a:pt x="940" y="248"/>
                    <a:pt x="940" y="248"/>
                    <a:pt x="940" y="248"/>
                  </a:cubicBezTo>
                  <a:cubicBezTo>
                    <a:pt x="915" y="248"/>
                    <a:pt x="915" y="248"/>
                    <a:pt x="915" y="248"/>
                  </a:cubicBezTo>
                  <a:cubicBezTo>
                    <a:pt x="915" y="273"/>
                    <a:pt x="915" y="273"/>
                    <a:pt x="915" y="273"/>
                  </a:cubicBezTo>
                  <a:cubicBezTo>
                    <a:pt x="996" y="273"/>
                    <a:pt x="996" y="273"/>
                    <a:pt x="996" y="273"/>
                  </a:cubicBezTo>
                  <a:lnTo>
                    <a:pt x="996" y="248"/>
                  </a:lnTo>
                  <a:close/>
                  <a:moveTo>
                    <a:pt x="514" y="178"/>
                  </a:moveTo>
                  <a:cubicBezTo>
                    <a:pt x="514" y="135"/>
                    <a:pt x="542" y="104"/>
                    <a:pt x="580" y="104"/>
                  </a:cubicBezTo>
                  <a:cubicBezTo>
                    <a:pt x="619" y="104"/>
                    <a:pt x="646" y="136"/>
                    <a:pt x="646" y="178"/>
                  </a:cubicBezTo>
                  <a:cubicBezTo>
                    <a:pt x="646" y="221"/>
                    <a:pt x="619" y="252"/>
                    <a:pt x="580" y="252"/>
                  </a:cubicBezTo>
                  <a:cubicBezTo>
                    <a:pt x="542" y="252"/>
                    <a:pt x="514" y="221"/>
                    <a:pt x="514" y="178"/>
                  </a:cubicBezTo>
                  <a:moveTo>
                    <a:pt x="366" y="104"/>
                  </a:moveTo>
                  <a:cubicBezTo>
                    <a:pt x="406" y="104"/>
                    <a:pt x="427" y="133"/>
                    <a:pt x="430" y="164"/>
                  </a:cubicBezTo>
                  <a:cubicBezTo>
                    <a:pt x="299" y="164"/>
                    <a:pt x="299" y="164"/>
                    <a:pt x="299" y="164"/>
                  </a:cubicBezTo>
                  <a:cubicBezTo>
                    <a:pt x="302" y="130"/>
                    <a:pt x="326" y="104"/>
                    <a:pt x="366" y="104"/>
                  </a:cubicBezTo>
                  <a:moveTo>
                    <a:pt x="859" y="224"/>
                  </a:moveTo>
                  <a:cubicBezTo>
                    <a:pt x="859" y="109"/>
                    <a:pt x="859" y="109"/>
                    <a:pt x="859" y="109"/>
                  </a:cubicBezTo>
                  <a:cubicBezTo>
                    <a:pt x="897" y="109"/>
                    <a:pt x="897" y="109"/>
                    <a:pt x="897" y="109"/>
                  </a:cubicBezTo>
                  <a:cubicBezTo>
                    <a:pt x="897" y="84"/>
                    <a:pt x="897" y="84"/>
                    <a:pt x="897" y="84"/>
                  </a:cubicBezTo>
                  <a:cubicBezTo>
                    <a:pt x="859" y="84"/>
                    <a:pt x="859" y="84"/>
                    <a:pt x="859" y="84"/>
                  </a:cubicBezTo>
                  <a:cubicBezTo>
                    <a:pt x="859" y="36"/>
                    <a:pt x="859" y="36"/>
                    <a:pt x="859" y="36"/>
                  </a:cubicBezTo>
                  <a:cubicBezTo>
                    <a:pt x="829" y="36"/>
                    <a:pt x="829" y="36"/>
                    <a:pt x="829" y="36"/>
                  </a:cubicBezTo>
                  <a:cubicBezTo>
                    <a:pt x="829" y="84"/>
                    <a:pt x="829" y="84"/>
                    <a:pt x="829" y="84"/>
                  </a:cubicBezTo>
                  <a:cubicBezTo>
                    <a:pt x="799" y="84"/>
                    <a:pt x="799" y="84"/>
                    <a:pt x="799" y="84"/>
                  </a:cubicBezTo>
                  <a:cubicBezTo>
                    <a:pt x="799" y="109"/>
                    <a:pt x="799" y="109"/>
                    <a:pt x="799" y="109"/>
                  </a:cubicBezTo>
                  <a:cubicBezTo>
                    <a:pt x="829" y="109"/>
                    <a:pt x="829" y="109"/>
                    <a:pt x="829" y="109"/>
                  </a:cubicBezTo>
                  <a:cubicBezTo>
                    <a:pt x="829" y="225"/>
                    <a:pt x="829" y="225"/>
                    <a:pt x="829" y="225"/>
                  </a:cubicBezTo>
                  <a:cubicBezTo>
                    <a:pt x="829" y="259"/>
                    <a:pt x="844" y="275"/>
                    <a:pt x="879" y="275"/>
                  </a:cubicBezTo>
                  <a:cubicBezTo>
                    <a:pt x="884" y="275"/>
                    <a:pt x="893" y="274"/>
                    <a:pt x="897" y="273"/>
                  </a:cubicBezTo>
                  <a:cubicBezTo>
                    <a:pt x="897" y="248"/>
                    <a:pt x="897" y="248"/>
                    <a:pt x="897" y="248"/>
                  </a:cubicBezTo>
                  <a:cubicBezTo>
                    <a:pt x="892" y="249"/>
                    <a:pt x="886" y="249"/>
                    <a:pt x="882" y="249"/>
                  </a:cubicBezTo>
                  <a:cubicBezTo>
                    <a:pt x="866" y="249"/>
                    <a:pt x="859" y="244"/>
                    <a:pt x="859" y="224"/>
                  </a:cubicBezTo>
                  <a:moveTo>
                    <a:pt x="783" y="275"/>
                  </a:moveTo>
                  <a:cubicBezTo>
                    <a:pt x="789" y="275"/>
                    <a:pt x="797" y="274"/>
                    <a:pt x="801" y="273"/>
                  </a:cubicBezTo>
                  <a:cubicBezTo>
                    <a:pt x="801" y="248"/>
                    <a:pt x="801" y="248"/>
                    <a:pt x="801" y="248"/>
                  </a:cubicBezTo>
                  <a:cubicBezTo>
                    <a:pt x="795" y="249"/>
                    <a:pt x="791" y="249"/>
                    <a:pt x="787" y="249"/>
                  </a:cubicBezTo>
                  <a:cubicBezTo>
                    <a:pt x="774" y="249"/>
                    <a:pt x="768" y="243"/>
                    <a:pt x="768" y="222"/>
                  </a:cubicBezTo>
                  <a:cubicBezTo>
                    <a:pt x="768" y="0"/>
                    <a:pt x="768" y="0"/>
                    <a:pt x="768" y="0"/>
                  </a:cubicBezTo>
                  <a:cubicBezTo>
                    <a:pt x="712" y="0"/>
                    <a:pt x="712" y="0"/>
                    <a:pt x="712" y="0"/>
                  </a:cubicBezTo>
                  <a:cubicBezTo>
                    <a:pt x="712" y="24"/>
                    <a:pt x="712" y="24"/>
                    <a:pt x="712" y="24"/>
                  </a:cubicBezTo>
                  <a:cubicBezTo>
                    <a:pt x="737" y="24"/>
                    <a:pt x="737" y="24"/>
                    <a:pt x="737" y="24"/>
                  </a:cubicBezTo>
                  <a:cubicBezTo>
                    <a:pt x="737" y="224"/>
                    <a:pt x="737" y="224"/>
                    <a:pt x="737" y="224"/>
                  </a:cubicBezTo>
                  <a:cubicBezTo>
                    <a:pt x="737" y="257"/>
                    <a:pt x="751" y="275"/>
                    <a:pt x="783" y="27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1D17F69-D687-48A8-8300-CE89003EF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7202" y="1504398"/>
              <a:ext cx="1030288" cy="1231900"/>
            </a:xfrm>
            <a:custGeom>
              <a:avLst/>
              <a:gdLst>
                <a:gd name="T0" fmla="*/ 85 w 243"/>
                <a:gd name="T1" fmla="*/ 195 h 288"/>
                <a:gd name="T2" fmla="*/ 125 w 243"/>
                <a:gd name="T3" fmla="*/ 223 h 288"/>
                <a:gd name="T4" fmla="*/ 158 w 243"/>
                <a:gd name="T5" fmla="*/ 203 h 288"/>
                <a:gd name="T6" fmla="*/ 110 w 243"/>
                <a:gd name="T7" fmla="*/ 176 h 288"/>
                <a:gd name="T8" fmla="*/ 36 w 243"/>
                <a:gd name="T9" fmla="*/ 150 h 288"/>
                <a:gd name="T10" fmla="*/ 5 w 243"/>
                <a:gd name="T11" fmla="*/ 87 h 288"/>
                <a:gd name="T12" fmla="*/ 119 w 243"/>
                <a:gd name="T13" fmla="*/ 0 h 288"/>
                <a:gd name="T14" fmla="*/ 236 w 243"/>
                <a:gd name="T15" fmla="*/ 86 h 288"/>
                <a:gd name="T16" fmla="*/ 153 w 243"/>
                <a:gd name="T17" fmla="*/ 86 h 288"/>
                <a:gd name="T18" fmla="*/ 118 w 243"/>
                <a:gd name="T19" fmla="*/ 62 h 288"/>
                <a:gd name="T20" fmla="*/ 90 w 243"/>
                <a:gd name="T21" fmla="*/ 80 h 288"/>
                <a:gd name="T22" fmla="*/ 130 w 243"/>
                <a:gd name="T23" fmla="*/ 104 h 288"/>
                <a:gd name="T24" fmla="*/ 208 w 243"/>
                <a:gd name="T25" fmla="*/ 130 h 288"/>
                <a:gd name="T26" fmla="*/ 243 w 243"/>
                <a:gd name="T27" fmla="*/ 194 h 288"/>
                <a:gd name="T28" fmla="*/ 122 w 243"/>
                <a:gd name="T29" fmla="*/ 288 h 288"/>
                <a:gd name="T30" fmla="*/ 0 w 243"/>
                <a:gd name="T31" fmla="*/ 195 h 288"/>
                <a:gd name="T32" fmla="*/ 85 w 243"/>
                <a:gd name="T33" fmla="*/ 195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288">
                  <a:moveTo>
                    <a:pt x="85" y="195"/>
                  </a:moveTo>
                  <a:cubicBezTo>
                    <a:pt x="90" y="216"/>
                    <a:pt x="101" y="223"/>
                    <a:pt x="125" y="223"/>
                  </a:cubicBezTo>
                  <a:cubicBezTo>
                    <a:pt x="146" y="223"/>
                    <a:pt x="158" y="215"/>
                    <a:pt x="158" y="203"/>
                  </a:cubicBezTo>
                  <a:cubicBezTo>
                    <a:pt x="158" y="186"/>
                    <a:pt x="142" y="185"/>
                    <a:pt x="110" y="176"/>
                  </a:cubicBezTo>
                  <a:cubicBezTo>
                    <a:pt x="72" y="166"/>
                    <a:pt x="48" y="158"/>
                    <a:pt x="36" y="150"/>
                  </a:cubicBezTo>
                  <a:cubicBezTo>
                    <a:pt x="15" y="135"/>
                    <a:pt x="5" y="114"/>
                    <a:pt x="5" y="87"/>
                  </a:cubicBezTo>
                  <a:cubicBezTo>
                    <a:pt x="5" y="34"/>
                    <a:pt x="47" y="0"/>
                    <a:pt x="119" y="0"/>
                  </a:cubicBezTo>
                  <a:cubicBezTo>
                    <a:pt x="189" y="0"/>
                    <a:pt x="231" y="31"/>
                    <a:pt x="236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0" y="70"/>
                    <a:pt x="139" y="62"/>
                    <a:pt x="118" y="62"/>
                  </a:cubicBezTo>
                  <a:cubicBezTo>
                    <a:pt x="99" y="62"/>
                    <a:pt x="90" y="68"/>
                    <a:pt x="90" y="80"/>
                  </a:cubicBezTo>
                  <a:cubicBezTo>
                    <a:pt x="90" y="95"/>
                    <a:pt x="104" y="98"/>
                    <a:pt x="130" y="104"/>
                  </a:cubicBezTo>
                  <a:cubicBezTo>
                    <a:pt x="164" y="113"/>
                    <a:pt x="191" y="119"/>
                    <a:pt x="208" y="130"/>
                  </a:cubicBezTo>
                  <a:cubicBezTo>
                    <a:pt x="232" y="146"/>
                    <a:pt x="243" y="166"/>
                    <a:pt x="243" y="194"/>
                  </a:cubicBezTo>
                  <a:cubicBezTo>
                    <a:pt x="243" y="253"/>
                    <a:pt x="201" y="288"/>
                    <a:pt x="122" y="288"/>
                  </a:cubicBezTo>
                  <a:cubicBezTo>
                    <a:pt x="48" y="288"/>
                    <a:pt x="6" y="253"/>
                    <a:pt x="0" y="195"/>
                  </a:cubicBezTo>
                  <a:lnTo>
                    <a:pt x="85" y="1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CD4BE64E-7ABD-45BD-ACCF-3C1667AD3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727" y="1504398"/>
              <a:ext cx="1147763" cy="1231900"/>
            </a:xfrm>
            <a:custGeom>
              <a:avLst/>
              <a:gdLst>
                <a:gd name="T0" fmla="*/ 271 w 271"/>
                <a:gd name="T1" fmla="*/ 174 h 288"/>
                <a:gd name="T2" fmla="*/ 140 w 271"/>
                <a:gd name="T3" fmla="*/ 288 h 288"/>
                <a:gd name="T4" fmla="*/ 0 w 271"/>
                <a:gd name="T5" fmla="*/ 144 h 288"/>
                <a:gd name="T6" fmla="*/ 139 w 271"/>
                <a:gd name="T7" fmla="*/ 0 h 288"/>
                <a:gd name="T8" fmla="*/ 269 w 271"/>
                <a:gd name="T9" fmla="*/ 111 h 288"/>
                <a:gd name="T10" fmla="*/ 186 w 271"/>
                <a:gd name="T11" fmla="*/ 111 h 288"/>
                <a:gd name="T12" fmla="*/ 140 w 271"/>
                <a:gd name="T13" fmla="*/ 68 h 288"/>
                <a:gd name="T14" fmla="*/ 88 w 271"/>
                <a:gd name="T15" fmla="*/ 144 h 288"/>
                <a:gd name="T16" fmla="*/ 142 w 271"/>
                <a:gd name="T17" fmla="*/ 220 h 288"/>
                <a:gd name="T18" fmla="*/ 188 w 271"/>
                <a:gd name="T19" fmla="*/ 174 h 288"/>
                <a:gd name="T20" fmla="*/ 271 w 271"/>
                <a:gd name="T21" fmla="*/ 17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1" h="288">
                  <a:moveTo>
                    <a:pt x="271" y="174"/>
                  </a:moveTo>
                  <a:cubicBezTo>
                    <a:pt x="266" y="246"/>
                    <a:pt x="219" y="288"/>
                    <a:pt x="140" y="288"/>
                  </a:cubicBezTo>
                  <a:cubicBezTo>
                    <a:pt x="53" y="288"/>
                    <a:pt x="0" y="233"/>
                    <a:pt x="0" y="144"/>
                  </a:cubicBezTo>
                  <a:cubicBezTo>
                    <a:pt x="0" y="55"/>
                    <a:pt x="54" y="0"/>
                    <a:pt x="139" y="0"/>
                  </a:cubicBezTo>
                  <a:cubicBezTo>
                    <a:pt x="218" y="0"/>
                    <a:pt x="264" y="40"/>
                    <a:pt x="269" y="111"/>
                  </a:cubicBezTo>
                  <a:cubicBezTo>
                    <a:pt x="186" y="111"/>
                    <a:pt x="186" y="111"/>
                    <a:pt x="186" y="111"/>
                  </a:cubicBezTo>
                  <a:cubicBezTo>
                    <a:pt x="183" y="83"/>
                    <a:pt x="168" y="68"/>
                    <a:pt x="140" y="68"/>
                  </a:cubicBezTo>
                  <a:cubicBezTo>
                    <a:pt x="105" y="68"/>
                    <a:pt x="88" y="94"/>
                    <a:pt x="88" y="144"/>
                  </a:cubicBezTo>
                  <a:cubicBezTo>
                    <a:pt x="88" y="194"/>
                    <a:pt x="107" y="220"/>
                    <a:pt x="142" y="220"/>
                  </a:cubicBezTo>
                  <a:cubicBezTo>
                    <a:pt x="169" y="220"/>
                    <a:pt x="186" y="204"/>
                    <a:pt x="188" y="174"/>
                  </a:cubicBezTo>
                  <a:lnTo>
                    <a:pt x="271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C057E95B-2796-491D-A687-27D4B2DCD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115" y="1539323"/>
              <a:ext cx="1144588" cy="1163638"/>
            </a:xfrm>
            <a:custGeom>
              <a:avLst/>
              <a:gdLst>
                <a:gd name="T0" fmla="*/ 0 w 721"/>
                <a:gd name="T1" fmla="*/ 0 h 733"/>
                <a:gd name="T2" fmla="*/ 237 w 721"/>
                <a:gd name="T3" fmla="*/ 0 h 733"/>
                <a:gd name="T4" fmla="*/ 360 w 721"/>
                <a:gd name="T5" fmla="*/ 474 h 733"/>
                <a:gd name="T6" fmla="*/ 491 w 721"/>
                <a:gd name="T7" fmla="*/ 0 h 733"/>
                <a:gd name="T8" fmla="*/ 721 w 721"/>
                <a:gd name="T9" fmla="*/ 0 h 733"/>
                <a:gd name="T10" fmla="*/ 478 w 721"/>
                <a:gd name="T11" fmla="*/ 733 h 733"/>
                <a:gd name="T12" fmla="*/ 245 w 721"/>
                <a:gd name="T13" fmla="*/ 733 h 733"/>
                <a:gd name="T14" fmla="*/ 0 w 721"/>
                <a:gd name="T15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1" h="733">
                  <a:moveTo>
                    <a:pt x="0" y="0"/>
                  </a:moveTo>
                  <a:lnTo>
                    <a:pt x="237" y="0"/>
                  </a:lnTo>
                  <a:lnTo>
                    <a:pt x="360" y="474"/>
                  </a:lnTo>
                  <a:lnTo>
                    <a:pt x="491" y="0"/>
                  </a:lnTo>
                  <a:lnTo>
                    <a:pt x="721" y="0"/>
                  </a:lnTo>
                  <a:lnTo>
                    <a:pt x="478" y="733"/>
                  </a:lnTo>
                  <a:lnTo>
                    <a:pt x="245" y="73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711BEA48-E6DF-45F8-BDA7-36890BE90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652" y="1504398"/>
              <a:ext cx="1500188" cy="1231900"/>
            </a:xfrm>
            <a:custGeom>
              <a:avLst/>
              <a:gdLst>
                <a:gd name="T0" fmla="*/ 101 w 354"/>
                <a:gd name="T1" fmla="*/ 0 h 288"/>
                <a:gd name="T2" fmla="*/ 73 w 354"/>
                <a:gd name="T3" fmla="*/ 12 h 288"/>
                <a:gd name="T4" fmla="*/ 15 w 354"/>
                <a:gd name="T5" fmla="*/ 69 h 288"/>
                <a:gd name="T6" fmla="*/ 15 w 354"/>
                <a:gd name="T7" fmla="*/ 127 h 288"/>
                <a:gd name="T8" fmla="*/ 177 w 354"/>
                <a:gd name="T9" fmla="*/ 288 h 288"/>
                <a:gd name="T10" fmla="*/ 338 w 354"/>
                <a:gd name="T11" fmla="*/ 127 h 288"/>
                <a:gd name="T12" fmla="*/ 338 w 354"/>
                <a:gd name="T13" fmla="*/ 69 h 288"/>
                <a:gd name="T14" fmla="*/ 281 w 354"/>
                <a:gd name="T15" fmla="*/ 12 h 288"/>
                <a:gd name="T16" fmla="*/ 252 w 354"/>
                <a:gd name="T17" fmla="*/ 0 h 288"/>
                <a:gd name="T18" fmla="*/ 224 w 354"/>
                <a:gd name="T19" fmla="*/ 12 h 288"/>
                <a:gd name="T20" fmla="*/ 177 w 354"/>
                <a:gd name="T21" fmla="*/ 59 h 288"/>
                <a:gd name="T22" fmla="*/ 130 w 354"/>
                <a:gd name="T23" fmla="*/ 12 h 288"/>
                <a:gd name="T24" fmla="*/ 101 w 354"/>
                <a:gd name="T2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4" h="288">
                  <a:moveTo>
                    <a:pt x="101" y="0"/>
                  </a:moveTo>
                  <a:cubicBezTo>
                    <a:pt x="91" y="0"/>
                    <a:pt x="80" y="4"/>
                    <a:pt x="73" y="12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0" y="85"/>
                    <a:pt x="0" y="111"/>
                    <a:pt x="15" y="127"/>
                  </a:cubicBezTo>
                  <a:cubicBezTo>
                    <a:pt x="177" y="288"/>
                    <a:pt x="177" y="288"/>
                    <a:pt x="177" y="288"/>
                  </a:cubicBezTo>
                  <a:cubicBezTo>
                    <a:pt x="338" y="127"/>
                    <a:pt x="338" y="127"/>
                    <a:pt x="338" y="127"/>
                  </a:cubicBezTo>
                  <a:cubicBezTo>
                    <a:pt x="354" y="111"/>
                    <a:pt x="354" y="85"/>
                    <a:pt x="338" y="69"/>
                  </a:cubicBezTo>
                  <a:cubicBezTo>
                    <a:pt x="281" y="12"/>
                    <a:pt x="281" y="12"/>
                    <a:pt x="281" y="12"/>
                  </a:cubicBezTo>
                  <a:cubicBezTo>
                    <a:pt x="273" y="4"/>
                    <a:pt x="263" y="0"/>
                    <a:pt x="252" y="0"/>
                  </a:cubicBezTo>
                  <a:cubicBezTo>
                    <a:pt x="242" y="0"/>
                    <a:pt x="232" y="4"/>
                    <a:pt x="224" y="12"/>
                  </a:cubicBezTo>
                  <a:cubicBezTo>
                    <a:pt x="177" y="59"/>
                    <a:pt x="177" y="59"/>
                    <a:pt x="177" y="59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22" y="4"/>
                    <a:pt x="111" y="0"/>
                    <a:pt x="10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CCA9C532-A3D9-4234-A91F-8BD0192B10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06527" y="2471186"/>
              <a:ext cx="233363" cy="239713"/>
            </a:xfrm>
            <a:custGeom>
              <a:avLst/>
              <a:gdLst>
                <a:gd name="T0" fmla="*/ 27 w 55"/>
                <a:gd name="T1" fmla="*/ 56 h 56"/>
                <a:gd name="T2" fmla="*/ 0 w 55"/>
                <a:gd name="T3" fmla="*/ 28 h 56"/>
                <a:gd name="T4" fmla="*/ 27 w 55"/>
                <a:gd name="T5" fmla="*/ 0 h 56"/>
                <a:gd name="T6" fmla="*/ 55 w 55"/>
                <a:gd name="T7" fmla="*/ 28 h 56"/>
                <a:gd name="T8" fmla="*/ 27 w 55"/>
                <a:gd name="T9" fmla="*/ 56 h 56"/>
                <a:gd name="T10" fmla="*/ 27 w 55"/>
                <a:gd name="T11" fmla="*/ 5 h 56"/>
                <a:gd name="T12" fmla="*/ 6 w 55"/>
                <a:gd name="T13" fmla="*/ 28 h 56"/>
                <a:gd name="T14" fmla="*/ 27 w 55"/>
                <a:gd name="T15" fmla="*/ 51 h 56"/>
                <a:gd name="T16" fmla="*/ 49 w 55"/>
                <a:gd name="T17" fmla="*/ 28 h 56"/>
                <a:gd name="T18" fmla="*/ 27 w 55"/>
                <a:gd name="T19" fmla="*/ 5 h 56"/>
                <a:gd name="T20" fmla="*/ 22 w 55"/>
                <a:gd name="T21" fmla="*/ 44 h 56"/>
                <a:gd name="T22" fmla="*/ 16 w 55"/>
                <a:gd name="T23" fmla="*/ 44 h 56"/>
                <a:gd name="T24" fmla="*/ 16 w 55"/>
                <a:gd name="T25" fmla="*/ 13 h 56"/>
                <a:gd name="T26" fmla="*/ 28 w 55"/>
                <a:gd name="T27" fmla="*/ 13 h 56"/>
                <a:gd name="T28" fmla="*/ 40 w 55"/>
                <a:gd name="T29" fmla="*/ 22 h 56"/>
                <a:gd name="T30" fmla="*/ 31 w 55"/>
                <a:gd name="T31" fmla="*/ 30 h 56"/>
                <a:gd name="T32" fmla="*/ 40 w 55"/>
                <a:gd name="T33" fmla="*/ 44 h 56"/>
                <a:gd name="T34" fmla="*/ 34 w 55"/>
                <a:gd name="T35" fmla="*/ 44 h 56"/>
                <a:gd name="T36" fmla="*/ 26 w 55"/>
                <a:gd name="T37" fmla="*/ 31 h 56"/>
                <a:gd name="T38" fmla="*/ 22 w 55"/>
                <a:gd name="T39" fmla="*/ 31 h 56"/>
                <a:gd name="T40" fmla="*/ 22 w 55"/>
                <a:gd name="T41" fmla="*/ 44 h 56"/>
                <a:gd name="T42" fmla="*/ 27 w 55"/>
                <a:gd name="T43" fmla="*/ 26 h 56"/>
                <a:gd name="T44" fmla="*/ 34 w 55"/>
                <a:gd name="T45" fmla="*/ 21 h 56"/>
                <a:gd name="T46" fmla="*/ 28 w 55"/>
                <a:gd name="T47" fmla="*/ 17 h 56"/>
                <a:gd name="T48" fmla="*/ 22 w 55"/>
                <a:gd name="T49" fmla="*/ 17 h 56"/>
                <a:gd name="T50" fmla="*/ 22 w 55"/>
                <a:gd name="T51" fmla="*/ 26 h 56"/>
                <a:gd name="T52" fmla="*/ 27 w 55"/>
                <a:gd name="T53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56">
                  <a:moveTo>
                    <a:pt x="27" y="56"/>
                  </a:moveTo>
                  <a:cubicBezTo>
                    <a:pt x="11" y="56"/>
                    <a:pt x="0" y="44"/>
                    <a:pt x="0" y="28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5" y="11"/>
                    <a:pt x="55" y="28"/>
                  </a:cubicBezTo>
                  <a:cubicBezTo>
                    <a:pt x="55" y="45"/>
                    <a:pt x="42" y="56"/>
                    <a:pt x="27" y="56"/>
                  </a:cubicBezTo>
                  <a:close/>
                  <a:moveTo>
                    <a:pt x="27" y="5"/>
                  </a:moveTo>
                  <a:cubicBezTo>
                    <a:pt x="15" y="5"/>
                    <a:pt x="6" y="14"/>
                    <a:pt x="6" y="28"/>
                  </a:cubicBezTo>
                  <a:cubicBezTo>
                    <a:pt x="6" y="41"/>
                    <a:pt x="14" y="51"/>
                    <a:pt x="27" y="51"/>
                  </a:cubicBezTo>
                  <a:cubicBezTo>
                    <a:pt x="39" y="51"/>
                    <a:pt x="49" y="42"/>
                    <a:pt x="49" y="28"/>
                  </a:cubicBezTo>
                  <a:cubicBezTo>
                    <a:pt x="49" y="14"/>
                    <a:pt x="39" y="5"/>
                    <a:pt x="27" y="5"/>
                  </a:cubicBezTo>
                  <a:close/>
                  <a:moveTo>
                    <a:pt x="22" y="44"/>
                  </a:moveTo>
                  <a:cubicBezTo>
                    <a:pt x="16" y="44"/>
                    <a:pt x="16" y="44"/>
                    <a:pt x="16" y="44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6" y="13"/>
                    <a:pt x="40" y="16"/>
                    <a:pt x="40" y="22"/>
                  </a:cubicBezTo>
                  <a:cubicBezTo>
                    <a:pt x="40" y="27"/>
                    <a:pt x="36" y="30"/>
                    <a:pt x="31" y="30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22" y="44"/>
                  </a:lnTo>
                  <a:close/>
                  <a:moveTo>
                    <a:pt x="27" y="26"/>
                  </a:moveTo>
                  <a:cubicBezTo>
                    <a:pt x="31" y="26"/>
                    <a:pt x="34" y="26"/>
                    <a:pt x="34" y="21"/>
                  </a:cubicBezTo>
                  <a:cubicBezTo>
                    <a:pt x="34" y="18"/>
                    <a:pt x="31" y="17"/>
                    <a:pt x="28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26"/>
                    <a:pt x="22" y="26"/>
                    <a:pt x="22" y="26"/>
                  </a:cubicBezTo>
                  <a:lnTo>
                    <a:pt x="27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2868" y="2180108"/>
            <a:ext cx="7170763" cy="1463040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quote.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722800-BF6A-4FA2-8F5B-598FB160C2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2867" y="4020922"/>
            <a:ext cx="4573191" cy="16192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sz="13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AUTHOR</a:t>
            </a:r>
          </a:p>
        </p:txBody>
      </p:sp>
    </p:spTree>
    <p:extLst>
      <p:ext uri="{BB962C8B-B14F-4D97-AF65-F5344CB8AC3E}">
        <p14:creationId xmlns:p14="http://schemas.microsoft.com/office/powerpoint/2010/main" val="3620108863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25AEC46-6D54-4EEC-956E-3477AF6588BC}"/>
              </a:ext>
            </a:extLst>
          </p:cNvPr>
          <p:cNvSpPr txBox="1"/>
          <p:nvPr userDrawn="1"/>
        </p:nvSpPr>
        <p:spPr>
          <a:xfrm>
            <a:off x="533034" y="416158"/>
            <a:ext cx="4089993" cy="7106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456758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800" b="1" kern="1200">
                <a:solidFill>
                  <a:schemeClr val="accent6"/>
                </a:solidFill>
                <a:latin typeface="+mj-lt"/>
                <a:ea typeface="+mn-ea"/>
                <a:cs typeface="Arial" panose="020B0604020202020204" pitchFamily="34" charset="0"/>
              </a:rPr>
              <a:t>Next steps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1970635" y="2110424"/>
            <a:ext cx="2506109" cy="3630620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3200" b="1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4200"/>
              </a:spcBef>
              <a:buClrTx/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 algn="l"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7663" indent="-173038" algn="l">
              <a:buClrTx/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1175" indent="-163513" algn="l">
              <a:buClrTx/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 algn="l">
              <a:buClrTx/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 algn="l">
              <a:buClrTx/>
              <a:buFont typeface="Arial" panose="020B0604020202020204" pitchFamily="34" charset="0"/>
              <a:buChar char="•"/>
              <a:defRPr sz="1300"/>
            </a:lvl7pPr>
            <a:lvl8pPr marL="1031875" indent="-171450" algn="l">
              <a:buClrTx/>
              <a:buFont typeface="Arial" panose="020B0604020202020204" pitchFamily="34" charset="0"/>
              <a:buChar char="–"/>
              <a:defRPr sz="1300"/>
            </a:lvl8pPr>
            <a:lvl9pPr marL="1203325" indent="-171450" algn="l">
              <a:buClrTx/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ctr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1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</a:t>
            </a:r>
          </a:p>
          <a:p>
            <a:pPr lvl="3"/>
            <a:r>
              <a:rPr lang="en-US"/>
              <a:t>Second-level</a:t>
            </a:r>
          </a:p>
          <a:p>
            <a:pPr lvl="4"/>
            <a:r>
              <a:rPr lang="en-US"/>
              <a:t>Third-level</a:t>
            </a:r>
          </a:p>
          <a:p>
            <a:pPr lvl="5"/>
            <a:r>
              <a:rPr lang="en-US"/>
              <a:t>Fourth-level</a:t>
            </a:r>
          </a:p>
          <a:p>
            <a:pPr lvl="6"/>
            <a:r>
              <a:rPr lang="en-US"/>
              <a:t>Fifth-level</a:t>
            </a:r>
          </a:p>
          <a:p>
            <a:pPr lvl="7"/>
            <a:r>
              <a:rPr lang="en-US"/>
              <a:t>Sixth-level</a:t>
            </a:r>
          </a:p>
          <a:p>
            <a:pPr lvl="8"/>
            <a:r>
              <a:rPr lang="en-US"/>
              <a:t>Seventh-level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4820143" y="2110424"/>
            <a:ext cx="2506109" cy="3630620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0000"/>
              </a:lnSpc>
              <a:buClrTx/>
              <a:defRPr lang="en-US" sz="3200" b="1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4200"/>
              </a:spcBef>
              <a:buClrTx/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 algn="l"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7663" indent="-173038" algn="l">
              <a:buClrTx/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1175" indent="-163513" algn="l">
              <a:buClrTx/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 algn="l">
              <a:buClrTx/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 algn="l">
              <a:buClrTx/>
              <a:buFont typeface="Arial" panose="020B0604020202020204" pitchFamily="34" charset="0"/>
              <a:buChar char="•"/>
              <a:defRPr sz="1300"/>
            </a:lvl7pPr>
            <a:lvl8pPr marL="1031875" indent="-171450" algn="l">
              <a:buClrTx/>
              <a:buFont typeface="Arial" panose="020B0604020202020204" pitchFamily="34" charset="0"/>
              <a:buChar char="–"/>
              <a:defRPr sz="1300"/>
            </a:lvl8pPr>
            <a:lvl9pPr marL="1203325" indent="-171450" algn="l">
              <a:buClrTx/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ctr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2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</a:t>
            </a:r>
          </a:p>
          <a:p>
            <a:pPr lvl="3"/>
            <a:r>
              <a:rPr lang="en-US"/>
              <a:t>Second-level</a:t>
            </a:r>
          </a:p>
          <a:p>
            <a:pPr lvl="4"/>
            <a:r>
              <a:rPr lang="en-US"/>
              <a:t>Third-level</a:t>
            </a:r>
          </a:p>
          <a:p>
            <a:pPr lvl="5"/>
            <a:r>
              <a:rPr lang="en-US"/>
              <a:t>Fourth-level</a:t>
            </a:r>
          </a:p>
          <a:p>
            <a:pPr lvl="6"/>
            <a:r>
              <a:rPr lang="en-US"/>
              <a:t>Fifth-level</a:t>
            </a:r>
          </a:p>
          <a:p>
            <a:pPr lvl="7"/>
            <a:r>
              <a:rPr lang="en-US"/>
              <a:t>Sixth-level</a:t>
            </a:r>
          </a:p>
          <a:p>
            <a:pPr lvl="8"/>
            <a:r>
              <a:rPr lang="en-US"/>
              <a:t>Seventh-level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half" idx="11" hasCustomPrompt="1"/>
          </p:nvPr>
        </p:nvSpPr>
        <p:spPr bwMode="gray">
          <a:xfrm>
            <a:off x="7664668" y="2110424"/>
            <a:ext cx="2506109" cy="3630620"/>
          </a:xfrm>
        </p:spPr>
        <p:txBody>
          <a:bodyPr vert="horz" lIns="0" tIns="0" rIns="0" bIns="0" rtlCol="0">
            <a:noAutofit/>
          </a:bodyPr>
          <a:lstStyle>
            <a:lvl1pPr algn="ctr">
              <a:lnSpc>
                <a:spcPct val="105000"/>
              </a:lnSpc>
              <a:buClrTx/>
              <a:defRPr lang="en-US" sz="3200" b="1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ctr">
              <a:spcBef>
                <a:spcPts val="4200"/>
              </a:spcBef>
              <a:buClrTx/>
              <a:buNone/>
              <a:defRPr lang="en-US" sz="1300" dirty="0" smtClean="0">
                <a:solidFill>
                  <a:schemeClr val="tx2"/>
                </a:solidFill>
              </a:defRPr>
            </a:lvl2pPr>
            <a:lvl3pPr marL="174625" indent="-174625" algn="l">
              <a:spcBef>
                <a:spcPts val="1200"/>
              </a:spcBef>
              <a:buClrTx/>
              <a:buFont typeface="Arial" panose="020B0604020202020204" pitchFamily="34" charset="0"/>
              <a:buChar char="•"/>
              <a:defRPr lang="en-US" sz="1300" baseline="0" dirty="0" smtClean="0">
                <a:solidFill>
                  <a:schemeClr val="tx2"/>
                </a:solidFill>
              </a:defRPr>
            </a:lvl3pPr>
            <a:lvl4pPr marL="347663" indent="-173038" algn="l">
              <a:buClrTx/>
              <a:buFont typeface="Arial" panose="020B0604020202020204" pitchFamily="34" charset="0"/>
              <a:buChar char="–"/>
              <a:defRPr lang="en-US" sz="1300" baseline="0" dirty="0" smtClean="0">
                <a:solidFill>
                  <a:schemeClr val="tx2"/>
                </a:solidFill>
              </a:defRPr>
            </a:lvl4pPr>
            <a:lvl5pPr marL="511175" indent="-163513" algn="l">
              <a:buClrTx/>
              <a:buFont typeface="Arial" panose="020B0604020202020204" pitchFamily="34" charset="0"/>
              <a:buChar char="•"/>
              <a:defRPr lang="en-US" sz="1300" dirty="0">
                <a:solidFill>
                  <a:schemeClr val="tx2"/>
                </a:solidFill>
              </a:defRPr>
            </a:lvl5pPr>
            <a:lvl6pPr marL="685800" indent="-174625" algn="l">
              <a:buClrTx/>
              <a:buFont typeface="Arial" panose="020B0604020202020204" pitchFamily="34" charset="0"/>
              <a:buChar char="–"/>
              <a:defRPr sz="1300" baseline="0">
                <a:solidFill>
                  <a:schemeClr val="tx2"/>
                </a:solidFill>
              </a:defRPr>
            </a:lvl6pPr>
            <a:lvl7pPr marL="860425" indent="-173038" algn="l">
              <a:buClrTx/>
              <a:buFont typeface="Arial" panose="020B0604020202020204" pitchFamily="34" charset="0"/>
              <a:buChar char="•"/>
              <a:defRPr sz="1300"/>
            </a:lvl7pPr>
            <a:lvl8pPr marL="1031875" indent="-171450" algn="l">
              <a:buClrTx/>
              <a:buFont typeface="Arial" panose="020B0604020202020204" pitchFamily="34" charset="0"/>
              <a:buChar char="–"/>
              <a:defRPr sz="1300"/>
            </a:lvl8pPr>
            <a:lvl9pPr marL="1203325" indent="-171450" algn="l">
              <a:buClrTx/>
              <a:buFont typeface="Arial" panose="020B0604020202020204" pitchFamily="34" charset="0"/>
              <a:buChar char="•"/>
              <a:defRPr sz="1300"/>
            </a:lvl9pPr>
          </a:lstStyle>
          <a:p>
            <a:pPr marL="0" lvl="0" indent="0" algn="ctr" defTabSz="457200" rtl="0" eaLnBrk="1" latinLnBrk="0" hangingPunct="1">
              <a:lnSpc>
                <a:spcPct val="108000"/>
              </a:lnSpc>
              <a:spcBef>
                <a:spcPts val="1800"/>
              </a:spcBef>
              <a:buClrTx/>
              <a:buFont typeface="Arial"/>
              <a:buNone/>
            </a:pPr>
            <a:r>
              <a:rPr lang="en-US"/>
              <a:t>3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</a:t>
            </a:r>
          </a:p>
          <a:p>
            <a:pPr lvl="3"/>
            <a:r>
              <a:rPr lang="en-US"/>
              <a:t>Second-level</a:t>
            </a:r>
          </a:p>
          <a:p>
            <a:pPr lvl="4"/>
            <a:r>
              <a:rPr lang="en-US"/>
              <a:t>Third-level</a:t>
            </a:r>
          </a:p>
          <a:p>
            <a:pPr lvl="5"/>
            <a:r>
              <a:rPr lang="en-US"/>
              <a:t>Fourth-level</a:t>
            </a:r>
          </a:p>
          <a:p>
            <a:pPr lvl="6"/>
            <a:r>
              <a:rPr lang="en-US"/>
              <a:t>Fifth-level</a:t>
            </a:r>
          </a:p>
          <a:p>
            <a:pPr lvl="7"/>
            <a:r>
              <a:rPr lang="en-US"/>
              <a:t>Sixth-level</a:t>
            </a:r>
          </a:p>
          <a:p>
            <a:pPr lvl="8"/>
            <a:r>
              <a:rPr lang="en-US"/>
              <a:t>Seventh-level</a:t>
            </a:r>
          </a:p>
        </p:txBody>
      </p:sp>
    </p:spTree>
    <p:extLst>
      <p:ext uri="{BB962C8B-B14F-4D97-AF65-F5344CB8AC3E}">
        <p14:creationId xmlns:p14="http://schemas.microsoft.com/office/powerpoint/2010/main" val="2784468534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25AEC46-6D54-4EEC-956E-3477AF6588BC}"/>
              </a:ext>
            </a:extLst>
          </p:cNvPr>
          <p:cNvSpPr txBox="1"/>
          <p:nvPr userDrawn="1"/>
        </p:nvSpPr>
        <p:spPr>
          <a:xfrm>
            <a:off x="534939" y="416158"/>
            <a:ext cx="4089993" cy="7106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indent="0" algn="l" defTabSz="456758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800" b="1" kern="1200">
                <a:solidFill>
                  <a:schemeClr val="accent6"/>
                </a:solidFill>
                <a:latin typeface="+mj-lt"/>
                <a:ea typeface="+mn-ea"/>
                <a:cs typeface="Arial" panose="020B0604020202020204" pitchFamily="34" charset="0"/>
              </a:rPr>
              <a:t>In closing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557929" y="1767532"/>
            <a:ext cx="8588453" cy="3977640"/>
          </a:xfrm>
        </p:spPr>
        <p:txBody>
          <a:bodyPr/>
          <a:lstStyle>
            <a:lvl1pPr>
              <a:lnSpc>
                <a:spcPct val="100000"/>
              </a:lnSpc>
              <a:buClrTx/>
              <a:defRPr lang="en-US" sz="1800" b="1" kern="1200" cap="none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>
              <a:buClrTx/>
              <a:buFontTx/>
              <a:buNone/>
              <a:defRPr baseline="0">
                <a:solidFill>
                  <a:schemeClr val="tx2"/>
                </a:solidFill>
              </a:defRPr>
            </a:lvl2pPr>
            <a:lvl3pPr marL="173038" indent="-173038">
              <a:buClrTx/>
              <a:buFont typeface="Arial" panose="020B0604020202020204" pitchFamily="34" charset="0"/>
              <a:buChar char="•"/>
              <a:defRPr baseline="0">
                <a:solidFill>
                  <a:schemeClr val="tx2"/>
                </a:solidFill>
              </a:defRPr>
            </a:lvl3pPr>
            <a:lvl4pPr marL="347663" indent="-174625">
              <a:buClrTx/>
              <a:buFont typeface="Arial" panose="020B0604020202020204" pitchFamily="34" charset="0"/>
              <a:buChar char="–"/>
              <a:defRPr>
                <a:solidFill>
                  <a:schemeClr val="tx2"/>
                </a:solidFill>
              </a:defRPr>
            </a:lvl4pPr>
            <a:lvl5pPr marL="509588" indent="-161925">
              <a:buClrTx/>
              <a:buFont typeface="Arial" panose="020B0604020202020204" pitchFamily="34" charset="0"/>
              <a:buChar char="•"/>
              <a:defRPr baseline="0">
                <a:solidFill>
                  <a:schemeClr val="tx2"/>
                </a:solidFill>
              </a:defRPr>
            </a:lvl5pPr>
            <a:lvl6pPr marL="682625" indent="-173038">
              <a:buClrTx/>
              <a:buFont typeface="Arial" panose="020B0604020202020204" pitchFamily="34" charset="0"/>
              <a:buChar char="–"/>
              <a:defRPr/>
            </a:lvl6pPr>
            <a:lvl7pPr marL="857250" indent="-174625">
              <a:buClrTx/>
              <a:buFont typeface="Arial" panose="020B0604020202020204" pitchFamily="34" charset="0"/>
              <a:buChar char="•"/>
              <a:defRPr/>
            </a:lvl7pPr>
            <a:lvl8pPr marL="1030288" indent="-173038">
              <a:buClrTx/>
              <a:buFont typeface="Arial" panose="020B0604020202020204" pitchFamily="34" charset="0"/>
              <a:buChar char="–"/>
              <a:defRPr/>
            </a:lvl8pPr>
            <a:lvl9pPr marL="1203325" indent="-173038">
              <a:buClrTx/>
              <a:buFont typeface="Arial" panose="020B0604020202020204" pitchFamily="34" charset="0"/>
              <a:buChar char="•"/>
              <a:defRPr/>
            </a:lvl9pPr>
          </a:lstStyle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Font typeface="Arial"/>
              <a:buNone/>
            </a:pPr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2522404911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40362988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5139F72-CEC0-495F-8477-192D60A880E2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935A177A-64AC-49B1-9D97-25A4DB841CAD}"/>
              </a:ext>
            </a:extLst>
          </p:cNvPr>
          <p:cNvSpPr txBox="1">
            <a:spLocks/>
          </p:cNvSpPr>
          <p:nvPr userDrawn="1"/>
        </p:nvSpPr>
        <p:spPr>
          <a:xfrm>
            <a:off x="557930" y="6376946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Lucida Grande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Lucida Grande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1" smtClean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1">
              <a:solidFill>
                <a:schemeClr val="bg1"/>
              </a:solidFill>
              <a:latin typeface="+mn-lt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F35D44D1-CF2C-4331-B380-083F7ABF73CB}"/>
              </a:ext>
            </a:extLst>
          </p:cNvPr>
          <p:cNvSpPr txBox="1">
            <a:spLocks/>
          </p:cNvSpPr>
          <p:nvPr userDrawn="1"/>
        </p:nvSpPr>
        <p:spPr>
          <a:xfrm>
            <a:off x="859760" y="6376946"/>
            <a:ext cx="3860217" cy="2286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Lucida Grande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Lucida Grande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©2021 CVS Health and/or one of its affiliates. Confidential and proprietary.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FDE6AD5-F9DF-408C-8730-856FE7DF1AC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55279" y="6373316"/>
            <a:ext cx="1279513" cy="157138"/>
            <a:chOff x="1011652" y="1504398"/>
            <a:chExt cx="10028238" cy="1231900"/>
          </a:xfrm>
          <a:solidFill>
            <a:schemeClr val="bg1"/>
          </a:solidFill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EAEBFD24-EC09-43D3-99D6-42D3AFF5C6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17027" y="1539323"/>
              <a:ext cx="4808538" cy="1189038"/>
            </a:xfrm>
            <a:custGeom>
              <a:avLst/>
              <a:gdLst>
                <a:gd name="T0" fmla="*/ 701 w 1134"/>
                <a:gd name="T1" fmla="*/ 273 h 278"/>
                <a:gd name="T2" fmla="*/ 675 w 1134"/>
                <a:gd name="T3" fmla="*/ 248 h 278"/>
                <a:gd name="T4" fmla="*/ 701 w 1134"/>
                <a:gd name="T5" fmla="*/ 109 h 278"/>
                <a:gd name="T6" fmla="*/ 645 w 1134"/>
                <a:gd name="T7" fmla="*/ 84 h 278"/>
                <a:gd name="T8" fmla="*/ 576 w 1134"/>
                <a:gd name="T9" fmla="*/ 79 h 278"/>
                <a:gd name="T10" fmla="*/ 576 w 1134"/>
                <a:gd name="T11" fmla="*/ 278 h 278"/>
                <a:gd name="T12" fmla="*/ 645 w 1134"/>
                <a:gd name="T13" fmla="*/ 273 h 278"/>
                <a:gd name="T14" fmla="*/ 426 w 1134"/>
                <a:gd name="T15" fmla="*/ 222 h 278"/>
                <a:gd name="T16" fmla="*/ 299 w 1134"/>
                <a:gd name="T17" fmla="*/ 189 h 278"/>
                <a:gd name="T18" fmla="*/ 461 w 1134"/>
                <a:gd name="T19" fmla="*/ 175 h 278"/>
                <a:gd name="T20" fmla="*/ 267 w 1134"/>
                <a:gd name="T21" fmla="*/ 178 h 278"/>
                <a:gd name="T22" fmla="*/ 456 w 1134"/>
                <a:gd name="T23" fmla="*/ 222 h 278"/>
                <a:gd name="T24" fmla="*/ 59 w 1134"/>
                <a:gd name="T25" fmla="*/ 25 h 278"/>
                <a:gd name="T26" fmla="*/ 86 w 1134"/>
                <a:gd name="T27" fmla="*/ 0 h 278"/>
                <a:gd name="T28" fmla="*/ 0 w 1134"/>
                <a:gd name="T29" fmla="*/ 25 h 278"/>
                <a:gd name="T30" fmla="*/ 27 w 1134"/>
                <a:gd name="T31" fmla="*/ 247 h 278"/>
                <a:gd name="T32" fmla="*/ 0 w 1134"/>
                <a:gd name="T33" fmla="*/ 273 h 278"/>
                <a:gd name="T34" fmla="*/ 86 w 1134"/>
                <a:gd name="T35" fmla="*/ 247 h 278"/>
                <a:gd name="T36" fmla="*/ 59 w 1134"/>
                <a:gd name="T37" fmla="*/ 138 h 278"/>
                <a:gd name="T38" fmla="*/ 196 w 1134"/>
                <a:gd name="T39" fmla="*/ 247 h 278"/>
                <a:gd name="T40" fmla="*/ 168 w 1134"/>
                <a:gd name="T41" fmla="*/ 273 h 278"/>
                <a:gd name="T42" fmla="*/ 255 w 1134"/>
                <a:gd name="T43" fmla="*/ 247 h 278"/>
                <a:gd name="T44" fmla="*/ 227 w 1134"/>
                <a:gd name="T45" fmla="*/ 25 h 278"/>
                <a:gd name="T46" fmla="*/ 255 w 1134"/>
                <a:gd name="T47" fmla="*/ 0 h 278"/>
                <a:gd name="T48" fmla="*/ 168 w 1134"/>
                <a:gd name="T49" fmla="*/ 25 h 278"/>
                <a:gd name="T50" fmla="*/ 196 w 1134"/>
                <a:gd name="T51" fmla="*/ 114 h 278"/>
                <a:gd name="T52" fmla="*/ 996 w 1134"/>
                <a:gd name="T53" fmla="*/ 248 h 278"/>
                <a:gd name="T54" fmla="*/ 971 w 1134"/>
                <a:gd name="T55" fmla="*/ 163 h 278"/>
                <a:gd name="T56" fmla="*/ 1078 w 1134"/>
                <a:gd name="T57" fmla="*/ 163 h 278"/>
                <a:gd name="T58" fmla="*/ 1053 w 1134"/>
                <a:gd name="T59" fmla="*/ 248 h 278"/>
                <a:gd name="T60" fmla="*/ 1134 w 1134"/>
                <a:gd name="T61" fmla="*/ 273 h 278"/>
                <a:gd name="T62" fmla="*/ 1109 w 1134"/>
                <a:gd name="T63" fmla="*/ 248 h 278"/>
                <a:gd name="T64" fmla="*/ 1030 w 1134"/>
                <a:gd name="T65" fmla="*/ 79 h 278"/>
                <a:gd name="T66" fmla="*/ 971 w 1134"/>
                <a:gd name="T67" fmla="*/ 0 h 278"/>
                <a:gd name="T68" fmla="*/ 915 w 1134"/>
                <a:gd name="T69" fmla="*/ 24 h 278"/>
                <a:gd name="T70" fmla="*/ 940 w 1134"/>
                <a:gd name="T71" fmla="*/ 248 h 278"/>
                <a:gd name="T72" fmla="*/ 915 w 1134"/>
                <a:gd name="T73" fmla="*/ 273 h 278"/>
                <a:gd name="T74" fmla="*/ 996 w 1134"/>
                <a:gd name="T75" fmla="*/ 248 h 278"/>
                <a:gd name="T76" fmla="*/ 580 w 1134"/>
                <a:gd name="T77" fmla="*/ 104 h 278"/>
                <a:gd name="T78" fmla="*/ 580 w 1134"/>
                <a:gd name="T79" fmla="*/ 252 h 278"/>
                <a:gd name="T80" fmla="*/ 366 w 1134"/>
                <a:gd name="T81" fmla="*/ 104 h 278"/>
                <a:gd name="T82" fmla="*/ 299 w 1134"/>
                <a:gd name="T83" fmla="*/ 164 h 278"/>
                <a:gd name="T84" fmla="*/ 859 w 1134"/>
                <a:gd name="T85" fmla="*/ 224 h 278"/>
                <a:gd name="T86" fmla="*/ 897 w 1134"/>
                <a:gd name="T87" fmla="*/ 109 h 278"/>
                <a:gd name="T88" fmla="*/ 859 w 1134"/>
                <a:gd name="T89" fmla="*/ 84 h 278"/>
                <a:gd name="T90" fmla="*/ 829 w 1134"/>
                <a:gd name="T91" fmla="*/ 36 h 278"/>
                <a:gd name="T92" fmla="*/ 799 w 1134"/>
                <a:gd name="T93" fmla="*/ 84 h 278"/>
                <a:gd name="T94" fmla="*/ 829 w 1134"/>
                <a:gd name="T95" fmla="*/ 109 h 278"/>
                <a:gd name="T96" fmla="*/ 879 w 1134"/>
                <a:gd name="T97" fmla="*/ 275 h 278"/>
                <a:gd name="T98" fmla="*/ 897 w 1134"/>
                <a:gd name="T99" fmla="*/ 248 h 278"/>
                <a:gd name="T100" fmla="*/ 859 w 1134"/>
                <a:gd name="T101" fmla="*/ 224 h 278"/>
                <a:gd name="T102" fmla="*/ 801 w 1134"/>
                <a:gd name="T103" fmla="*/ 273 h 278"/>
                <a:gd name="T104" fmla="*/ 787 w 1134"/>
                <a:gd name="T105" fmla="*/ 249 h 278"/>
                <a:gd name="T106" fmla="*/ 768 w 1134"/>
                <a:gd name="T107" fmla="*/ 0 h 278"/>
                <a:gd name="T108" fmla="*/ 712 w 1134"/>
                <a:gd name="T109" fmla="*/ 24 h 278"/>
                <a:gd name="T110" fmla="*/ 737 w 1134"/>
                <a:gd name="T111" fmla="*/ 224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34" h="278">
                  <a:moveTo>
                    <a:pt x="645" y="273"/>
                  </a:moveTo>
                  <a:cubicBezTo>
                    <a:pt x="701" y="273"/>
                    <a:pt x="701" y="273"/>
                    <a:pt x="701" y="273"/>
                  </a:cubicBezTo>
                  <a:cubicBezTo>
                    <a:pt x="701" y="248"/>
                    <a:pt x="701" y="248"/>
                    <a:pt x="701" y="248"/>
                  </a:cubicBezTo>
                  <a:cubicBezTo>
                    <a:pt x="675" y="248"/>
                    <a:pt x="675" y="248"/>
                    <a:pt x="675" y="248"/>
                  </a:cubicBezTo>
                  <a:cubicBezTo>
                    <a:pt x="675" y="109"/>
                    <a:pt x="675" y="109"/>
                    <a:pt x="675" y="109"/>
                  </a:cubicBezTo>
                  <a:cubicBezTo>
                    <a:pt x="701" y="109"/>
                    <a:pt x="701" y="109"/>
                    <a:pt x="701" y="109"/>
                  </a:cubicBezTo>
                  <a:cubicBezTo>
                    <a:pt x="701" y="84"/>
                    <a:pt x="701" y="84"/>
                    <a:pt x="701" y="84"/>
                  </a:cubicBezTo>
                  <a:cubicBezTo>
                    <a:pt x="645" y="84"/>
                    <a:pt x="645" y="84"/>
                    <a:pt x="645" y="84"/>
                  </a:cubicBezTo>
                  <a:cubicBezTo>
                    <a:pt x="645" y="112"/>
                    <a:pt x="645" y="112"/>
                    <a:pt x="645" y="112"/>
                  </a:cubicBezTo>
                  <a:cubicBezTo>
                    <a:pt x="629" y="91"/>
                    <a:pt x="605" y="79"/>
                    <a:pt x="576" y="79"/>
                  </a:cubicBezTo>
                  <a:cubicBezTo>
                    <a:pt x="523" y="79"/>
                    <a:pt x="483" y="122"/>
                    <a:pt x="483" y="178"/>
                  </a:cubicBezTo>
                  <a:cubicBezTo>
                    <a:pt x="483" y="235"/>
                    <a:pt x="523" y="278"/>
                    <a:pt x="576" y="278"/>
                  </a:cubicBezTo>
                  <a:cubicBezTo>
                    <a:pt x="605" y="278"/>
                    <a:pt x="629" y="265"/>
                    <a:pt x="645" y="245"/>
                  </a:cubicBezTo>
                  <a:lnTo>
                    <a:pt x="645" y="273"/>
                  </a:lnTo>
                  <a:close/>
                  <a:moveTo>
                    <a:pt x="456" y="222"/>
                  </a:moveTo>
                  <a:cubicBezTo>
                    <a:pt x="426" y="222"/>
                    <a:pt x="426" y="222"/>
                    <a:pt x="426" y="222"/>
                  </a:cubicBezTo>
                  <a:cubicBezTo>
                    <a:pt x="415" y="241"/>
                    <a:pt x="395" y="253"/>
                    <a:pt x="367" y="253"/>
                  </a:cubicBezTo>
                  <a:cubicBezTo>
                    <a:pt x="325" y="253"/>
                    <a:pt x="302" y="227"/>
                    <a:pt x="299" y="189"/>
                  </a:cubicBezTo>
                  <a:cubicBezTo>
                    <a:pt x="461" y="189"/>
                    <a:pt x="461" y="189"/>
                    <a:pt x="461" y="189"/>
                  </a:cubicBezTo>
                  <a:cubicBezTo>
                    <a:pt x="461" y="175"/>
                    <a:pt x="461" y="175"/>
                    <a:pt x="461" y="175"/>
                  </a:cubicBezTo>
                  <a:cubicBezTo>
                    <a:pt x="461" y="118"/>
                    <a:pt x="424" y="79"/>
                    <a:pt x="366" y="79"/>
                  </a:cubicBezTo>
                  <a:cubicBezTo>
                    <a:pt x="308" y="79"/>
                    <a:pt x="267" y="120"/>
                    <a:pt x="267" y="178"/>
                  </a:cubicBezTo>
                  <a:cubicBezTo>
                    <a:pt x="267" y="237"/>
                    <a:pt x="308" y="278"/>
                    <a:pt x="366" y="278"/>
                  </a:cubicBezTo>
                  <a:cubicBezTo>
                    <a:pt x="409" y="278"/>
                    <a:pt x="442" y="257"/>
                    <a:pt x="456" y="222"/>
                  </a:cubicBezTo>
                  <a:moveTo>
                    <a:pt x="59" y="114"/>
                  </a:moveTo>
                  <a:cubicBezTo>
                    <a:pt x="59" y="25"/>
                    <a:pt x="59" y="25"/>
                    <a:pt x="59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47"/>
                    <a:pt x="27" y="247"/>
                    <a:pt x="27" y="24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6" y="273"/>
                    <a:pt x="86" y="273"/>
                    <a:pt x="86" y="273"/>
                  </a:cubicBezTo>
                  <a:cubicBezTo>
                    <a:pt x="86" y="247"/>
                    <a:pt x="86" y="247"/>
                    <a:pt x="86" y="247"/>
                  </a:cubicBezTo>
                  <a:cubicBezTo>
                    <a:pt x="59" y="247"/>
                    <a:pt x="59" y="247"/>
                    <a:pt x="59" y="247"/>
                  </a:cubicBezTo>
                  <a:cubicBezTo>
                    <a:pt x="59" y="138"/>
                    <a:pt x="59" y="138"/>
                    <a:pt x="59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6" y="247"/>
                    <a:pt x="196" y="247"/>
                    <a:pt x="196" y="247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73"/>
                    <a:pt x="168" y="273"/>
                    <a:pt x="168" y="273"/>
                  </a:cubicBezTo>
                  <a:cubicBezTo>
                    <a:pt x="255" y="273"/>
                    <a:pt x="255" y="273"/>
                    <a:pt x="255" y="273"/>
                  </a:cubicBezTo>
                  <a:cubicBezTo>
                    <a:pt x="255" y="247"/>
                    <a:pt x="255" y="247"/>
                    <a:pt x="255" y="247"/>
                  </a:cubicBezTo>
                  <a:cubicBezTo>
                    <a:pt x="227" y="247"/>
                    <a:pt x="227" y="247"/>
                    <a:pt x="227" y="247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196" y="25"/>
                    <a:pt x="196" y="25"/>
                    <a:pt x="196" y="25"/>
                  </a:cubicBezTo>
                  <a:cubicBezTo>
                    <a:pt x="196" y="114"/>
                    <a:pt x="196" y="114"/>
                    <a:pt x="196" y="114"/>
                  </a:cubicBezTo>
                  <a:lnTo>
                    <a:pt x="59" y="114"/>
                  </a:lnTo>
                  <a:close/>
                  <a:moveTo>
                    <a:pt x="996" y="248"/>
                  </a:moveTo>
                  <a:cubicBezTo>
                    <a:pt x="971" y="248"/>
                    <a:pt x="971" y="248"/>
                    <a:pt x="971" y="248"/>
                  </a:cubicBezTo>
                  <a:cubicBezTo>
                    <a:pt x="971" y="163"/>
                    <a:pt x="971" y="163"/>
                    <a:pt x="971" y="163"/>
                  </a:cubicBezTo>
                  <a:cubicBezTo>
                    <a:pt x="971" y="124"/>
                    <a:pt x="991" y="104"/>
                    <a:pt x="1026" y="104"/>
                  </a:cubicBezTo>
                  <a:cubicBezTo>
                    <a:pt x="1058" y="104"/>
                    <a:pt x="1078" y="124"/>
                    <a:pt x="1078" y="163"/>
                  </a:cubicBezTo>
                  <a:cubicBezTo>
                    <a:pt x="1078" y="248"/>
                    <a:pt x="1078" y="248"/>
                    <a:pt x="1078" y="248"/>
                  </a:cubicBezTo>
                  <a:cubicBezTo>
                    <a:pt x="1053" y="248"/>
                    <a:pt x="1053" y="248"/>
                    <a:pt x="1053" y="248"/>
                  </a:cubicBezTo>
                  <a:cubicBezTo>
                    <a:pt x="1053" y="273"/>
                    <a:pt x="1053" y="273"/>
                    <a:pt x="1053" y="273"/>
                  </a:cubicBezTo>
                  <a:cubicBezTo>
                    <a:pt x="1134" y="273"/>
                    <a:pt x="1134" y="273"/>
                    <a:pt x="1134" y="273"/>
                  </a:cubicBezTo>
                  <a:cubicBezTo>
                    <a:pt x="1134" y="248"/>
                    <a:pt x="1134" y="248"/>
                    <a:pt x="1134" y="248"/>
                  </a:cubicBezTo>
                  <a:cubicBezTo>
                    <a:pt x="1109" y="248"/>
                    <a:pt x="1109" y="248"/>
                    <a:pt x="1109" y="248"/>
                  </a:cubicBezTo>
                  <a:cubicBezTo>
                    <a:pt x="1109" y="163"/>
                    <a:pt x="1109" y="163"/>
                    <a:pt x="1109" y="163"/>
                  </a:cubicBezTo>
                  <a:cubicBezTo>
                    <a:pt x="1109" y="117"/>
                    <a:pt x="1081" y="79"/>
                    <a:pt x="1030" y="79"/>
                  </a:cubicBezTo>
                  <a:cubicBezTo>
                    <a:pt x="1003" y="79"/>
                    <a:pt x="983" y="89"/>
                    <a:pt x="971" y="105"/>
                  </a:cubicBezTo>
                  <a:cubicBezTo>
                    <a:pt x="971" y="0"/>
                    <a:pt x="971" y="0"/>
                    <a:pt x="971" y="0"/>
                  </a:cubicBezTo>
                  <a:cubicBezTo>
                    <a:pt x="915" y="0"/>
                    <a:pt x="915" y="0"/>
                    <a:pt x="915" y="0"/>
                  </a:cubicBezTo>
                  <a:cubicBezTo>
                    <a:pt x="915" y="24"/>
                    <a:pt x="915" y="24"/>
                    <a:pt x="915" y="24"/>
                  </a:cubicBezTo>
                  <a:cubicBezTo>
                    <a:pt x="940" y="24"/>
                    <a:pt x="940" y="24"/>
                    <a:pt x="940" y="24"/>
                  </a:cubicBezTo>
                  <a:cubicBezTo>
                    <a:pt x="940" y="248"/>
                    <a:pt x="940" y="248"/>
                    <a:pt x="940" y="248"/>
                  </a:cubicBezTo>
                  <a:cubicBezTo>
                    <a:pt x="915" y="248"/>
                    <a:pt x="915" y="248"/>
                    <a:pt x="915" y="248"/>
                  </a:cubicBezTo>
                  <a:cubicBezTo>
                    <a:pt x="915" y="273"/>
                    <a:pt x="915" y="273"/>
                    <a:pt x="915" y="273"/>
                  </a:cubicBezTo>
                  <a:cubicBezTo>
                    <a:pt x="996" y="273"/>
                    <a:pt x="996" y="273"/>
                    <a:pt x="996" y="273"/>
                  </a:cubicBezTo>
                  <a:lnTo>
                    <a:pt x="996" y="248"/>
                  </a:lnTo>
                  <a:close/>
                  <a:moveTo>
                    <a:pt x="514" y="178"/>
                  </a:moveTo>
                  <a:cubicBezTo>
                    <a:pt x="514" y="135"/>
                    <a:pt x="542" y="104"/>
                    <a:pt x="580" y="104"/>
                  </a:cubicBezTo>
                  <a:cubicBezTo>
                    <a:pt x="619" y="104"/>
                    <a:pt x="646" y="136"/>
                    <a:pt x="646" y="178"/>
                  </a:cubicBezTo>
                  <a:cubicBezTo>
                    <a:pt x="646" y="221"/>
                    <a:pt x="619" y="252"/>
                    <a:pt x="580" y="252"/>
                  </a:cubicBezTo>
                  <a:cubicBezTo>
                    <a:pt x="542" y="252"/>
                    <a:pt x="514" y="221"/>
                    <a:pt x="514" y="178"/>
                  </a:cubicBezTo>
                  <a:moveTo>
                    <a:pt x="366" y="104"/>
                  </a:moveTo>
                  <a:cubicBezTo>
                    <a:pt x="406" y="104"/>
                    <a:pt x="427" y="133"/>
                    <a:pt x="430" y="164"/>
                  </a:cubicBezTo>
                  <a:cubicBezTo>
                    <a:pt x="299" y="164"/>
                    <a:pt x="299" y="164"/>
                    <a:pt x="299" y="164"/>
                  </a:cubicBezTo>
                  <a:cubicBezTo>
                    <a:pt x="302" y="130"/>
                    <a:pt x="326" y="104"/>
                    <a:pt x="366" y="104"/>
                  </a:cubicBezTo>
                  <a:moveTo>
                    <a:pt x="859" y="224"/>
                  </a:moveTo>
                  <a:cubicBezTo>
                    <a:pt x="859" y="109"/>
                    <a:pt x="859" y="109"/>
                    <a:pt x="859" y="109"/>
                  </a:cubicBezTo>
                  <a:cubicBezTo>
                    <a:pt x="897" y="109"/>
                    <a:pt x="897" y="109"/>
                    <a:pt x="897" y="109"/>
                  </a:cubicBezTo>
                  <a:cubicBezTo>
                    <a:pt x="897" y="84"/>
                    <a:pt x="897" y="84"/>
                    <a:pt x="897" y="84"/>
                  </a:cubicBezTo>
                  <a:cubicBezTo>
                    <a:pt x="859" y="84"/>
                    <a:pt x="859" y="84"/>
                    <a:pt x="859" y="84"/>
                  </a:cubicBezTo>
                  <a:cubicBezTo>
                    <a:pt x="859" y="36"/>
                    <a:pt x="859" y="36"/>
                    <a:pt x="859" y="36"/>
                  </a:cubicBezTo>
                  <a:cubicBezTo>
                    <a:pt x="829" y="36"/>
                    <a:pt x="829" y="36"/>
                    <a:pt x="829" y="36"/>
                  </a:cubicBezTo>
                  <a:cubicBezTo>
                    <a:pt x="829" y="84"/>
                    <a:pt x="829" y="84"/>
                    <a:pt x="829" y="84"/>
                  </a:cubicBezTo>
                  <a:cubicBezTo>
                    <a:pt x="799" y="84"/>
                    <a:pt x="799" y="84"/>
                    <a:pt x="799" y="84"/>
                  </a:cubicBezTo>
                  <a:cubicBezTo>
                    <a:pt x="799" y="109"/>
                    <a:pt x="799" y="109"/>
                    <a:pt x="799" y="109"/>
                  </a:cubicBezTo>
                  <a:cubicBezTo>
                    <a:pt x="829" y="109"/>
                    <a:pt x="829" y="109"/>
                    <a:pt x="829" y="109"/>
                  </a:cubicBezTo>
                  <a:cubicBezTo>
                    <a:pt x="829" y="225"/>
                    <a:pt x="829" y="225"/>
                    <a:pt x="829" y="225"/>
                  </a:cubicBezTo>
                  <a:cubicBezTo>
                    <a:pt x="829" y="259"/>
                    <a:pt x="844" y="275"/>
                    <a:pt x="879" y="275"/>
                  </a:cubicBezTo>
                  <a:cubicBezTo>
                    <a:pt x="884" y="275"/>
                    <a:pt x="893" y="274"/>
                    <a:pt x="897" y="273"/>
                  </a:cubicBezTo>
                  <a:cubicBezTo>
                    <a:pt x="897" y="248"/>
                    <a:pt x="897" y="248"/>
                    <a:pt x="897" y="248"/>
                  </a:cubicBezTo>
                  <a:cubicBezTo>
                    <a:pt x="892" y="249"/>
                    <a:pt x="886" y="249"/>
                    <a:pt x="882" y="249"/>
                  </a:cubicBezTo>
                  <a:cubicBezTo>
                    <a:pt x="866" y="249"/>
                    <a:pt x="859" y="244"/>
                    <a:pt x="859" y="224"/>
                  </a:cubicBezTo>
                  <a:moveTo>
                    <a:pt x="783" y="275"/>
                  </a:moveTo>
                  <a:cubicBezTo>
                    <a:pt x="789" y="275"/>
                    <a:pt x="797" y="274"/>
                    <a:pt x="801" y="273"/>
                  </a:cubicBezTo>
                  <a:cubicBezTo>
                    <a:pt x="801" y="248"/>
                    <a:pt x="801" y="248"/>
                    <a:pt x="801" y="248"/>
                  </a:cubicBezTo>
                  <a:cubicBezTo>
                    <a:pt x="795" y="249"/>
                    <a:pt x="791" y="249"/>
                    <a:pt x="787" y="249"/>
                  </a:cubicBezTo>
                  <a:cubicBezTo>
                    <a:pt x="774" y="249"/>
                    <a:pt x="768" y="243"/>
                    <a:pt x="768" y="222"/>
                  </a:cubicBezTo>
                  <a:cubicBezTo>
                    <a:pt x="768" y="0"/>
                    <a:pt x="768" y="0"/>
                    <a:pt x="768" y="0"/>
                  </a:cubicBezTo>
                  <a:cubicBezTo>
                    <a:pt x="712" y="0"/>
                    <a:pt x="712" y="0"/>
                    <a:pt x="712" y="0"/>
                  </a:cubicBezTo>
                  <a:cubicBezTo>
                    <a:pt x="712" y="24"/>
                    <a:pt x="712" y="24"/>
                    <a:pt x="712" y="24"/>
                  </a:cubicBezTo>
                  <a:cubicBezTo>
                    <a:pt x="737" y="24"/>
                    <a:pt x="737" y="24"/>
                    <a:pt x="737" y="24"/>
                  </a:cubicBezTo>
                  <a:cubicBezTo>
                    <a:pt x="737" y="224"/>
                    <a:pt x="737" y="224"/>
                    <a:pt x="737" y="224"/>
                  </a:cubicBezTo>
                  <a:cubicBezTo>
                    <a:pt x="737" y="257"/>
                    <a:pt x="751" y="275"/>
                    <a:pt x="783" y="27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61D17F69-D687-48A8-8300-CE89003EF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7202" y="1504398"/>
              <a:ext cx="1030288" cy="1231900"/>
            </a:xfrm>
            <a:custGeom>
              <a:avLst/>
              <a:gdLst>
                <a:gd name="T0" fmla="*/ 85 w 243"/>
                <a:gd name="T1" fmla="*/ 195 h 288"/>
                <a:gd name="T2" fmla="*/ 125 w 243"/>
                <a:gd name="T3" fmla="*/ 223 h 288"/>
                <a:gd name="T4" fmla="*/ 158 w 243"/>
                <a:gd name="T5" fmla="*/ 203 h 288"/>
                <a:gd name="T6" fmla="*/ 110 w 243"/>
                <a:gd name="T7" fmla="*/ 176 h 288"/>
                <a:gd name="T8" fmla="*/ 36 w 243"/>
                <a:gd name="T9" fmla="*/ 150 h 288"/>
                <a:gd name="T10" fmla="*/ 5 w 243"/>
                <a:gd name="T11" fmla="*/ 87 h 288"/>
                <a:gd name="T12" fmla="*/ 119 w 243"/>
                <a:gd name="T13" fmla="*/ 0 h 288"/>
                <a:gd name="T14" fmla="*/ 236 w 243"/>
                <a:gd name="T15" fmla="*/ 86 h 288"/>
                <a:gd name="T16" fmla="*/ 153 w 243"/>
                <a:gd name="T17" fmla="*/ 86 h 288"/>
                <a:gd name="T18" fmla="*/ 118 w 243"/>
                <a:gd name="T19" fmla="*/ 62 h 288"/>
                <a:gd name="T20" fmla="*/ 90 w 243"/>
                <a:gd name="T21" fmla="*/ 80 h 288"/>
                <a:gd name="T22" fmla="*/ 130 w 243"/>
                <a:gd name="T23" fmla="*/ 104 h 288"/>
                <a:gd name="T24" fmla="*/ 208 w 243"/>
                <a:gd name="T25" fmla="*/ 130 h 288"/>
                <a:gd name="T26" fmla="*/ 243 w 243"/>
                <a:gd name="T27" fmla="*/ 194 h 288"/>
                <a:gd name="T28" fmla="*/ 122 w 243"/>
                <a:gd name="T29" fmla="*/ 288 h 288"/>
                <a:gd name="T30" fmla="*/ 0 w 243"/>
                <a:gd name="T31" fmla="*/ 195 h 288"/>
                <a:gd name="T32" fmla="*/ 85 w 243"/>
                <a:gd name="T33" fmla="*/ 195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288">
                  <a:moveTo>
                    <a:pt x="85" y="195"/>
                  </a:moveTo>
                  <a:cubicBezTo>
                    <a:pt x="90" y="216"/>
                    <a:pt x="101" y="223"/>
                    <a:pt x="125" y="223"/>
                  </a:cubicBezTo>
                  <a:cubicBezTo>
                    <a:pt x="146" y="223"/>
                    <a:pt x="158" y="215"/>
                    <a:pt x="158" y="203"/>
                  </a:cubicBezTo>
                  <a:cubicBezTo>
                    <a:pt x="158" y="186"/>
                    <a:pt x="142" y="185"/>
                    <a:pt x="110" y="176"/>
                  </a:cubicBezTo>
                  <a:cubicBezTo>
                    <a:pt x="72" y="166"/>
                    <a:pt x="48" y="158"/>
                    <a:pt x="36" y="150"/>
                  </a:cubicBezTo>
                  <a:cubicBezTo>
                    <a:pt x="15" y="135"/>
                    <a:pt x="5" y="114"/>
                    <a:pt x="5" y="87"/>
                  </a:cubicBezTo>
                  <a:cubicBezTo>
                    <a:pt x="5" y="34"/>
                    <a:pt x="47" y="0"/>
                    <a:pt x="119" y="0"/>
                  </a:cubicBezTo>
                  <a:cubicBezTo>
                    <a:pt x="189" y="0"/>
                    <a:pt x="231" y="31"/>
                    <a:pt x="236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0" y="70"/>
                    <a:pt x="139" y="62"/>
                    <a:pt x="118" y="62"/>
                  </a:cubicBezTo>
                  <a:cubicBezTo>
                    <a:pt x="99" y="62"/>
                    <a:pt x="90" y="68"/>
                    <a:pt x="90" y="80"/>
                  </a:cubicBezTo>
                  <a:cubicBezTo>
                    <a:pt x="90" y="95"/>
                    <a:pt x="104" y="98"/>
                    <a:pt x="130" y="104"/>
                  </a:cubicBezTo>
                  <a:cubicBezTo>
                    <a:pt x="164" y="113"/>
                    <a:pt x="191" y="119"/>
                    <a:pt x="208" y="130"/>
                  </a:cubicBezTo>
                  <a:cubicBezTo>
                    <a:pt x="232" y="146"/>
                    <a:pt x="243" y="166"/>
                    <a:pt x="243" y="194"/>
                  </a:cubicBezTo>
                  <a:cubicBezTo>
                    <a:pt x="243" y="253"/>
                    <a:pt x="201" y="288"/>
                    <a:pt x="122" y="288"/>
                  </a:cubicBezTo>
                  <a:cubicBezTo>
                    <a:pt x="48" y="288"/>
                    <a:pt x="6" y="253"/>
                    <a:pt x="0" y="195"/>
                  </a:cubicBezTo>
                  <a:lnTo>
                    <a:pt x="85" y="1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CD4BE64E-7ABD-45BD-ACCF-3C1667AD3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727" y="1504398"/>
              <a:ext cx="1147763" cy="1231900"/>
            </a:xfrm>
            <a:custGeom>
              <a:avLst/>
              <a:gdLst>
                <a:gd name="T0" fmla="*/ 271 w 271"/>
                <a:gd name="T1" fmla="*/ 174 h 288"/>
                <a:gd name="T2" fmla="*/ 140 w 271"/>
                <a:gd name="T3" fmla="*/ 288 h 288"/>
                <a:gd name="T4" fmla="*/ 0 w 271"/>
                <a:gd name="T5" fmla="*/ 144 h 288"/>
                <a:gd name="T6" fmla="*/ 139 w 271"/>
                <a:gd name="T7" fmla="*/ 0 h 288"/>
                <a:gd name="T8" fmla="*/ 269 w 271"/>
                <a:gd name="T9" fmla="*/ 111 h 288"/>
                <a:gd name="T10" fmla="*/ 186 w 271"/>
                <a:gd name="T11" fmla="*/ 111 h 288"/>
                <a:gd name="T12" fmla="*/ 140 w 271"/>
                <a:gd name="T13" fmla="*/ 68 h 288"/>
                <a:gd name="T14" fmla="*/ 88 w 271"/>
                <a:gd name="T15" fmla="*/ 144 h 288"/>
                <a:gd name="T16" fmla="*/ 142 w 271"/>
                <a:gd name="T17" fmla="*/ 220 h 288"/>
                <a:gd name="T18" fmla="*/ 188 w 271"/>
                <a:gd name="T19" fmla="*/ 174 h 288"/>
                <a:gd name="T20" fmla="*/ 271 w 271"/>
                <a:gd name="T21" fmla="*/ 17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1" h="288">
                  <a:moveTo>
                    <a:pt x="271" y="174"/>
                  </a:moveTo>
                  <a:cubicBezTo>
                    <a:pt x="266" y="246"/>
                    <a:pt x="219" y="288"/>
                    <a:pt x="140" y="288"/>
                  </a:cubicBezTo>
                  <a:cubicBezTo>
                    <a:pt x="53" y="288"/>
                    <a:pt x="0" y="233"/>
                    <a:pt x="0" y="144"/>
                  </a:cubicBezTo>
                  <a:cubicBezTo>
                    <a:pt x="0" y="55"/>
                    <a:pt x="54" y="0"/>
                    <a:pt x="139" y="0"/>
                  </a:cubicBezTo>
                  <a:cubicBezTo>
                    <a:pt x="218" y="0"/>
                    <a:pt x="264" y="40"/>
                    <a:pt x="269" y="111"/>
                  </a:cubicBezTo>
                  <a:cubicBezTo>
                    <a:pt x="186" y="111"/>
                    <a:pt x="186" y="111"/>
                    <a:pt x="186" y="111"/>
                  </a:cubicBezTo>
                  <a:cubicBezTo>
                    <a:pt x="183" y="83"/>
                    <a:pt x="168" y="68"/>
                    <a:pt x="140" y="68"/>
                  </a:cubicBezTo>
                  <a:cubicBezTo>
                    <a:pt x="105" y="68"/>
                    <a:pt x="88" y="94"/>
                    <a:pt x="88" y="144"/>
                  </a:cubicBezTo>
                  <a:cubicBezTo>
                    <a:pt x="88" y="194"/>
                    <a:pt x="107" y="220"/>
                    <a:pt x="142" y="220"/>
                  </a:cubicBezTo>
                  <a:cubicBezTo>
                    <a:pt x="169" y="220"/>
                    <a:pt x="186" y="204"/>
                    <a:pt x="188" y="174"/>
                  </a:cubicBezTo>
                  <a:lnTo>
                    <a:pt x="271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C057E95B-2796-491D-A687-27D4B2DCD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115" y="1539323"/>
              <a:ext cx="1144588" cy="1163638"/>
            </a:xfrm>
            <a:custGeom>
              <a:avLst/>
              <a:gdLst>
                <a:gd name="T0" fmla="*/ 0 w 721"/>
                <a:gd name="T1" fmla="*/ 0 h 733"/>
                <a:gd name="T2" fmla="*/ 237 w 721"/>
                <a:gd name="T3" fmla="*/ 0 h 733"/>
                <a:gd name="T4" fmla="*/ 360 w 721"/>
                <a:gd name="T5" fmla="*/ 474 h 733"/>
                <a:gd name="T6" fmla="*/ 491 w 721"/>
                <a:gd name="T7" fmla="*/ 0 h 733"/>
                <a:gd name="T8" fmla="*/ 721 w 721"/>
                <a:gd name="T9" fmla="*/ 0 h 733"/>
                <a:gd name="T10" fmla="*/ 478 w 721"/>
                <a:gd name="T11" fmla="*/ 733 h 733"/>
                <a:gd name="T12" fmla="*/ 245 w 721"/>
                <a:gd name="T13" fmla="*/ 733 h 733"/>
                <a:gd name="T14" fmla="*/ 0 w 721"/>
                <a:gd name="T15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1" h="733">
                  <a:moveTo>
                    <a:pt x="0" y="0"/>
                  </a:moveTo>
                  <a:lnTo>
                    <a:pt x="237" y="0"/>
                  </a:lnTo>
                  <a:lnTo>
                    <a:pt x="360" y="474"/>
                  </a:lnTo>
                  <a:lnTo>
                    <a:pt x="491" y="0"/>
                  </a:lnTo>
                  <a:lnTo>
                    <a:pt x="721" y="0"/>
                  </a:lnTo>
                  <a:lnTo>
                    <a:pt x="478" y="733"/>
                  </a:lnTo>
                  <a:lnTo>
                    <a:pt x="245" y="73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711BEA48-E6DF-45F8-BDA7-36890BE90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652" y="1504398"/>
              <a:ext cx="1500188" cy="1231900"/>
            </a:xfrm>
            <a:custGeom>
              <a:avLst/>
              <a:gdLst>
                <a:gd name="T0" fmla="*/ 101 w 354"/>
                <a:gd name="T1" fmla="*/ 0 h 288"/>
                <a:gd name="T2" fmla="*/ 73 w 354"/>
                <a:gd name="T3" fmla="*/ 12 h 288"/>
                <a:gd name="T4" fmla="*/ 15 w 354"/>
                <a:gd name="T5" fmla="*/ 69 h 288"/>
                <a:gd name="T6" fmla="*/ 15 w 354"/>
                <a:gd name="T7" fmla="*/ 127 h 288"/>
                <a:gd name="T8" fmla="*/ 177 w 354"/>
                <a:gd name="T9" fmla="*/ 288 h 288"/>
                <a:gd name="T10" fmla="*/ 338 w 354"/>
                <a:gd name="T11" fmla="*/ 127 h 288"/>
                <a:gd name="T12" fmla="*/ 338 w 354"/>
                <a:gd name="T13" fmla="*/ 69 h 288"/>
                <a:gd name="T14" fmla="*/ 281 w 354"/>
                <a:gd name="T15" fmla="*/ 12 h 288"/>
                <a:gd name="T16" fmla="*/ 252 w 354"/>
                <a:gd name="T17" fmla="*/ 0 h 288"/>
                <a:gd name="T18" fmla="*/ 224 w 354"/>
                <a:gd name="T19" fmla="*/ 12 h 288"/>
                <a:gd name="T20" fmla="*/ 177 w 354"/>
                <a:gd name="T21" fmla="*/ 59 h 288"/>
                <a:gd name="T22" fmla="*/ 130 w 354"/>
                <a:gd name="T23" fmla="*/ 12 h 288"/>
                <a:gd name="T24" fmla="*/ 101 w 354"/>
                <a:gd name="T2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4" h="288">
                  <a:moveTo>
                    <a:pt x="101" y="0"/>
                  </a:moveTo>
                  <a:cubicBezTo>
                    <a:pt x="91" y="0"/>
                    <a:pt x="80" y="4"/>
                    <a:pt x="73" y="12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0" y="85"/>
                    <a:pt x="0" y="111"/>
                    <a:pt x="15" y="127"/>
                  </a:cubicBezTo>
                  <a:cubicBezTo>
                    <a:pt x="177" y="288"/>
                    <a:pt x="177" y="288"/>
                    <a:pt x="177" y="288"/>
                  </a:cubicBezTo>
                  <a:cubicBezTo>
                    <a:pt x="338" y="127"/>
                    <a:pt x="338" y="127"/>
                    <a:pt x="338" y="127"/>
                  </a:cubicBezTo>
                  <a:cubicBezTo>
                    <a:pt x="354" y="111"/>
                    <a:pt x="354" y="85"/>
                    <a:pt x="338" y="69"/>
                  </a:cubicBezTo>
                  <a:cubicBezTo>
                    <a:pt x="281" y="12"/>
                    <a:pt x="281" y="12"/>
                    <a:pt x="281" y="12"/>
                  </a:cubicBezTo>
                  <a:cubicBezTo>
                    <a:pt x="273" y="4"/>
                    <a:pt x="263" y="0"/>
                    <a:pt x="252" y="0"/>
                  </a:cubicBezTo>
                  <a:cubicBezTo>
                    <a:pt x="242" y="0"/>
                    <a:pt x="232" y="4"/>
                    <a:pt x="224" y="12"/>
                  </a:cubicBezTo>
                  <a:cubicBezTo>
                    <a:pt x="177" y="59"/>
                    <a:pt x="177" y="59"/>
                    <a:pt x="177" y="59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22" y="4"/>
                    <a:pt x="111" y="0"/>
                    <a:pt x="10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CA9C532-A3D9-4234-A91F-8BD0192B10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06527" y="2471186"/>
              <a:ext cx="233363" cy="239713"/>
            </a:xfrm>
            <a:custGeom>
              <a:avLst/>
              <a:gdLst>
                <a:gd name="T0" fmla="*/ 27 w 55"/>
                <a:gd name="T1" fmla="*/ 56 h 56"/>
                <a:gd name="T2" fmla="*/ 0 w 55"/>
                <a:gd name="T3" fmla="*/ 28 h 56"/>
                <a:gd name="T4" fmla="*/ 27 w 55"/>
                <a:gd name="T5" fmla="*/ 0 h 56"/>
                <a:gd name="T6" fmla="*/ 55 w 55"/>
                <a:gd name="T7" fmla="*/ 28 h 56"/>
                <a:gd name="T8" fmla="*/ 27 w 55"/>
                <a:gd name="T9" fmla="*/ 56 h 56"/>
                <a:gd name="T10" fmla="*/ 27 w 55"/>
                <a:gd name="T11" fmla="*/ 5 h 56"/>
                <a:gd name="T12" fmla="*/ 6 w 55"/>
                <a:gd name="T13" fmla="*/ 28 h 56"/>
                <a:gd name="T14" fmla="*/ 27 w 55"/>
                <a:gd name="T15" fmla="*/ 51 h 56"/>
                <a:gd name="T16" fmla="*/ 49 w 55"/>
                <a:gd name="T17" fmla="*/ 28 h 56"/>
                <a:gd name="T18" fmla="*/ 27 w 55"/>
                <a:gd name="T19" fmla="*/ 5 h 56"/>
                <a:gd name="T20" fmla="*/ 22 w 55"/>
                <a:gd name="T21" fmla="*/ 44 h 56"/>
                <a:gd name="T22" fmla="*/ 16 w 55"/>
                <a:gd name="T23" fmla="*/ 44 h 56"/>
                <a:gd name="T24" fmla="*/ 16 w 55"/>
                <a:gd name="T25" fmla="*/ 13 h 56"/>
                <a:gd name="T26" fmla="*/ 28 w 55"/>
                <a:gd name="T27" fmla="*/ 13 h 56"/>
                <a:gd name="T28" fmla="*/ 40 w 55"/>
                <a:gd name="T29" fmla="*/ 22 h 56"/>
                <a:gd name="T30" fmla="*/ 31 w 55"/>
                <a:gd name="T31" fmla="*/ 30 h 56"/>
                <a:gd name="T32" fmla="*/ 40 w 55"/>
                <a:gd name="T33" fmla="*/ 44 h 56"/>
                <a:gd name="T34" fmla="*/ 34 w 55"/>
                <a:gd name="T35" fmla="*/ 44 h 56"/>
                <a:gd name="T36" fmla="*/ 26 w 55"/>
                <a:gd name="T37" fmla="*/ 31 h 56"/>
                <a:gd name="T38" fmla="*/ 22 w 55"/>
                <a:gd name="T39" fmla="*/ 31 h 56"/>
                <a:gd name="T40" fmla="*/ 22 w 55"/>
                <a:gd name="T41" fmla="*/ 44 h 56"/>
                <a:gd name="T42" fmla="*/ 27 w 55"/>
                <a:gd name="T43" fmla="*/ 26 h 56"/>
                <a:gd name="T44" fmla="*/ 34 w 55"/>
                <a:gd name="T45" fmla="*/ 21 h 56"/>
                <a:gd name="T46" fmla="*/ 28 w 55"/>
                <a:gd name="T47" fmla="*/ 17 h 56"/>
                <a:gd name="T48" fmla="*/ 22 w 55"/>
                <a:gd name="T49" fmla="*/ 17 h 56"/>
                <a:gd name="T50" fmla="*/ 22 w 55"/>
                <a:gd name="T51" fmla="*/ 26 h 56"/>
                <a:gd name="T52" fmla="*/ 27 w 55"/>
                <a:gd name="T53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56">
                  <a:moveTo>
                    <a:pt x="27" y="56"/>
                  </a:moveTo>
                  <a:cubicBezTo>
                    <a:pt x="11" y="56"/>
                    <a:pt x="0" y="44"/>
                    <a:pt x="0" y="28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5" y="11"/>
                    <a:pt x="55" y="28"/>
                  </a:cubicBezTo>
                  <a:cubicBezTo>
                    <a:pt x="55" y="45"/>
                    <a:pt x="42" y="56"/>
                    <a:pt x="27" y="56"/>
                  </a:cubicBezTo>
                  <a:close/>
                  <a:moveTo>
                    <a:pt x="27" y="5"/>
                  </a:moveTo>
                  <a:cubicBezTo>
                    <a:pt x="15" y="5"/>
                    <a:pt x="6" y="14"/>
                    <a:pt x="6" y="28"/>
                  </a:cubicBezTo>
                  <a:cubicBezTo>
                    <a:pt x="6" y="41"/>
                    <a:pt x="14" y="51"/>
                    <a:pt x="27" y="51"/>
                  </a:cubicBezTo>
                  <a:cubicBezTo>
                    <a:pt x="39" y="51"/>
                    <a:pt x="49" y="42"/>
                    <a:pt x="49" y="28"/>
                  </a:cubicBezTo>
                  <a:cubicBezTo>
                    <a:pt x="49" y="14"/>
                    <a:pt x="39" y="5"/>
                    <a:pt x="27" y="5"/>
                  </a:cubicBezTo>
                  <a:close/>
                  <a:moveTo>
                    <a:pt x="22" y="44"/>
                  </a:moveTo>
                  <a:cubicBezTo>
                    <a:pt x="16" y="44"/>
                    <a:pt x="16" y="44"/>
                    <a:pt x="16" y="44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6" y="13"/>
                    <a:pt x="40" y="16"/>
                    <a:pt x="40" y="22"/>
                  </a:cubicBezTo>
                  <a:cubicBezTo>
                    <a:pt x="40" y="27"/>
                    <a:pt x="36" y="30"/>
                    <a:pt x="31" y="30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22" y="44"/>
                  </a:lnTo>
                  <a:close/>
                  <a:moveTo>
                    <a:pt x="27" y="26"/>
                  </a:moveTo>
                  <a:cubicBezTo>
                    <a:pt x="31" y="26"/>
                    <a:pt x="34" y="26"/>
                    <a:pt x="34" y="21"/>
                  </a:cubicBezTo>
                  <a:cubicBezTo>
                    <a:pt x="34" y="18"/>
                    <a:pt x="31" y="17"/>
                    <a:pt x="28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26"/>
                    <a:pt x="22" y="26"/>
                    <a:pt x="22" y="26"/>
                  </a:cubicBezTo>
                  <a:lnTo>
                    <a:pt x="27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03873813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7850764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813933" y="2941079"/>
            <a:ext cx="4564136" cy="8309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5400" b="1">
                <a:solidFill>
                  <a:schemeClr val="accent2"/>
                </a:solidFill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29809858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AD57F1C3-026C-4E29-99D9-D207AB9AE85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accent6"/>
                </a:solidFill>
                <a:latin typeface="CVS Health Sans" panose="020B0504020202020204" pitchFamily="34" charset="0"/>
              </a:defRPr>
            </a:lvl1pPr>
          </a:lstStyle>
          <a:p>
            <a:r>
              <a:rPr lang="en-US"/>
              <a:t>BE SURE IMAGE IS </a:t>
            </a:r>
            <a:br>
              <a:rPr lang="en-US"/>
            </a:br>
            <a:r>
              <a:rPr lang="en-US"/>
              <a:t>DARK ENOUGH SO TYPE AND </a:t>
            </a:r>
            <a:br>
              <a:rPr lang="en-US"/>
            </a:br>
            <a:r>
              <a:rPr lang="en-US"/>
              <a:t>LOGO ARE READABLE</a:t>
            </a:r>
          </a:p>
          <a:p>
            <a:br>
              <a:rPr lang="en-US"/>
            </a:br>
            <a:r>
              <a:rPr lang="en-US"/>
              <a:t>Be sure to send image to </a:t>
            </a:r>
            <a:br>
              <a:rPr lang="en-US"/>
            </a:br>
            <a:r>
              <a:rPr lang="en-US"/>
              <a:t>back so logo sits on top of image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45172" y="1196075"/>
            <a:ext cx="3069479" cy="1444752"/>
          </a:xfrm>
        </p:spPr>
        <p:txBody>
          <a:bodyPr/>
          <a:lstStyle>
            <a:lvl1pPr marL="0" marR="0" indent="0" algn="l" defTabSz="456758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Closing slide</a:t>
            </a:r>
          </a:p>
        </p:txBody>
      </p:sp>
    </p:spTree>
    <p:extLst>
      <p:ext uri="{BB962C8B-B14F-4D97-AF65-F5344CB8AC3E}">
        <p14:creationId xmlns:p14="http://schemas.microsoft.com/office/powerpoint/2010/main" val="3199908673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S logo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2826318" y="3027447"/>
            <a:ext cx="6539366" cy="803106"/>
            <a:chOff x="2825581" y="3027447"/>
            <a:chExt cx="6537663" cy="803106"/>
          </a:xfrm>
        </p:grpSpPr>
        <p:sp>
          <p:nvSpPr>
            <p:cNvPr id="5" name="Freeform 2">
              <a:extLst>
                <a:ext uri="{FF2B5EF4-FFF2-40B4-BE49-F238E27FC236}">
                  <a16:creationId xmlns:a16="http://schemas.microsoft.com/office/drawing/2014/main" id="{B2BDFE3B-4557-45B7-B3FF-10C47DDF32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23520" y="3050215"/>
              <a:ext cx="3134808" cy="775163"/>
            </a:xfrm>
            <a:custGeom>
              <a:avLst/>
              <a:gdLst>
                <a:gd name="T0" fmla="*/ 701 w 1134"/>
                <a:gd name="T1" fmla="*/ 273 h 278"/>
                <a:gd name="T2" fmla="*/ 675 w 1134"/>
                <a:gd name="T3" fmla="*/ 248 h 278"/>
                <a:gd name="T4" fmla="*/ 701 w 1134"/>
                <a:gd name="T5" fmla="*/ 109 h 278"/>
                <a:gd name="T6" fmla="*/ 645 w 1134"/>
                <a:gd name="T7" fmla="*/ 84 h 278"/>
                <a:gd name="T8" fmla="*/ 576 w 1134"/>
                <a:gd name="T9" fmla="*/ 79 h 278"/>
                <a:gd name="T10" fmla="*/ 576 w 1134"/>
                <a:gd name="T11" fmla="*/ 278 h 278"/>
                <a:gd name="T12" fmla="*/ 645 w 1134"/>
                <a:gd name="T13" fmla="*/ 273 h 278"/>
                <a:gd name="T14" fmla="*/ 426 w 1134"/>
                <a:gd name="T15" fmla="*/ 222 h 278"/>
                <a:gd name="T16" fmla="*/ 299 w 1134"/>
                <a:gd name="T17" fmla="*/ 189 h 278"/>
                <a:gd name="T18" fmla="*/ 461 w 1134"/>
                <a:gd name="T19" fmla="*/ 175 h 278"/>
                <a:gd name="T20" fmla="*/ 267 w 1134"/>
                <a:gd name="T21" fmla="*/ 178 h 278"/>
                <a:gd name="T22" fmla="*/ 456 w 1134"/>
                <a:gd name="T23" fmla="*/ 222 h 278"/>
                <a:gd name="T24" fmla="*/ 59 w 1134"/>
                <a:gd name="T25" fmla="*/ 25 h 278"/>
                <a:gd name="T26" fmla="*/ 86 w 1134"/>
                <a:gd name="T27" fmla="*/ 0 h 278"/>
                <a:gd name="T28" fmla="*/ 0 w 1134"/>
                <a:gd name="T29" fmla="*/ 25 h 278"/>
                <a:gd name="T30" fmla="*/ 27 w 1134"/>
                <a:gd name="T31" fmla="*/ 247 h 278"/>
                <a:gd name="T32" fmla="*/ 0 w 1134"/>
                <a:gd name="T33" fmla="*/ 273 h 278"/>
                <a:gd name="T34" fmla="*/ 86 w 1134"/>
                <a:gd name="T35" fmla="*/ 247 h 278"/>
                <a:gd name="T36" fmla="*/ 59 w 1134"/>
                <a:gd name="T37" fmla="*/ 138 h 278"/>
                <a:gd name="T38" fmla="*/ 196 w 1134"/>
                <a:gd name="T39" fmla="*/ 247 h 278"/>
                <a:gd name="T40" fmla="*/ 168 w 1134"/>
                <a:gd name="T41" fmla="*/ 273 h 278"/>
                <a:gd name="T42" fmla="*/ 255 w 1134"/>
                <a:gd name="T43" fmla="*/ 247 h 278"/>
                <a:gd name="T44" fmla="*/ 227 w 1134"/>
                <a:gd name="T45" fmla="*/ 25 h 278"/>
                <a:gd name="T46" fmla="*/ 255 w 1134"/>
                <a:gd name="T47" fmla="*/ 0 h 278"/>
                <a:gd name="T48" fmla="*/ 168 w 1134"/>
                <a:gd name="T49" fmla="*/ 25 h 278"/>
                <a:gd name="T50" fmla="*/ 196 w 1134"/>
                <a:gd name="T51" fmla="*/ 114 h 278"/>
                <a:gd name="T52" fmla="*/ 996 w 1134"/>
                <a:gd name="T53" fmla="*/ 248 h 278"/>
                <a:gd name="T54" fmla="*/ 971 w 1134"/>
                <a:gd name="T55" fmla="*/ 163 h 278"/>
                <a:gd name="T56" fmla="*/ 1078 w 1134"/>
                <a:gd name="T57" fmla="*/ 163 h 278"/>
                <a:gd name="T58" fmla="*/ 1053 w 1134"/>
                <a:gd name="T59" fmla="*/ 248 h 278"/>
                <a:gd name="T60" fmla="*/ 1134 w 1134"/>
                <a:gd name="T61" fmla="*/ 273 h 278"/>
                <a:gd name="T62" fmla="*/ 1109 w 1134"/>
                <a:gd name="T63" fmla="*/ 248 h 278"/>
                <a:gd name="T64" fmla="*/ 1030 w 1134"/>
                <a:gd name="T65" fmla="*/ 79 h 278"/>
                <a:gd name="T66" fmla="*/ 971 w 1134"/>
                <a:gd name="T67" fmla="*/ 0 h 278"/>
                <a:gd name="T68" fmla="*/ 915 w 1134"/>
                <a:gd name="T69" fmla="*/ 24 h 278"/>
                <a:gd name="T70" fmla="*/ 940 w 1134"/>
                <a:gd name="T71" fmla="*/ 248 h 278"/>
                <a:gd name="T72" fmla="*/ 915 w 1134"/>
                <a:gd name="T73" fmla="*/ 273 h 278"/>
                <a:gd name="T74" fmla="*/ 996 w 1134"/>
                <a:gd name="T75" fmla="*/ 248 h 278"/>
                <a:gd name="T76" fmla="*/ 580 w 1134"/>
                <a:gd name="T77" fmla="*/ 104 h 278"/>
                <a:gd name="T78" fmla="*/ 580 w 1134"/>
                <a:gd name="T79" fmla="*/ 252 h 278"/>
                <a:gd name="T80" fmla="*/ 366 w 1134"/>
                <a:gd name="T81" fmla="*/ 104 h 278"/>
                <a:gd name="T82" fmla="*/ 299 w 1134"/>
                <a:gd name="T83" fmla="*/ 164 h 278"/>
                <a:gd name="T84" fmla="*/ 859 w 1134"/>
                <a:gd name="T85" fmla="*/ 224 h 278"/>
                <a:gd name="T86" fmla="*/ 897 w 1134"/>
                <a:gd name="T87" fmla="*/ 109 h 278"/>
                <a:gd name="T88" fmla="*/ 859 w 1134"/>
                <a:gd name="T89" fmla="*/ 84 h 278"/>
                <a:gd name="T90" fmla="*/ 829 w 1134"/>
                <a:gd name="T91" fmla="*/ 36 h 278"/>
                <a:gd name="T92" fmla="*/ 799 w 1134"/>
                <a:gd name="T93" fmla="*/ 84 h 278"/>
                <a:gd name="T94" fmla="*/ 829 w 1134"/>
                <a:gd name="T95" fmla="*/ 109 h 278"/>
                <a:gd name="T96" fmla="*/ 879 w 1134"/>
                <a:gd name="T97" fmla="*/ 275 h 278"/>
                <a:gd name="T98" fmla="*/ 897 w 1134"/>
                <a:gd name="T99" fmla="*/ 248 h 278"/>
                <a:gd name="T100" fmla="*/ 859 w 1134"/>
                <a:gd name="T101" fmla="*/ 224 h 278"/>
                <a:gd name="T102" fmla="*/ 801 w 1134"/>
                <a:gd name="T103" fmla="*/ 273 h 278"/>
                <a:gd name="T104" fmla="*/ 787 w 1134"/>
                <a:gd name="T105" fmla="*/ 249 h 278"/>
                <a:gd name="T106" fmla="*/ 768 w 1134"/>
                <a:gd name="T107" fmla="*/ 0 h 278"/>
                <a:gd name="T108" fmla="*/ 712 w 1134"/>
                <a:gd name="T109" fmla="*/ 24 h 278"/>
                <a:gd name="T110" fmla="*/ 737 w 1134"/>
                <a:gd name="T111" fmla="*/ 224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34" h="278">
                  <a:moveTo>
                    <a:pt x="645" y="273"/>
                  </a:moveTo>
                  <a:cubicBezTo>
                    <a:pt x="701" y="273"/>
                    <a:pt x="701" y="273"/>
                    <a:pt x="701" y="273"/>
                  </a:cubicBezTo>
                  <a:cubicBezTo>
                    <a:pt x="701" y="248"/>
                    <a:pt x="701" y="248"/>
                    <a:pt x="701" y="248"/>
                  </a:cubicBezTo>
                  <a:cubicBezTo>
                    <a:pt x="675" y="248"/>
                    <a:pt x="675" y="248"/>
                    <a:pt x="675" y="248"/>
                  </a:cubicBezTo>
                  <a:cubicBezTo>
                    <a:pt x="675" y="109"/>
                    <a:pt x="675" y="109"/>
                    <a:pt x="675" y="109"/>
                  </a:cubicBezTo>
                  <a:cubicBezTo>
                    <a:pt x="701" y="109"/>
                    <a:pt x="701" y="109"/>
                    <a:pt x="701" y="109"/>
                  </a:cubicBezTo>
                  <a:cubicBezTo>
                    <a:pt x="701" y="84"/>
                    <a:pt x="701" y="84"/>
                    <a:pt x="701" y="84"/>
                  </a:cubicBezTo>
                  <a:cubicBezTo>
                    <a:pt x="645" y="84"/>
                    <a:pt x="645" y="84"/>
                    <a:pt x="645" y="84"/>
                  </a:cubicBezTo>
                  <a:cubicBezTo>
                    <a:pt x="645" y="112"/>
                    <a:pt x="645" y="112"/>
                    <a:pt x="645" y="112"/>
                  </a:cubicBezTo>
                  <a:cubicBezTo>
                    <a:pt x="629" y="91"/>
                    <a:pt x="605" y="79"/>
                    <a:pt x="576" y="79"/>
                  </a:cubicBezTo>
                  <a:cubicBezTo>
                    <a:pt x="523" y="79"/>
                    <a:pt x="483" y="122"/>
                    <a:pt x="483" y="178"/>
                  </a:cubicBezTo>
                  <a:cubicBezTo>
                    <a:pt x="483" y="235"/>
                    <a:pt x="523" y="278"/>
                    <a:pt x="576" y="278"/>
                  </a:cubicBezTo>
                  <a:cubicBezTo>
                    <a:pt x="605" y="278"/>
                    <a:pt x="629" y="265"/>
                    <a:pt x="645" y="245"/>
                  </a:cubicBezTo>
                  <a:lnTo>
                    <a:pt x="645" y="273"/>
                  </a:lnTo>
                  <a:close/>
                  <a:moveTo>
                    <a:pt x="456" y="222"/>
                  </a:moveTo>
                  <a:cubicBezTo>
                    <a:pt x="426" y="222"/>
                    <a:pt x="426" y="222"/>
                    <a:pt x="426" y="222"/>
                  </a:cubicBezTo>
                  <a:cubicBezTo>
                    <a:pt x="415" y="241"/>
                    <a:pt x="395" y="253"/>
                    <a:pt x="367" y="253"/>
                  </a:cubicBezTo>
                  <a:cubicBezTo>
                    <a:pt x="325" y="253"/>
                    <a:pt x="302" y="227"/>
                    <a:pt x="299" y="189"/>
                  </a:cubicBezTo>
                  <a:cubicBezTo>
                    <a:pt x="461" y="189"/>
                    <a:pt x="461" y="189"/>
                    <a:pt x="461" y="189"/>
                  </a:cubicBezTo>
                  <a:cubicBezTo>
                    <a:pt x="461" y="175"/>
                    <a:pt x="461" y="175"/>
                    <a:pt x="461" y="175"/>
                  </a:cubicBezTo>
                  <a:cubicBezTo>
                    <a:pt x="461" y="118"/>
                    <a:pt x="424" y="79"/>
                    <a:pt x="366" y="79"/>
                  </a:cubicBezTo>
                  <a:cubicBezTo>
                    <a:pt x="308" y="79"/>
                    <a:pt x="267" y="120"/>
                    <a:pt x="267" y="178"/>
                  </a:cubicBezTo>
                  <a:cubicBezTo>
                    <a:pt x="267" y="237"/>
                    <a:pt x="308" y="278"/>
                    <a:pt x="366" y="278"/>
                  </a:cubicBezTo>
                  <a:cubicBezTo>
                    <a:pt x="409" y="278"/>
                    <a:pt x="442" y="257"/>
                    <a:pt x="456" y="222"/>
                  </a:cubicBezTo>
                  <a:moveTo>
                    <a:pt x="59" y="114"/>
                  </a:moveTo>
                  <a:cubicBezTo>
                    <a:pt x="59" y="25"/>
                    <a:pt x="59" y="25"/>
                    <a:pt x="59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47"/>
                    <a:pt x="27" y="247"/>
                    <a:pt x="27" y="24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6" y="273"/>
                    <a:pt x="86" y="273"/>
                    <a:pt x="86" y="273"/>
                  </a:cubicBezTo>
                  <a:cubicBezTo>
                    <a:pt x="86" y="247"/>
                    <a:pt x="86" y="247"/>
                    <a:pt x="86" y="247"/>
                  </a:cubicBezTo>
                  <a:cubicBezTo>
                    <a:pt x="59" y="247"/>
                    <a:pt x="59" y="247"/>
                    <a:pt x="59" y="247"/>
                  </a:cubicBezTo>
                  <a:cubicBezTo>
                    <a:pt x="59" y="138"/>
                    <a:pt x="59" y="138"/>
                    <a:pt x="59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6" y="247"/>
                    <a:pt x="196" y="247"/>
                    <a:pt x="196" y="247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73"/>
                    <a:pt x="168" y="273"/>
                    <a:pt x="168" y="273"/>
                  </a:cubicBezTo>
                  <a:cubicBezTo>
                    <a:pt x="255" y="273"/>
                    <a:pt x="255" y="273"/>
                    <a:pt x="255" y="273"/>
                  </a:cubicBezTo>
                  <a:cubicBezTo>
                    <a:pt x="255" y="247"/>
                    <a:pt x="255" y="247"/>
                    <a:pt x="255" y="247"/>
                  </a:cubicBezTo>
                  <a:cubicBezTo>
                    <a:pt x="227" y="247"/>
                    <a:pt x="227" y="247"/>
                    <a:pt x="227" y="247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196" y="25"/>
                    <a:pt x="196" y="25"/>
                    <a:pt x="196" y="25"/>
                  </a:cubicBezTo>
                  <a:cubicBezTo>
                    <a:pt x="196" y="114"/>
                    <a:pt x="196" y="114"/>
                    <a:pt x="196" y="114"/>
                  </a:cubicBezTo>
                  <a:lnTo>
                    <a:pt x="59" y="114"/>
                  </a:lnTo>
                  <a:close/>
                  <a:moveTo>
                    <a:pt x="996" y="248"/>
                  </a:moveTo>
                  <a:cubicBezTo>
                    <a:pt x="971" y="248"/>
                    <a:pt x="971" y="248"/>
                    <a:pt x="971" y="248"/>
                  </a:cubicBezTo>
                  <a:cubicBezTo>
                    <a:pt x="971" y="163"/>
                    <a:pt x="971" y="163"/>
                    <a:pt x="971" y="163"/>
                  </a:cubicBezTo>
                  <a:cubicBezTo>
                    <a:pt x="971" y="124"/>
                    <a:pt x="991" y="104"/>
                    <a:pt x="1026" y="104"/>
                  </a:cubicBezTo>
                  <a:cubicBezTo>
                    <a:pt x="1058" y="104"/>
                    <a:pt x="1078" y="124"/>
                    <a:pt x="1078" y="163"/>
                  </a:cubicBezTo>
                  <a:cubicBezTo>
                    <a:pt x="1078" y="248"/>
                    <a:pt x="1078" y="248"/>
                    <a:pt x="1078" y="248"/>
                  </a:cubicBezTo>
                  <a:cubicBezTo>
                    <a:pt x="1053" y="248"/>
                    <a:pt x="1053" y="248"/>
                    <a:pt x="1053" y="248"/>
                  </a:cubicBezTo>
                  <a:cubicBezTo>
                    <a:pt x="1053" y="273"/>
                    <a:pt x="1053" y="273"/>
                    <a:pt x="1053" y="273"/>
                  </a:cubicBezTo>
                  <a:cubicBezTo>
                    <a:pt x="1134" y="273"/>
                    <a:pt x="1134" y="273"/>
                    <a:pt x="1134" y="273"/>
                  </a:cubicBezTo>
                  <a:cubicBezTo>
                    <a:pt x="1134" y="248"/>
                    <a:pt x="1134" y="248"/>
                    <a:pt x="1134" y="248"/>
                  </a:cubicBezTo>
                  <a:cubicBezTo>
                    <a:pt x="1109" y="248"/>
                    <a:pt x="1109" y="248"/>
                    <a:pt x="1109" y="248"/>
                  </a:cubicBezTo>
                  <a:cubicBezTo>
                    <a:pt x="1109" y="163"/>
                    <a:pt x="1109" y="163"/>
                    <a:pt x="1109" y="163"/>
                  </a:cubicBezTo>
                  <a:cubicBezTo>
                    <a:pt x="1109" y="117"/>
                    <a:pt x="1081" y="79"/>
                    <a:pt x="1030" y="79"/>
                  </a:cubicBezTo>
                  <a:cubicBezTo>
                    <a:pt x="1003" y="79"/>
                    <a:pt x="983" y="89"/>
                    <a:pt x="971" y="105"/>
                  </a:cubicBezTo>
                  <a:cubicBezTo>
                    <a:pt x="971" y="0"/>
                    <a:pt x="971" y="0"/>
                    <a:pt x="971" y="0"/>
                  </a:cubicBezTo>
                  <a:cubicBezTo>
                    <a:pt x="915" y="0"/>
                    <a:pt x="915" y="0"/>
                    <a:pt x="915" y="0"/>
                  </a:cubicBezTo>
                  <a:cubicBezTo>
                    <a:pt x="915" y="24"/>
                    <a:pt x="915" y="24"/>
                    <a:pt x="915" y="24"/>
                  </a:cubicBezTo>
                  <a:cubicBezTo>
                    <a:pt x="940" y="24"/>
                    <a:pt x="940" y="24"/>
                    <a:pt x="940" y="24"/>
                  </a:cubicBezTo>
                  <a:cubicBezTo>
                    <a:pt x="940" y="248"/>
                    <a:pt x="940" y="248"/>
                    <a:pt x="940" y="248"/>
                  </a:cubicBezTo>
                  <a:cubicBezTo>
                    <a:pt x="915" y="248"/>
                    <a:pt x="915" y="248"/>
                    <a:pt x="915" y="248"/>
                  </a:cubicBezTo>
                  <a:cubicBezTo>
                    <a:pt x="915" y="273"/>
                    <a:pt x="915" y="273"/>
                    <a:pt x="915" y="273"/>
                  </a:cubicBezTo>
                  <a:cubicBezTo>
                    <a:pt x="996" y="273"/>
                    <a:pt x="996" y="273"/>
                    <a:pt x="996" y="273"/>
                  </a:cubicBezTo>
                  <a:lnTo>
                    <a:pt x="996" y="248"/>
                  </a:lnTo>
                  <a:close/>
                  <a:moveTo>
                    <a:pt x="514" y="178"/>
                  </a:moveTo>
                  <a:cubicBezTo>
                    <a:pt x="514" y="135"/>
                    <a:pt x="542" y="104"/>
                    <a:pt x="580" y="104"/>
                  </a:cubicBezTo>
                  <a:cubicBezTo>
                    <a:pt x="619" y="104"/>
                    <a:pt x="646" y="136"/>
                    <a:pt x="646" y="178"/>
                  </a:cubicBezTo>
                  <a:cubicBezTo>
                    <a:pt x="646" y="221"/>
                    <a:pt x="619" y="252"/>
                    <a:pt x="580" y="252"/>
                  </a:cubicBezTo>
                  <a:cubicBezTo>
                    <a:pt x="542" y="252"/>
                    <a:pt x="514" y="221"/>
                    <a:pt x="514" y="178"/>
                  </a:cubicBezTo>
                  <a:moveTo>
                    <a:pt x="366" y="104"/>
                  </a:moveTo>
                  <a:cubicBezTo>
                    <a:pt x="406" y="104"/>
                    <a:pt x="427" y="133"/>
                    <a:pt x="430" y="164"/>
                  </a:cubicBezTo>
                  <a:cubicBezTo>
                    <a:pt x="299" y="164"/>
                    <a:pt x="299" y="164"/>
                    <a:pt x="299" y="164"/>
                  </a:cubicBezTo>
                  <a:cubicBezTo>
                    <a:pt x="302" y="130"/>
                    <a:pt x="326" y="104"/>
                    <a:pt x="366" y="104"/>
                  </a:cubicBezTo>
                  <a:moveTo>
                    <a:pt x="859" y="224"/>
                  </a:moveTo>
                  <a:cubicBezTo>
                    <a:pt x="859" y="109"/>
                    <a:pt x="859" y="109"/>
                    <a:pt x="859" y="109"/>
                  </a:cubicBezTo>
                  <a:cubicBezTo>
                    <a:pt x="897" y="109"/>
                    <a:pt x="897" y="109"/>
                    <a:pt x="897" y="109"/>
                  </a:cubicBezTo>
                  <a:cubicBezTo>
                    <a:pt x="897" y="84"/>
                    <a:pt x="897" y="84"/>
                    <a:pt x="897" y="84"/>
                  </a:cubicBezTo>
                  <a:cubicBezTo>
                    <a:pt x="859" y="84"/>
                    <a:pt x="859" y="84"/>
                    <a:pt x="859" y="84"/>
                  </a:cubicBezTo>
                  <a:cubicBezTo>
                    <a:pt x="859" y="36"/>
                    <a:pt x="859" y="36"/>
                    <a:pt x="859" y="36"/>
                  </a:cubicBezTo>
                  <a:cubicBezTo>
                    <a:pt x="829" y="36"/>
                    <a:pt x="829" y="36"/>
                    <a:pt x="829" y="36"/>
                  </a:cubicBezTo>
                  <a:cubicBezTo>
                    <a:pt x="829" y="84"/>
                    <a:pt x="829" y="84"/>
                    <a:pt x="829" y="84"/>
                  </a:cubicBezTo>
                  <a:cubicBezTo>
                    <a:pt x="799" y="84"/>
                    <a:pt x="799" y="84"/>
                    <a:pt x="799" y="84"/>
                  </a:cubicBezTo>
                  <a:cubicBezTo>
                    <a:pt x="799" y="109"/>
                    <a:pt x="799" y="109"/>
                    <a:pt x="799" y="109"/>
                  </a:cubicBezTo>
                  <a:cubicBezTo>
                    <a:pt x="829" y="109"/>
                    <a:pt x="829" y="109"/>
                    <a:pt x="829" y="109"/>
                  </a:cubicBezTo>
                  <a:cubicBezTo>
                    <a:pt x="829" y="225"/>
                    <a:pt x="829" y="225"/>
                    <a:pt x="829" y="225"/>
                  </a:cubicBezTo>
                  <a:cubicBezTo>
                    <a:pt x="829" y="259"/>
                    <a:pt x="844" y="275"/>
                    <a:pt x="879" y="275"/>
                  </a:cubicBezTo>
                  <a:cubicBezTo>
                    <a:pt x="884" y="275"/>
                    <a:pt x="893" y="274"/>
                    <a:pt x="897" y="273"/>
                  </a:cubicBezTo>
                  <a:cubicBezTo>
                    <a:pt x="897" y="248"/>
                    <a:pt x="897" y="248"/>
                    <a:pt x="897" y="248"/>
                  </a:cubicBezTo>
                  <a:cubicBezTo>
                    <a:pt x="892" y="249"/>
                    <a:pt x="886" y="249"/>
                    <a:pt x="882" y="249"/>
                  </a:cubicBezTo>
                  <a:cubicBezTo>
                    <a:pt x="866" y="249"/>
                    <a:pt x="859" y="244"/>
                    <a:pt x="859" y="224"/>
                  </a:cubicBezTo>
                  <a:moveTo>
                    <a:pt x="783" y="275"/>
                  </a:moveTo>
                  <a:cubicBezTo>
                    <a:pt x="789" y="275"/>
                    <a:pt x="797" y="274"/>
                    <a:pt x="801" y="273"/>
                  </a:cubicBezTo>
                  <a:cubicBezTo>
                    <a:pt x="801" y="248"/>
                    <a:pt x="801" y="248"/>
                    <a:pt x="801" y="248"/>
                  </a:cubicBezTo>
                  <a:cubicBezTo>
                    <a:pt x="795" y="249"/>
                    <a:pt x="791" y="249"/>
                    <a:pt x="787" y="249"/>
                  </a:cubicBezTo>
                  <a:cubicBezTo>
                    <a:pt x="774" y="249"/>
                    <a:pt x="768" y="243"/>
                    <a:pt x="768" y="222"/>
                  </a:cubicBezTo>
                  <a:cubicBezTo>
                    <a:pt x="768" y="0"/>
                    <a:pt x="768" y="0"/>
                    <a:pt x="768" y="0"/>
                  </a:cubicBezTo>
                  <a:cubicBezTo>
                    <a:pt x="712" y="0"/>
                    <a:pt x="712" y="0"/>
                    <a:pt x="712" y="0"/>
                  </a:cubicBezTo>
                  <a:cubicBezTo>
                    <a:pt x="712" y="24"/>
                    <a:pt x="712" y="24"/>
                    <a:pt x="712" y="24"/>
                  </a:cubicBezTo>
                  <a:cubicBezTo>
                    <a:pt x="737" y="24"/>
                    <a:pt x="737" y="24"/>
                    <a:pt x="737" y="24"/>
                  </a:cubicBezTo>
                  <a:cubicBezTo>
                    <a:pt x="737" y="224"/>
                    <a:pt x="737" y="224"/>
                    <a:pt x="737" y="224"/>
                  </a:cubicBezTo>
                  <a:cubicBezTo>
                    <a:pt x="737" y="257"/>
                    <a:pt x="751" y="275"/>
                    <a:pt x="783" y="27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4DFEB978-9998-4C51-B950-8201DC489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0439" y="3027447"/>
              <a:ext cx="671671" cy="803106"/>
            </a:xfrm>
            <a:custGeom>
              <a:avLst/>
              <a:gdLst>
                <a:gd name="T0" fmla="*/ 85 w 243"/>
                <a:gd name="T1" fmla="*/ 195 h 288"/>
                <a:gd name="T2" fmla="*/ 125 w 243"/>
                <a:gd name="T3" fmla="*/ 223 h 288"/>
                <a:gd name="T4" fmla="*/ 158 w 243"/>
                <a:gd name="T5" fmla="*/ 203 h 288"/>
                <a:gd name="T6" fmla="*/ 110 w 243"/>
                <a:gd name="T7" fmla="*/ 176 h 288"/>
                <a:gd name="T8" fmla="*/ 36 w 243"/>
                <a:gd name="T9" fmla="*/ 150 h 288"/>
                <a:gd name="T10" fmla="*/ 5 w 243"/>
                <a:gd name="T11" fmla="*/ 87 h 288"/>
                <a:gd name="T12" fmla="*/ 119 w 243"/>
                <a:gd name="T13" fmla="*/ 0 h 288"/>
                <a:gd name="T14" fmla="*/ 236 w 243"/>
                <a:gd name="T15" fmla="*/ 86 h 288"/>
                <a:gd name="T16" fmla="*/ 153 w 243"/>
                <a:gd name="T17" fmla="*/ 86 h 288"/>
                <a:gd name="T18" fmla="*/ 118 w 243"/>
                <a:gd name="T19" fmla="*/ 62 h 288"/>
                <a:gd name="T20" fmla="*/ 90 w 243"/>
                <a:gd name="T21" fmla="*/ 80 h 288"/>
                <a:gd name="T22" fmla="*/ 130 w 243"/>
                <a:gd name="T23" fmla="*/ 104 h 288"/>
                <a:gd name="T24" fmla="*/ 208 w 243"/>
                <a:gd name="T25" fmla="*/ 130 h 288"/>
                <a:gd name="T26" fmla="*/ 243 w 243"/>
                <a:gd name="T27" fmla="*/ 194 h 288"/>
                <a:gd name="T28" fmla="*/ 122 w 243"/>
                <a:gd name="T29" fmla="*/ 288 h 288"/>
                <a:gd name="T30" fmla="*/ 0 w 243"/>
                <a:gd name="T31" fmla="*/ 195 h 288"/>
                <a:gd name="T32" fmla="*/ 85 w 243"/>
                <a:gd name="T33" fmla="*/ 195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288">
                  <a:moveTo>
                    <a:pt x="85" y="195"/>
                  </a:moveTo>
                  <a:cubicBezTo>
                    <a:pt x="90" y="216"/>
                    <a:pt x="101" y="223"/>
                    <a:pt x="125" y="223"/>
                  </a:cubicBezTo>
                  <a:cubicBezTo>
                    <a:pt x="146" y="223"/>
                    <a:pt x="158" y="215"/>
                    <a:pt x="158" y="203"/>
                  </a:cubicBezTo>
                  <a:cubicBezTo>
                    <a:pt x="158" y="186"/>
                    <a:pt x="142" y="185"/>
                    <a:pt x="110" y="176"/>
                  </a:cubicBezTo>
                  <a:cubicBezTo>
                    <a:pt x="72" y="166"/>
                    <a:pt x="48" y="158"/>
                    <a:pt x="36" y="150"/>
                  </a:cubicBezTo>
                  <a:cubicBezTo>
                    <a:pt x="15" y="135"/>
                    <a:pt x="5" y="114"/>
                    <a:pt x="5" y="87"/>
                  </a:cubicBezTo>
                  <a:cubicBezTo>
                    <a:pt x="5" y="34"/>
                    <a:pt x="47" y="0"/>
                    <a:pt x="119" y="0"/>
                  </a:cubicBezTo>
                  <a:cubicBezTo>
                    <a:pt x="189" y="0"/>
                    <a:pt x="231" y="31"/>
                    <a:pt x="236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0" y="70"/>
                    <a:pt x="139" y="62"/>
                    <a:pt x="118" y="62"/>
                  </a:cubicBezTo>
                  <a:cubicBezTo>
                    <a:pt x="99" y="62"/>
                    <a:pt x="90" y="68"/>
                    <a:pt x="90" y="80"/>
                  </a:cubicBezTo>
                  <a:cubicBezTo>
                    <a:pt x="90" y="95"/>
                    <a:pt x="104" y="98"/>
                    <a:pt x="130" y="104"/>
                  </a:cubicBezTo>
                  <a:cubicBezTo>
                    <a:pt x="164" y="113"/>
                    <a:pt x="191" y="119"/>
                    <a:pt x="208" y="130"/>
                  </a:cubicBezTo>
                  <a:cubicBezTo>
                    <a:pt x="232" y="146"/>
                    <a:pt x="243" y="166"/>
                    <a:pt x="243" y="194"/>
                  </a:cubicBezTo>
                  <a:cubicBezTo>
                    <a:pt x="243" y="253"/>
                    <a:pt x="201" y="288"/>
                    <a:pt x="122" y="288"/>
                  </a:cubicBezTo>
                  <a:cubicBezTo>
                    <a:pt x="48" y="288"/>
                    <a:pt x="6" y="253"/>
                    <a:pt x="0" y="195"/>
                  </a:cubicBezTo>
                  <a:lnTo>
                    <a:pt x="85" y="1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5AA45A1A-56E8-4687-A1C0-2DE872F66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141" y="3027447"/>
              <a:ext cx="748256" cy="803106"/>
            </a:xfrm>
            <a:custGeom>
              <a:avLst/>
              <a:gdLst>
                <a:gd name="T0" fmla="*/ 271 w 271"/>
                <a:gd name="T1" fmla="*/ 174 h 288"/>
                <a:gd name="T2" fmla="*/ 140 w 271"/>
                <a:gd name="T3" fmla="*/ 288 h 288"/>
                <a:gd name="T4" fmla="*/ 0 w 271"/>
                <a:gd name="T5" fmla="*/ 144 h 288"/>
                <a:gd name="T6" fmla="*/ 139 w 271"/>
                <a:gd name="T7" fmla="*/ 0 h 288"/>
                <a:gd name="T8" fmla="*/ 269 w 271"/>
                <a:gd name="T9" fmla="*/ 111 h 288"/>
                <a:gd name="T10" fmla="*/ 186 w 271"/>
                <a:gd name="T11" fmla="*/ 111 h 288"/>
                <a:gd name="T12" fmla="*/ 140 w 271"/>
                <a:gd name="T13" fmla="*/ 68 h 288"/>
                <a:gd name="T14" fmla="*/ 88 w 271"/>
                <a:gd name="T15" fmla="*/ 144 h 288"/>
                <a:gd name="T16" fmla="*/ 142 w 271"/>
                <a:gd name="T17" fmla="*/ 220 h 288"/>
                <a:gd name="T18" fmla="*/ 188 w 271"/>
                <a:gd name="T19" fmla="*/ 174 h 288"/>
                <a:gd name="T20" fmla="*/ 271 w 271"/>
                <a:gd name="T21" fmla="*/ 17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1" h="288">
                  <a:moveTo>
                    <a:pt x="271" y="174"/>
                  </a:moveTo>
                  <a:cubicBezTo>
                    <a:pt x="266" y="246"/>
                    <a:pt x="219" y="288"/>
                    <a:pt x="140" y="288"/>
                  </a:cubicBezTo>
                  <a:cubicBezTo>
                    <a:pt x="53" y="288"/>
                    <a:pt x="0" y="233"/>
                    <a:pt x="0" y="144"/>
                  </a:cubicBezTo>
                  <a:cubicBezTo>
                    <a:pt x="0" y="55"/>
                    <a:pt x="54" y="0"/>
                    <a:pt x="139" y="0"/>
                  </a:cubicBezTo>
                  <a:cubicBezTo>
                    <a:pt x="218" y="0"/>
                    <a:pt x="264" y="40"/>
                    <a:pt x="269" y="111"/>
                  </a:cubicBezTo>
                  <a:cubicBezTo>
                    <a:pt x="186" y="111"/>
                    <a:pt x="186" y="111"/>
                    <a:pt x="186" y="111"/>
                  </a:cubicBezTo>
                  <a:cubicBezTo>
                    <a:pt x="183" y="83"/>
                    <a:pt x="168" y="68"/>
                    <a:pt x="140" y="68"/>
                  </a:cubicBezTo>
                  <a:cubicBezTo>
                    <a:pt x="105" y="68"/>
                    <a:pt x="88" y="94"/>
                    <a:pt x="88" y="144"/>
                  </a:cubicBezTo>
                  <a:cubicBezTo>
                    <a:pt x="88" y="194"/>
                    <a:pt x="107" y="220"/>
                    <a:pt x="142" y="220"/>
                  </a:cubicBezTo>
                  <a:cubicBezTo>
                    <a:pt x="169" y="220"/>
                    <a:pt x="186" y="204"/>
                    <a:pt x="188" y="174"/>
                  </a:cubicBezTo>
                  <a:lnTo>
                    <a:pt x="271" y="174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8F5885F4-B442-4DC7-A6C5-9C77C9A18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651" y="3050215"/>
              <a:ext cx="746186" cy="758604"/>
            </a:xfrm>
            <a:custGeom>
              <a:avLst/>
              <a:gdLst>
                <a:gd name="T0" fmla="*/ 0 w 721"/>
                <a:gd name="T1" fmla="*/ 0 h 733"/>
                <a:gd name="T2" fmla="*/ 237 w 721"/>
                <a:gd name="T3" fmla="*/ 0 h 733"/>
                <a:gd name="T4" fmla="*/ 360 w 721"/>
                <a:gd name="T5" fmla="*/ 474 h 733"/>
                <a:gd name="T6" fmla="*/ 491 w 721"/>
                <a:gd name="T7" fmla="*/ 0 h 733"/>
                <a:gd name="T8" fmla="*/ 721 w 721"/>
                <a:gd name="T9" fmla="*/ 0 h 733"/>
                <a:gd name="T10" fmla="*/ 478 w 721"/>
                <a:gd name="T11" fmla="*/ 733 h 733"/>
                <a:gd name="T12" fmla="*/ 245 w 721"/>
                <a:gd name="T13" fmla="*/ 733 h 733"/>
                <a:gd name="T14" fmla="*/ 0 w 721"/>
                <a:gd name="T15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1" h="733">
                  <a:moveTo>
                    <a:pt x="0" y="0"/>
                  </a:moveTo>
                  <a:lnTo>
                    <a:pt x="237" y="0"/>
                  </a:lnTo>
                  <a:lnTo>
                    <a:pt x="360" y="474"/>
                  </a:lnTo>
                  <a:lnTo>
                    <a:pt x="491" y="0"/>
                  </a:lnTo>
                  <a:lnTo>
                    <a:pt x="721" y="0"/>
                  </a:lnTo>
                  <a:lnTo>
                    <a:pt x="478" y="733"/>
                  </a:lnTo>
                  <a:lnTo>
                    <a:pt x="245" y="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430A74DF-73A3-4CDD-A36E-988C8B0C9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581" y="3027447"/>
              <a:ext cx="978011" cy="803106"/>
            </a:xfrm>
            <a:custGeom>
              <a:avLst/>
              <a:gdLst>
                <a:gd name="T0" fmla="*/ 101 w 354"/>
                <a:gd name="T1" fmla="*/ 0 h 288"/>
                <a:gd name="T2" fmla="*/ 73 w 354"/>
                <a:gd name="T3" fmla="*/ 12 h 288"/>
                <a:gd name="T4" fmla="*/ 15 w 354"/>
                <a:gd name="T5" fmla="*/ 69 h 288"/>
                <a:gd name="T6" fmla="*/ 15 w 354"/>
                <a:gd name="T7" fmla="*/ 127 h 288"/>
                <a:gd name="T8" fmla="*/ 177 w 354"/>
                <a:gd name="T9" fmla="*/ 288 h 288"/>
                <a:gd name="T10" fmla="*/ 338 w 354"/>
                <a:gd name="T11" fmla="*/ 127 h 288"/>
                <a:gd name="T12" fmla="*/ 338 w 354"/>
                <a:gd name="T13" fmla="*/ 69 h 288"/>
                <a:gd name="T14" fmla="*/ 281 w 354"/>
                <a:gd name="T15" fmla="*/ 12 h 288"/>
                <a:gd name="T16" fmla="*/ 252 w 354"/>
                <a:gd name="T17" fmla="*/ 0 h 288"/>
                <a:gd name="T18" fmla="*/ 224 w 354"/>
                <a:gd name="T19" fmla="*/ 12 h 288"/>
                <a:gd name="T20" fmla="*/ 177 w 354"/>
                <a:gd name="T21" fmla="*/ 59 h 288"/>
                <a:gd name="T22" fmla="*/ 130 w 354"/>
                <a:gd name="T23" fmla="*/ 12 h 288"/>
                <a:gd name="T24" fmla="*/ 101 w 354"/>
                <a:gd name="T2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4" h="288">
                  <a:moveTo>
                    <a:pt x="101" y="0"/>
                  </a:moveTo>
                  <a:cubicBezTo>
                    <a:pt x="91" y="0"/>
                    <a:pt x="80" y="4"/>
                    <a:pt x="73" y="12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0" y="85"/>
                    <a:pt x="0" y="111"/>
                    <a:pt x="15" y="127"/>
                  </a:cubicBezTo>
                  <a:cubicBezTo>
                    <a:pt x="177" y="288"/>
                    <a:pt x="177" y="288"/>
                    <a:pt x="177" y="288"/>
                  </a:cubicBezTo>
                  <a:cubicBezTo>
                    <a:pt x="338" y="127"/>
                    <a:pt x="338" y="127"/>
                    <a:pt x="338" y="127"/>
                  </a:cubicBezTo>
                  <a:cubicBezTo>
                    <a:pt x="354" y="111"/>
                    <a:pt x="354" y="85"/>
                    <a:pt x="338" y="69"/>
                  </a:cubicBezTo>
                  <a:cubicBezTo>
                    <a:pt x="281" y="12"/>
                    <a:pt x="281" y="12"/>
                    <a:pt x="281" y="12"/>
                  </a:cubicBezTo>
                  <a:cubicBezTo>
                    <a:pt x="273" y="4"/>
                    <a:pt x="263" y="0"/>
                    <a:pt x="252" y="0"/>
                  </a:cubicBezTo>
                  <a:cubicBezTo>
                    <a:pt x="242" y="0"/>
                    <a:pt x="232" y="4"/>
                    <a:pt x="224" y="12"/>
                  </a:cubicBezTo>
                  <a:cubicBezTo>
                    <a:pt x="177" y="59"/>
                    <a:pt x="177" y="59"/>
                    <a:pt x="177" y="59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22" y="4"/>
                    <a:pt x="111" y="0"/>
                    <a:pt x="101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326DD814-0149-498C-A954-885C837F6B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11109" y="3657720"/>
              <a:ext cx="152135" cy="156275"/>
            </a:xfrm>
            <a:custGeom>
              <a:avLst/>
              <a:gdLst>
                <a:gd name="T0" fmla="*/ 27 w 55"/>
                <a:gd name="T1" fmla="*/ 56 h 56"/>
                <a:gd name="T2" fmla="*/ 0 w 55"/>
                <a:gd name="T3" fmla="*/ 28 h 56"/>
                <a:gd name="T4" fmla="*/ 27 w 55"/>
                <a:gd name="T5" fmla="*/ 0 h 56"/>
                <a:gd name="T6" fmla="*/ 55 w 55"/>
                <a:gd name="T7" fmla="*/ 28 h 56"/>
                <a:gd name="T8" fmla="*/ 27 w 55"/>
                <a:gd name="T9" fmla="*/ 56 h 56"/>
                <a:gd name="T10" fmla="*/ 27 w 55"/>
                <a:gd name="T11" fmla="*/ 5 h 56"/>
                <a:gd name="T12" fmla="*/ 6 w 55"/>
                <a:gd name="T13" fmla="*/ 28 h 56"/>
                <a:gd name="T14" fmla="*/ 27 w 55"/>
                <a:gd name="T15" fmla="*/ 51 h 56"/>
                <a:gd name="T16" fmla="*/ 49 w 55"/>
                <a:gd name="T17" fmla="*/ 28 h 56"/>
                <a:gd name="T18" fmla="*/ 27 w 55"/>
                <a:gd name="T19" fmla="*/ 5 h 56"/>
                <a:gd name="T20" fmla="*/ 22 w 55"/>
                <a:gd name="T21" fmla="*/ 44 h 56"/>
                <a:gd name="T22" fmla="*/ 16 w 55"/>
                <a:gd name="T23" fmla="*/ 44 h 56"/>
                <a:gd name="T24" fmla="*/ 16 w 55"/>
                <a:gd name="T25" fmla="*/ 13 h 56"/>
                <a:gd name="T26" fmla="*/ 28 w 55"/>
                <a:gd name="T27" fmla="*/ 13 h 56"/>
                <a:gd name="T28" fmla="*/ 40 w 55"/>
                <a:gd name="T29" fmla="*/ 22 h 56"/>
                <a:gd name="T30" fmla="*/ 31 w 55"/>
                <a:gd name="T31" fmla="*/ 30 h 56"/>
                <a:gd name="T32" fmla="*/ 40 w 55"/>
                <a:gd name="T33" fmla="*/ 44 h 56"/>
                <a:gd name="T34" fmla="*/ 34 w 55"/>
                <a:gd name="T35" fmla="*/ 44 h 56"/>
                <a:gd name="T36" fmla="*/ 26 w 55"/>
                <a:gd name="T37" fmla="*/ 31 h 56"/>
                <a:gd name="T38" fmla="*/ 22 w 55"/>
                <a:gd name="T39" fmla="*/ 31 h 56"/>
                <a:gd name="T40" fmla="*/ 22 w 55"/>
                <a:gd name="T41" fmla="*/ 44 h 56"/>
                <a:gd name="T42" fmla="*/ 27 w 55"/>
                <a:gd name="T43" fmla="*/ 26 h 56"/>
                <a:gd name="T44" fmla="*/ 34 w 55"/>
                <a:gd name="T45" fmla="*/ 21 h 56"/>
                <a:gd name="T46" fmla="*/ 28 w 55"/>
                <a:gd name="T47" fmla="*/ 17 h 56"/>
                <a:gd name="T48" fmla="*/ 22 w 55"/>
                <a:gd name="T49" fmla="*/ 17 h 56"/>
                <a:gd name="T50" fmla="*/ 22 w 55"/>
                <a:gd name="T51" fmla="*/ 26 h 56"/>
                <a:gd name="T52" fmla="*/ 27 w 55"/>
                <a:gd name="T53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56">
                  <a:moveTo>
                    <a:pt x="27" y="56"/>
                  </a:moveTo>
                  <a:cubicBezTo>
                    <a:pt x="11" y="56"/>
                    <a:pt x="0" y="44"/>
                    <a:pt x="0" y="28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5" y="11"/>
                    <a:pt x="55" y="28"/>
                  </a:cubicBezTo>
                  <a:cubicBezTo>
                    <a:pt x="55" y="45"/>
                    <a:pt x="42" y="56"/>
                    <a:pt x="27" y="56"/>
                  </a:cubicBezTo>
                  <a:close/>
                  <a:moveTo>
                    <a:pt x="27" y="5"/>
                  </a:moveTo>
                  <a:cubicBezTo>
                    <a:pt x="15" y="5"/>
                    <a:pt x="6" y="14"/>
                    <a:pt x="6" y="28"/>
                  </a:cubicBezTo>
                  <a:cubicBezTo>
                    <a:pt x="6" y="41"/>
                    <a:pt x="14" y="51"/>
                    <a:pt x="27" y="51"/>
                  </a:cubicBezTo>
                  <a:cubicBezTo>
                    <a:pt x="39" y="51"/>
                    <a:pt x="49" y="42"/>
                    <a:pt x="49" y="28"/>
                  </a:cubicBezTo>
                  <a:cubicBezTo>
                    <a:pt x="49" y="14"/>
                    <a:pt x="39" y="5"/>
                    <a:pt x="27" y="5"/>
                  </a:cubicBezTo>
                  <a:close/>
                  <a:moveTo>
                    <a:pt x="22" y="44"/>
                  </a:moveTo>
                  <a:cubicBezTo>
                    <a:pt x="16" y="44"/>
                    <a:pt x="16" y="44"/>
                    <a:pt x="16" y="44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6" y="13"/>
                    <a:pt x="40" y="16"/>
                    <a:pt x="40" y="22"/>
                  </a:cubicBezTo>
                  <a:cubicBezTo>
                    <a:pt x="40" y="27"/>
                    <a:pt x="36" y="30"/>
                    <a:pt x="31" y="30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22" y="44"/>
                  </a:lnTo>
                  <a:close/>
                  <a:moveTo>
                    <a:pt x="27" y="26"/>
                  </a:moveTo>
                  <a:cubicBezTo>
                    <a:pt x="31" y="26"/>
                    <a:pt x="34" y="26"/>
                    <a:pt x="34" y="21"/>
                  </a:cubicBezTo>
                  <a:cubicBezTo>
                    <a:pt x="34" y="18"/>
                    <a:pt x="31" y="17"/>
                    <a:pt x="28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26"/>
                    <a:pt x="22" y="26"/>
                    <a:pt x="22" y="26"/>
                  </a:cubicBezTo>
                  <a:lnTo>
                    <a:pt x="27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268719-E45D-4DB9-A5CE-3920E9240B44}"/>
              </a:ext>
            </a:extLst>
          </p:cNvPr>
          <p:cNvSpPr/>
          <p:nvPr userDrawn="1"/>
        </p:nvSpPr>
        <p:spPr>
          <a:xfrm>
            <a:off x="1" y="5779008"/>
            <a:ext cx="12192000" cy="1078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937895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S logo on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268719-E45D-4DB9-A5CE-3920E9240B44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0949C91-C34A-48C0-97AF-F55ED1D82DF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826318" y="3027447"/>
            <a:ext cx="6539366" cy="803106"/>
            <a:chOff x="1011652" y="1504398"/>
            <a:chExt cx="10028238" cy="1231900"/>
          </a:xfrm>
          <a:solidFill>
            <a:schemeClr val="bg1"/>
          </a:solidFill>
        </p:grpSpPr>
        <p:sp>
          <p:nvSpPr>
            <p:cNvPr id="5" name="Freeform 2">
              <a:extLst>
                <a:ext uri="{FF2B5EF4-FFF2-40B4-BE49-F238E27FC236}">
                  <a16:creationId xmlns:a16="http://schemas.microsoft.com/office/drawing/2014/main" id="{B2BDFE3B-4557-45B7-B3FF-10C47DDF32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17027" y="1539323"/>
              <a:ext cx="4808538" cy="1189038"/>
            </a:xfrm>
            <a:custGeom>
              <a:avLst/>
              <a:gdLst>
                <a:gd name="T0" fmla="*/ 701 w 1134"/>
                <a:gd name="T1" fmla="*/ 273 h 278"/>
                <a:gd name="T2" fmla="*/ 675 w 1134"/>
                <a:gd name="T3" fmla="*/ 248 h 278"/>
                <a:gd name="T4" fmla="*/ 701 w 1134"/>
                <a:gd name="T5" fmla="*/ 109 h 278"/>
                <a:gd name="T6" fmla="*/ 645 w 1134"/>
                <a:gd name="T7" fmla="*/ 84 h 278"/>
                <a:gd name="T8" fmla="*/ 576 w 1134"/>
                <a:gd name="T9" fmla="*/ 79 h 278"/>
                <a:gd name="T10" fmla="*/ 576 w 1134"/>
                <a:gd name="T11" fmla="*/ 278 h 278"/>
                <a:gd name="T12" fmla="*/ 645 w 1134"/>
                <a:gd name="T13" fmla="*/ 273 h 278"/>
                <a:gd name="T14" fmla="*/ 426 w 1134"/>
                <a:gd name="T15" fmla="*/ 222 h 278"/>
                <a:gd name="T16" fmla="*/ 299 w 1134"/>
                <a:gd name="T17" fmla="*/ 189 h 278"/>
                <a:gd name="T18" fmla="*/ 461 w 1134"/>
                <a:gd name="T19" fmla="*/ 175 h 278"/>
                <a:gd name="T20" fmla="*/ 267 w 1134"/>
                <a:gd name="T21" fmla="*/ 178 h 278"/>
                <a:gd name="T22" fmla="*/ 456 w 1134"/>
                <a:gd name="T23" fmla="*/ 222 h 278"/>
                <a:gd name="T24" fmla="*/ 59 w 1134"/>
                <a:gd name="T25" fmla="*/ 25 h 278"/>
                <a:gd name="T26" fmla="*/ 86 w 1134"/>
                <a:gd name="T27" fmla="*/ 0 h 278"/>
                <a:gd name="T28" fmla="*/ 0 w 1134"/>
                <a:gd name="T29" fmla="*/ 25 h 278"/>
                <a:gd name="T30" fmla="*/ 27 w 1134"/>
                <a:gd name="T31" fmla="*/ 247 h 278"/>
                <a:gd name="T32" fmla="*/ 0 w 1134"/>
                <a:gd name="T33" fmla="*/ 273 h 278"/>
                <a:gd name="T34" fmla="*/ 86 w 1134"/>
                <a:gd name="T35" fmla="*/ 247 h 278"/>
                <a:gd name="T36" fmla="*/ 59 w 1134"/>
                <a:gd name="T37" fmla="*/ 138 h 278"/>
                <a:gd name="T38" fmla="*/ 196 w 1134"/>
                <a:gd name="T39" fmla="*/ 247 h 278"/>
                <a:gd name="T40" fmla="*/ 168 w 1134"/>
                <a:gd name="T41" fmla="*/ 273 h 278"/>
                <a:gd name="T42" fmla="*/ 255 w 1134"/>
                <a:gd name="T43" fmla="*/ 247 h 278"/>
                <a:gd name="T44" fmla="*/ 227 w 1134"/>
                <a:gd name="T45" fmla="*/ 25 h 278"/>
                <a:gd name="T46" fmla="*/ 255 w 1134"/>
                <a:gd name="T47" fmla="*/ 0 h 278"/>
                <a:gd name="T48" fmla="*/ 168 w 1134"/>
                <a:gd name="T49" fmla="*/ 25 h 278"/>
                <a:gd name="T50" fmla="*/ 196 w 1134"/>
                <a:gd name="T51" fmla="*/ 114 h 278"/>
                <a:gd name="T52" fmla="*/ 996 w 1134"/>
                <a:gd name="T53" fmla="*/ 248 h 278"/>
                <a:gd name="T54" fmla="*/ 971 w 1134"/>
                <a:gd name="T55" fmla="*/ 163 h 278"/>
                <a:gd name="T56" fmla="*/ 1078 w 1134"/>
                <a:gd name="T57" fmla="*/ 163 h 278"/>
                <a:gd name="T58" fmla="*/ 1053 w 1134"/>
                <a:gd name="T59" fmla="*/ 248 h 278"/>
                <a:gd name="T60" fmla="*/ 1134 w 1134"/>
                <a:gd name="T61" fmla="*/ 273 h 278"/>
                <a:gd name="T62" fmla="*/ 1109 w 1134"/>
                <a:gd name="T63" fmla="*/ 248 h 278"/>
                <a:gd name="T64" fmla="*/ 1030 w 1134"/>
                <a:gd name="T65" fmla="*/ 79 h 278"/>
                <a:gd name="T66" fmla="*/ 971 w 1134"/>
                <a:gd name="T67" fmla="*/ 0 h 278"/>
                <a:gd name="T68" fmla="*/ 915 w 1134"/>
                <a:gd name="T69" fmla="*/ 24 h 278"/>
                <a:gd name="T70" fmla="*/ 940 w 1134"/>
                <a:gd name="T71" fmla="*/ 248 h 278"/>
                <a:gd name="T72" fmla="*/ 915 w 1134"/>
                <a:gd name="T73" fmla="*/ 273 h 278"/>
                <a:gd name="T74" fmla="*/ 996 w 1134"/>
                <a:gd name="T75" fmla="*/ 248 h 278"/>
                <a:gd name="T76" fmla="*/ 580 w 1134"/>
                <a:gd name="T77" fmla="*/ 104 h 278"/>
                <a:gd name="T78" fmla="*/ 580 w 1134"/>
                <a:gd name="T79" fmla="*/ 252 h 278"/>
                <a:gd name="T80" fmla="*/ 366 w 1134"/>
                <a:gd name="T81" fmla="*/ 104 h 278"/>
                <a:gd name="T82" fmla="*/ 299 w 1134"/>
                <a:gd name="T83" fmla="*/ 164 h 278"/>
                <a:gd name="T84" fmla="*/ 859 w 1134"/>
                <a:gd name="T85" fmla="*/ 224 h 278"/>
                <a:gd name="T86" fmla="*/ 897 w 1134"/>
                <a:gd name="T87" fmla="*/ 109 h 278"/>
                <a:gd name="T88" fmla="*/ 859 w 1134"/>
                <a:gd name="T89" fmla="*/ 84 h 278"/>
                <a:gd name="T90" fmla="*/ 829 w 1134"/>
                <a:gd name="T91" fmla="*/ 36 h 278"/>
                <a:gd name="T92" fmla="*/ 799 w 1134"/>
                <a:gd name="T93" fmla="*/ 84 h 278"/>
                <a:gd name="T94" fmla="*/ 829 w 1134"/>
                <a:gd name="T95" fmla="*/ 109 h 278"/>
                <a:gd name="T96" fmla="*/ 879 w 1134"/>
                <a:gd name="T97" fmla="*/ 275 h 278"/>
                <a:gd name="T98" fmla="*/ 897 w 1134"/>
                <a:gd name="T99" fmla="*/ 248 h 278"/>
                <a:gd name="T100" fmla="*/ 859 w 1134"/>
                <a:gd name="T101" fmla="*/ 224 h 278"/>
                <a:gd name="T102" fmla="*/ 801 w 1134"/>
                <a:gd name="T103" fmla="*/ 273 h 278"/>
                <a:gd name="T104" fmla="*/ 787 w 1134"/>
                <a:gd name="T105" fmla="*/ 249 h 278"/>
                <a:gd name="T106" fmla="*/ 768 w 1134"/>
                <a:gd name="T107" fmla="*/ 0 h 278"/>
                <a:gd name="T108" fmla="*/ 712 w 1134"/>
                <a:gd name="T109" fmla="*/ 24 h 278"/>
                <a:gd name="T110" fmla="*/ 737 w 1134"/>
                <a:gd name="T111" fmla="*/ 224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34" h="278">
                  <a:moveTo>
                    <a:pt x="645" y="273"/>
                  </a:moveTo>
                  <a:cubicBezTo>
                    <a:pt x="701" y="273"/>
                    <a:pt x="701" y="273"/>
                    <a:pt x="701" y="273"/>
                  </a:cubicBezTo>
                  <a:cubicBezTo>
                    <a:pt x="701" y="248"/>
                    <a:pt x="701" y="248"/>
                    <a:pt x="701" y="248"/>
                  </a:cubicBezTo>
                  <a:cubicBezTo>
                    <a:pt x="675" y="248"/>
                    <a:pt x="675" y="248"/>
                    <a:pt x="675" y="248"/>
                  </a:cubicBezTo>
                  <a:cubicBezTo>
                    <a:pt x="675" y="109"/>
                    <a:pt x="675" y="109"/>
                    <a:pt x="675" y="109"/>
                  </a:cubicBezTo>
                  <a:cubicBezTo>
                    <a:pt x="701" y="109"/>
                    <a:pt x="701" y="109"/>
                    <a:pt x="701" y="109"/>
                  </a:cubicBezTo>
                  <a:cubicBezTo>
                    <a:pt x="701" y="84"/>
                    <a:pt x="701" y="84"/>
                    <a:pt x="701" y="84"/>
                  </a:cubicBezTo>
                  <a:cubicBezTo>
                    <a:pt x="645" y="84"/>
                    <a:pt x="645" y="84"/>
                    <a:pt x="645" y="84"/>
                  </a:cubicBezTo>
                  <a:cubicBezTo>
                    <a:pt x="645" y="112"/>
                    <a:pt x="645" y="112"/>
                    <a:pt x="645" y="112"/>
                  </a:cubicBezTo>
                  <a:cubicBezTo>
                    <a:pt x="629" y="91"/>
                    <a:pt x="605" y="79"/>
                    <a:pt x="576" y="79"/>
                  </a:cubicBezTo>
                  <a:cubicBezTo>
                    <a:pt x="523" y="79"/>
                    <a:pt x="483" y="122"/>
                    <a:pt x="483" y="178"/>
                  </a:cubicBezTo>
                  <a:cubicBezTo>
                    <a:pt x="483" y="235"/>
                    <a:pt x="523" y="278"/>
                    <a:pt x="576" y="278"/>
                  </a:cubicBezTo>
                  <a:cubicBezTo>
                    <a:pt x="605" y="278"/>
                    <a:pt x="629" y="265"/>
                    <a:pt x="645" y="245"/>
                  </a:cubicBezTo>
                  <a:lnTo>
                    <a:pt x="645" y="273"/>
                  </a:lnTo>
                  <a:close/>
                  <a:moveTo>
                    <a:pt x="456" y="222"/>
                  </a:moveTo>
                  <a:cubicBezTo>
                    <a:pt x="426" y="222"/>
                    <a:pt x="426" y="222"/>
                    <a:pt x="426" y="222"/>
                  </a:cubicBezTo>
                  <a:cubicBezTo>
                    <a:pt x="415" y="241"/>
                    <a:pt x="395" y="253"/>
                    <a:pt x="367" y="253"/>
                  </a:cubicBezTo>
                  <a:cubicBezTo>
                    <a:pt x="325" y="253"/>
                    <a:pt x="302" y="227"/>
                    <a:pt x="299" y="189"/>
                  </a:cubicBezTo>
                  <a:cubicBezTo>
                    <a:pt x="461" y="189"/>
                    <a:pt x="461" y="189"/>
                    <a:pt x="461" y="189"/>
                  </a:cubicBezTo>
                  <a:cubicBezTo>
                    <a:pt x="461" y="175"/>
                    <a:pt x="461" y="175"/>
                    <a:pt x="461" y="175"/>
                  </a:cubicBezTo>
                  <a:cubicBezTo>
                    <a:pt x="461" y="118"/>
                    <a:pt x="424" y="79"/>
                    <a:pt x="366" y="79"/>
                  </a:cubicBezTo>
                  <a:cubicBezTo>
                    <a:pt x="308" y="79"/>
                    <a:pt x="267" y="120"/>
                    <a:pt x="267" y="178"/>
                  </a:cubicBezTo>
                  <a:cubicBezTo>
                    <a:pt x="267" y="237"/>
                    <a:pt x="308" y="278"/>
                    <a:pt x="366" y="278"/>
                  </a:cubicBezTo>
                  <a:cubicBezTo>
                    <a:pt x="409" y="278"/>
                    <a:pt x="442" y="257"/>
                    <a:pt x="456" y="222"/>
                  </a:cubicBezTo>
                  <a:moveTo>
                    <a:pt x="59" y="114"/>
                  </a:moveTo>
                  <a:cubicBezTo>
                    <a:pt x="59" y="25"/>
                    <a:pt x="59" y="25"/>
                    <a:pt x="59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47"/>
                    <a:pt x="27" y="247"/>
                    <a:pt x="27" y="24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6" y="273"/>
                    <a:pt x="86" y="273"/>
                    <a:pt x="86" y="273"/>
                  </a:cubicBezTo>
                  <a:cubicBezTo>
                    <a:pt x="86" y="247"/>
                    <a:pt x="86" y="247"/>
                    <a:pt x="86" y="247"/>
                  </a:cubicBezTo>
                  <a:cubicBezTo>
                    <a:pt x="59" y="247"/>
                    <a:pt x="59" y="247"/>
                    <a:pt x="59" y="247"/>
                  </a:cubicBezTo>
                  <a:cubicBezTo>
                    <a:pt x="59" y="138"/>
                    <a:pt x="59" y="138"/>
                    <a:pt x="59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6" y="247"/>
                    <a:pt x="196" y="247"/>
                    <a:pt x="196" y="247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73"/>
                    <a:pt x="168" y="273"/>
                    <a:pt x="168" y="273"/>
                  </a:cubicBezTo>
                  <a:cubicBezTo>
                    <a:pt x="255" y="273"/>
                    <a:pt x="255" y="273"/>
                    <a:pt x="255" y="273"/>
                  </a:cubicBezTo>
                  <a:cubicBezTo>
                    <a:pt x="255" y="247"/>
                    <a:pt x="255" y="247"/>
                    <a:pt x="255" y="247"/>
                  </a:cubicBezTo>
                  <a:cubicBezTo>
                    <a:pt x="227" y="247"/>
                    <a:pt x="227" y="247"/>
                    <a:pt x="227" y="247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196" y="25"/>
                    <a:pt x="196" y="25"/>
                    <a:pt x="196" y="25"/>
                  </a:cubicBezTo>
                  <a:cubicBezTo>
                    <a:pt x="196" y="114"/>
                    <a:pt x="196" y="114"/>
                    <a:pt x="196" y="114"/>
                  </a:cubicBezTo>
                  <a:lnTo>
                    <a:pt x="59" y="114"/>
                  </a:lnTo>
                  <a:close/>
                  <a:moveTo>
                    <a:pt x="996" y="248"/>
                  </a:moveTo>
                  <a:cubicBezTo>
                    <a:pt x="971" y="248"/>
                    <a:pt x="971" y="248"/>
                    <a:pt x="971" y="248"/>
                  </a:cubicBezTo>
                  <a:cubicBezTo>
                    <a:pt x="971" y="163"/>
                    <a:pt x="971" y="163"/>
                    <a:pt x="971" y="163"/>
                  </a:cubicBezTo>
                  <a:cubicBezTo>
                    <a:pt x="971" y="124"/>
                    <a:pt x="991" y="104"/>
                    <a:pt x="1026" y="104"/>
                  </a:cubicBezTo>
                  <a:cubicBezTo>
                    <a:pt x="1058" y="104"/>
                    <a:pt x="1078" y="124"/>
                    <a:pt x="1078" y="163"/>
                  </a:cubicBezTo>
                  <a:cubicBezTo>
                    <a:pt x="1078" y="248"/>
                    <a:pt x="1078" y="248"/>
                    <a:pt x="1078" y="248"/>
                  </a:cubicBezTo>
                  <a:cubicBezTo>
                    <a:pt x="1053" y="248"/>
                    <a:pt x="1053" y="248"/>
                    <a:pt x="1053" y="248"/>
                  </a:cubicBezTo>
                  <a:cubicBezTo>
                    <a:pt x="1053" y="273"/>
                    <a:pt x="1053" y="273"/>
                    <a:pt x="1053" y="273"/>
                  </a:cubicBezTo>
                  <a:cubicBezTo>
                    <a:pt x="1134" y="273"/>
                    <a:pt x="1134" y="273"/>
                    <a:pt x="1134" y="273"/>
                  </a:cubicBezTo>
                  <a:cubicBezTo>
                    <a:pt x="1134" y="248"/>
                    <a:pt x="1134" y="248"/>
                    <a:pt x="1134" y="248"/>
                  </a:cubicBezTo>
                  <a:cubicBezTo>
                    <a:pt x="1109" y="248"/>
                    <a:pt x="1109" y="248"/>
                    <a:pt x="1109" y="248"/>
                  </a:cubicBezTo>
                  <a:cubicBezTo>
                    <a:pt x="1109" y="163"/>
                    <a:pt x="1109" y="163"/>
                    <a:pt x="1109" y="163"/>
                  </a:cubicBezTo>
                  <a:cubicBezTo>
                    <a:pt x="1109" y="117"/>
                    <a:pt x="1081" y="79"/>
                    <a:pt x="1030" y="79"/>
                  </a:cubicBezTo>
                  <a:cubicBezTo>
                    <a:pt x="1003" y="79"/>
                    <a:pt x="983" y="89"/>
                    <a:pt x="971" y="105"/>
                  </a:cubicBezTo>
                  <a:cubicBezTo>
                    <a:pt x="971" y="0"/>
                    <a:pt x="971" y="0"/>
                    <a:pt x="971" y="0"/>
                  </a:cubicBezTo>
                  <a:cubicBezTo>
                    <a:pt x="915" y="0"/>
                    <a:pt x="915" y="0"/>
                    <a:pt x="915" y="0"/>
                  </a:cubicBezTo>
                  <a:cubicBezTo>
                    <a:pt x="915" y="24"/>
                    <a:pt x="915" y="24"/>
                    <a:pt x="915" y="24"/>
                  </a:cubicBezTo>
                  <a:cubicBezTo>
                    <a:pt x="940" y="24"/>
                    <a:pt x="940" y="24"/>
                    <a:pt x="940" y="24"/>
                  </a:cubicBezTo>
                  <a:cubicBezTo>
                    <a:pt x="940" y="248"/>
                    <a:pt x="940" y="248"/>
                    <a:pt x="940" y="248"/>
                  </a:cubicBezTo>
                  <a:cubicBezTo>
                    <a:pt x="915" y="248"/>
                    <a:pt x="915" y="248"/>
                    <a:pt x="915" y="248"/>
                  </a:cubicBezTo>
                  <a:cubicBezTo>
                    <a:pt x="915" y="273"/>
                    <a:pt x="915" y="273"/>
                    <a:pt x="915" y="273"/>
                  </a:cubicBezTo>
                  <a:cubicBezTo>
                    <a:pt x="996" y="273"/>
                    <a:pt x="996" y="273"/>
                    <a:pt x="996" y="273"/>
                  </a:cubicBezTo>
                  <a:lnTo>
                    <a:pt x="996" y="248"/>
                  </a:lnTo>
                  <a:close/>
                  <a:moveTo>
                    <a:pt x="514" y="178"/>
                  </a:moveTo>
                  <a:cubicBezTo>
                    <a:pt x="514" y="135"/>
                    <a:pt x="542" y="104"/>
                    <a:pt x="580" y="104"/>
                  </a:cubicBezTo>
                  <a:cubicBezTo>
                    <a:pt x="619" y="104"/>
                    <a:pt x="646" y="136"/>
                    <a:pt x="646" y="178"/>
                  </a:cubicBezTo>
                  <a:cubicBezTo>
                    <a:pt x="646" y="221"/>
                    <a:pt x="619" y="252"/>
                    <a:pt x="580" y="252"/>
                  </a:cubicBezTo>
                  <a:cubicBezTo>
                    <a:pt x="542" y="252"/>
                    <a:pt x="514" y="221"/>
                    <a:pt x="514" y="178"/>
                  </a:cubicBezTo>
                  <a:moveTo>
                    <a:pt x="366" y="104"/>
                  </a:moveTo>
                  <a:cubicBezTo>
                    <a:pt x="406" y="104"/>
                    <a:pt x="427" y="133"/>
                    <a:pt x="430" y="164"/>
                  </a:cubicBezTo>
                  <a:cubicBezTo>
                    <a:pt x="299" y="164"/>
                    <a:pt x="299" y="164"/>
                    <a:pt x="299" y="164"/>
                  </a:cubicBezTo>
                  <a:cubicBezTo>
                    <a:pt x="302" y="130"/>
                    <a:pt x="326" y="104"/>
                    <a:pt x="366" y="104"/>
                  </a:cubicBezTo>
                  <a:moveTo>
                    <a:pt x="859" y="224"/>
                  </a:moveTo>
                  <a:cubicBezTo>
                    <a:pt x="859" y="109"/>
                    <a:pt x="859" y="109"/>
                    <a:pt x="859" y="109"/>
                  </a:cubicBezTo>
                  <a:cubicBezTo>
                    <a:pt x="897" y="109"/>
                    <a:pt x="897" y="109"/>
                    <a:pt x="897" y="109"/>
                  </a:cubicBezTo>
                  <a:cubicBezTo>
                    <a:pt x="897" y="84"/>
                    <a:pt x="897" y="84"/>
                    <a:pt x="897" y="84"/>
                  </a:cubicBezTo>
                  <a:cubicBezTo>
                    <a:pt x="859" y="84"/>
                    <a:pt x="859" y="84"/>
                    <a:pt x="859" y="84"/>
                  </a:cubicBezTo>
                  <a:cubicBezTo>
                    <a:pt x="859" y="36"/>
                    <a:pt x="859" y="36"/>
                    <a:pt x="859" y="36"/>
                  </a:cubicBezTo>
                  <a:cubicBezTo>
                    <a:pt x="829" y="36"/>
                    <a:pt x="829" y="36"/>
                    <a:pt x="829" y="36"/>
                  </a:cubicBezTo>
                  <a:cubicBezTo>
                    <a:pt x="829" y="84"/>
                    <a:pt x="829" y="84"/>
                    <a:pt x="829" y="84"/>
                  </a:cubicBezTo>
                  <a:cubicBezTo>
                    <a:pt x="799" y="84"/>
                    <a:pt x="799" y="84"/>
                    <a:pt x="799" y="84"/>
                  </a:cubicBezTo>
                  <a:cubicBezTo>
                    <a:pt x="799" y="109"/>
                    <a:pt x="799" y="109"/>
                    <a:pt x="799" y="109"/>
                  </a:cubicBezTo>
                  <a:cubicBezTo>
                    <a:pt x="829" y="109"/>
                    <a:pt x="829" y="109"/>
                    <a:pt x="829" y="109"/>
                  </a:cubicBezTo>
                  <a:cubicBezTo>
                    <a:pt x="829" y="225"/>
                    <a:pt x="829" y="225"/>
                    <a:pt x="829" y="225"/>
                  </a:cubicBezTo>
                  <a:cubicBezTo>
                    <a:pt x="829" y="259"/>
                    <a:pt x="844" y="275"/>
                    <a:pt x="879" y="275"/>
                  </a:cubicBezTo>
                  <a:cubicBezTo>
                    <a:pt x="884" y="275"/>
                    <a:pt x="893" y="274"/>
                    <a:pt x="897" y="273"/>
                  </a:cubicBezTo>
                  <a:cubicBezTo>
                    <a:pt x="897" y="248"/>
                    <a:pt x="897" y="248"/>
                    <a:pt x="897" y="248"/>
                  </a:cubicBezTo>
                  <a:cubicBezTo>
                    <a:pt x="892" y="249"/>
                    <a:pt x="886" y="249"/>
                    <a:pt x="882" y="249"/>
                  </a:cubicBezTo>
                  <a:cubicBezTo>
                    <a:pt x="866" y="249"/>
                    <a:pt x="859" y="244"/>
                    <a:pt x="859" y="224"/>
                  </a:cubicBezTo>
                  <a:moveTo>
                    <a:pt x="783" y="275"/>
                  </a:moveTo>
                  <a:cubicBezTo>
                    <a:pt x="789" y="275"/>
                    <a:pt x="797" y="274"/>
                    <a:pt x="801" y="273"/>
                  </a:cubicBezTo>
                  <a:cubicBezTo>
                    <a:pt x="801" y="248"/>
                    <a:pt x="801" y="248"/>
                    <a:pt x="801" y="248"/>
                  </a:cubicBezTo>
                  <a:cubicBezTo>
                    <a:pt x="795" y="249"/>
                    <a:pt x="791" y="249"/>
                    <a:pt x="787" y="249"/>
                  </a:cubicBezTo>
                  <a:cubicBezTo>
                    <a:pt x="774" y="249"/>
                    <a:pt x="768" y="243"/>
                    <a:pt x="768" y="222"/>
                  </a:cubicBezTo>
                  <a:cubicBezTo>
                    <a:pt x="768" y="0"/>
                    <a:pt x="768" y="0"/>
                    <a:pt x="768" y="0"/>
                  </a:cubicBezTo>
                  <a:cubicBezTo>
                    <a:pt x="712" y="0"/>
                    <a:pt x="712" y="0"/>
                    <a:pt x="712" y="0"/>
                  </a:cubicBezTo>
                  <a:cubicBezTo>
                    <a:pt x="712" y="24"/>
                    <a:pt x="712" y="24"/>
                    <a:pt x="712" y="24"/>
                  </a:cubicBezTo>
                  <a:cubicBezTo>
                    <a:pt x="737" y="24"/>
                    <a:pt x="737" y="24"/>
                    <a:pt x="737" y="24"/>
                  </a:cubicBezTo>
                  <a:cubicBezTo>
                    <a:pt x="737" y="224"/>
                    <a:pt x="737" y="224"/>
                    <a:pt x="737" y="224"/>
                  </a:cubicBezTo>
                  <a:cubicBezTo>
                    <a:pt x="737" y="257"/>
                    <a:pt x="751" y="275"/>
                    <a:pt x="783" y="27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4DFEB978-9998-4C51-B950-8201DC489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7202" y="1504398"/>
              <a:ext cx="1030288" cy="1231900"/>
            </a:xfrm>
            <a:custGeom>
              <a:avLst/>
              <a:gdLst>
                <a:gd name="T0" fmla="*/ 85 w 243"/>
                <a:gd name="T1" fmla="*/ 195 h 288"/>
                <a:gd name="T2" fmla="*/ 125 w 243"/>
                <a:gd name="T3" fmla="*/ 223 h 288"/>
                <a:gd name="T4" fmla="*/ 158 w 243"/>
                <a:gd name="T5" fmla="*/ 203 h 288"/>
                <a:gd name="T6" fmla="*/ 110 w 243"/>
                <a:gd name="T7" fmla="*/ 176 h 288"/>
                <a:gd name="T8" fmla="*/ 36 w 243"/>
                <a:gd name="T9" fmla="*/ 150 h 288"/>
                <a:gd name="T10" fmla="*/ 5 w 243"/>
                <a:gd name="T11" fmla="*/ 87 h 288"/>
                <a:gd name="T12" fmla="*/ 119 w 243"/>
                <a:gd name="T13" fmla="*/ 0 h 288"/>
                <a:gd name="T14" fmla="*/ 236 w 243"/>
                <a:gd name="T15" fmla="*/ 86 h 288"/>
                <a:gd name="T16" fmla="*/ 153 w 243"/>
                <a:gd name="T17" fmla="*/ 86 h 288"/>
                <a:gd name="T18" fmla="*/ 118 w 243"/>
                <a:gd name="T19" fmla="*/ 62 h 288"/>
                <a:gd name="T20" fmla="*/ 90 w 243"/>
                <a:gd name="T21" fmla="*/ 80 h 288"/>
                <a:gd name="T22" fmla="*/ 130 w 243"/>
                <a:gd name="T23" fmla="*/ 104 h 288"/>
                <a:gd name="T24" fmla="*/ 208 w 243"/>
                <a:gd name="T25" fmla="*/ 130 h 288"/>
                <a:gd name="T26" fmla="*/ 243 w 243"/>
                <a:gd name="T27" fmla="*/ 194 h 288"/>
                <a:gd name="T28" fmla="*/ 122 w 243"/>
                <a:gd name="T29" fmla="*/ 288 h 288"/>
                <a:gd name="T30" fmla="*/ 0 w 243"/>
                <a:gd name="T31" fmla="*/ 195 h 288"/>
                <a:gd name="T32" fmla="*/ 85 w 243"/>
                <a:gd name="T33" fmla="*/ 195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288">
                  <a:moveTo>
                    <a:pt x="85" y="195"/>
                  </a:moveTo>
                  <a:cubicBezTo>
                    <a:pt x="90" y="216"/>
                    <a:pt x="101" y="223"/>
                    <a:pt x="125" y="223"/>
                  </a:cubicBezTo>
                  <a:cubicBezTo>
                    <a:pt x="146" y="223"/>
                    <a:pt x="158" y="215"/>
                    <a:pt x="158" y="203"/>
                  </a:cubicBezTo>
                  <a:cubicBezTo>
                    <a:pt x="158" y="186"/>
                    <a:pt x="142" y="185"/>
                    <a:pt x="110" y="176"/>
                  </a:cubicBezTo>
                  <a:cubicBezTo>
                    <a:pt x="72" y="166"/>
                    <a:pt x="48" y="158"/>
                    <a:pt x="36" y="150"/>
                  </a:cubicBezTo>
                  <a:cubicBezTo>
                    <a:pt x="15" y="135"/>
                    <a:pt x="5" y="114"/>
                    <a:pt x="5" y="87"/>
                  </a:cubicBezTo>
                  <a:cubicBezTo>
                    <a:pt x="5" y="34"/>
                    <a:pt x="47" y="0"/>
                    <a:pt x="119" y="0"/>
                  </a:cubicBezTo>
                  <a:cubicBezTo>
                    <a:pt x="189" y="0"/>
                    <a:pt x="231" y="31"/>
                    <a:pt x="236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0" y="70"/>
                    <a:pt x="139" y="62"/>
                    <a:pt x="118" y="62"/>
                  </a:cubicBezTo>
                  <a:cubicBezTo>
                    <a:pt x="99" y="62"/>
                    <a:pt x="90" y="68"/>
                    <a:pt x="90" y="80"/>
                  </a:cubicBezTo>
                  <a:cubicBezTo>
                    <a:pt x="90" y="95"/>
                    <a:pt x="104" y="98"/>
                    <a:pt x="130" y="104"/>
                  </a:cubicBezTo>
                  <a:cubicBezTo>
                    <a:pt x="164" y="113"/>
                    <a:pt x="191" y="119"/>
                    <a:pt x="208" y="130"/>
                  </a:cubicBezTo>
                  <a:cubicBezTo>
                    <a:pt x="232" y="146"/>
                    <a:pt x="243" y="166"/>
                    <a:pt x="243" y="194"/>
                  </a:cubicBezTo>
                  <a:cubicBezTo>
                    <a:pt x="243" y="253"/>
                    <a:pt x="201" y="288"/>
                    <a:pt x="122" y="288"/>
                  </a:cubicBezTo>
                  <a:cubicBezTo>
                    <a:pt x="48" y="288"/>
                    <a:pt x="6" y="253"/>
                    <a:pt x="0" y="195"/>
                  </a:cubicBezTo>
                  <a:lnTo>
                    <a:pt x="85" y="1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5AA45A1A-56E8-4687-A1C0-2DE872F66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727" y="1504398"/>
              <a:ext cx="1147763" cy="1231900"/>
            </a:xfrm>
            <a:custGeom>
              <a:avLst/>
              <a:gdLst>
                <a:gd name="T0" fmla="*/ 271 w 271"/>
                <a:gd name="T1" fmla="*/ 174 h 288"/>
                <a:gd name="T2" fmla="*/ 140 w 271"/>
                <a:gd name="T3" fmla="*/ 288 h 288"/>
                <a:gd name="T4" fmla="*/ 0 w 271"/>
                <a:gd name="T5" fmla="*/ 144 h 288"/>
                <a:gd name="T6" fmla="*/ 139 w 271"/>
                <a:gd name="T7" fmla="*/ 0 h 288"/>
                <a:gd name="T8" fmla="*/ 269 w 271"/>
                <a:gd name="T9" fmla="*/ 111 h 288"/>
                <a:gd name="T10" fmla="*/ 186 w 271"/>
                <a:gd name="T11" fmla="*/ 111 h 288"/>
                <a:gd name="T12" fmla="*/ 140 w 271"/>
                <a:gd name="T13" fmla="*/ 68 h 288"/>
                <a:gd name="T14" fmla="*/ 88 w 271"/>
                <a:gd name="T15" fmla="*/ 144 h 288"/>
                <a:gd name="T16" fmla="*/ 142 w 271"/>
                <a:gd name="T17" fmla="*/ 220 h 288"/>
                <a:gd name="T18" fmla="*/ 188 w 271"/>
                <a:gd name="T19" fmla="*/ 174 h 288"/>
                <a:gd name="T20" fmla="*/ 271 w 271"/>
                <a:gd name="T21" fmla="*/ 17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1" h="288">
                  <a:moveTo>
                    <a:pt x="271" y="174"/>
                  </a:moveTo>
                  <a:cubicBezTo>
                    <a:pt x="266" y="246"/>
                    <a:pt x="219" y="288"/>
                    <a:pt x="140" y="288"/>
                  </a:cubicBezTo>
                  <a:cubicBezTo>
                    <a:pt x="53" y="288"/>
                    <a:pt x="0" y="233"/>
                    <a:pt x="0" y="144"/>
                  </a:cubicBezTo>
                  <a:cubicBezTo>
                    <a:pt x="0" y="55"/>
                    <a:pt x="54" y="0"/>
                    <a:pt x="139" y="0"/>
                  </a:cubicBezTo>
                  <a:cubicBezTo>
                    <a:pt x="218" y="0"/>
                    <a:pt x="264" y="40"/>
                    <a:pt x="269" y="111"/>
                  </a:cubicBezTo>
                  <a:cubicBezTo>
                    <a:pt x="186" y="111"/>
                    <a:pt x="186" y="111"/>
                    <a:pt x="186" y="111"/>
                  </a:cubicBezTo>
                  <a:cubicBezTo>
                    <a:pt x="183" y="83"/>
                    <a:pt x="168" y="68"/>
                    <a:pt x="140" y="68"/>
                  </a:cubicBezTo>
                  <a:cubicBezTo>
                    <a:pt x="105" y="68"/>
                    <a:pt x="88" y="94"/>
                    <a:pt x="88" y="144"/>
                  </a:cubicBezTo>
                  <a:cubicBezTo>
                    <a:pt x="88" y="194"/>
                    <a:pt x="107" y="220"/>
                    <a:pt x="142" y="220"/>
                  </a:cubicBezTo>
                  <a:cubicBezTo>
                    <a:pt x="169" y="220"/>
                    <a:pt x="186" y="204"/>
                    <a:pt x="188" y="174"/>
                  </a:cubicBezTo>
                  <a:lnTo>
                    <a:pt x="271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8F5885F4-B442-4DC7-A6C5-9C77C9A18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115" y="1539323"/>
              <a:ext cx="1144588" cy="1163638"/>
            </a:xfrm>
            <a:custGeom>
              <a:avLst/>
              <a:gdLst>
                <a:gd name="T0" fmla="*/ 0 w 721"/>
                <a:gd name="T1" fmla="*/ 0 h 733"/>
                <a:gd name="T2" fmla="*/ 237 w 721"/>
                <a:gd name="T3" fmla="*/ 0 h 733"/>
                <a:gd name="T4" fmla="*/ 360 w 721"/>
                <a:gd name="T5" fmla="*/ 474 h 733"/>
                <a:gd name="T6" fmla="*/ 491 w 721"/>
                <a:gd name="T7" fmla="*/ 0 h 733"/>
                <a:gd name="T8" fmla="*/ 721 w 721"/>
                <a:gd name="T9" fmla="*/ 0 h 733"/>
                <a:gd name="T10" fmla="*/ 478 w 721"/>
                <a:gd name="T11" fmla="*/ 733 h 733"/>
                <a:gd name="T12" fmla="*/ 245 w 721"/>
                <a:gd name="T13" fmla="*/ 733 h 733"/>
                <a:gd name="T14" fmla="*/ 0 w 721"/>
                <a:gd name="T15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1" h="733">
                  <a:moveTo>
                    <a:pt x="0" y="0"/>
                  </a:moveTo>
                  <a:lnTo>
                    <a:pt x="237" y="0"/>
                  </a:lnTo>
                  <a:lnTo>
                    <a:pt x="360" y="474"/>
                  </a:lnTo>
                  <a:lnTo>
                    <a:pt x="491" y="0"/>
                  </a:lnTo>
                  <a:lnTo>
                    <a:pt x="721" y="0"/>
                  </a:lnTo>
                  <a:lnTo>
                    <a:pt x="478" y="733"/>
                  </a:lnTo>
                  <a:lnTo>
                    <a:pt x="245" y="73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430A74DF-73A3-4CDD-A36E-988C8B0C9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652" y="1504398"/>
              <a:ext cx="1500188" cy="1231900"/>
            </a:xfrm>
            <a:custGeom>
              <a:avLst/>
              <a:gdLst>
                <a:gd name="T0" fmla="*/ 101 w 354"/>
                <a:gd name="T1" fmla="*/ 0 h 288"/>
                <a:gd name="T2" fmla="*/ 73 w 354"/>
                <a:gd name="T3" fmla="*/ 12 h 288"/>
                <a:gd name="T4" fmla="*/ 15 w 354"/>
                <a:gd name="T5" fmla="*/ 69 h 288"/>
                <a:gd name="T6" fmla="*/ 15 w 354"/>
                <a:gd name="T7" fmla="*/ 127 h 288"/>
                <a:gd name="T8" fmla="*/ 177 w 354"/>
                <a:gd name="T9" fmla="*/ 288 h 288"/>
                <a:gd name="T10" fmla="*/ 338 w 354"/>
                <a:gd name="T11" fmla="*/ 127 h 288"/>
                <a:gd name="T12" fmla="*/ 338 w 354"/>
                <a:gd name="T13" fmla="*/ 69 h 288"/>
                <a:gd name="T14" fmla="*/ 281 w 354"/>
                <a:gd name="T15" fmla="*/ 12 h 288"/>
                <a:gd name="T16" fmla="*/ 252 w 354"/>
                <a:gd name="T17" fmla="*/ 0 h 288"/>
                <a:gd name="T18" fmla="*/ 224 w 354"/>
                <a:gd name="T19" fmla="*/ 12 h 288"/>
                <a:gd name="T20" fmla="*/ 177 w 354"/>
                <a:gd name="T21" fmla="*/ 59 h 288"/>
                <a:gd name="T22" fmla="*/ 130 w 354"/>
                <a:gd name="T23" fmla="*/ 12 h 288"/>
                <a:gd name="T24" fmla="*/ 101 w 354"/>
                <a:gd name="T2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4" h="288">
                  <a:moveTo>
                    <a:pt x="101" y="0"/>
                  </a:moveTo>
                  <a:cubicBezTo>
                    <a:pt x="91" y="0"/>
                    <a:pt x="80" y="4"/>
                    <a:pt x="73" y="12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0" y="85"/>
                    <a:pt x="0" y="111"/>
                    <a:pt x="15" y="127"/>
                  </a:cubicBezTo>
                  <a:cubicBezTo>
                    <a:pt x="177" y="288"/>
                    <a:pt x="177" y="288"/>
                    <a:pt x="177" y="288"/>
                  </a:cubicBezTo>
                  <a:cubicBezTo>
                    <a:pt x="338" y="127"/>
                    <a:pt x="338" y="127"/>
                    <a:pt x="338" y="127"/>
                  </a:cubicBezTo>
                  <a:cubicBezTo>
                    <a:pt x="354" y="111"/>
                    <a:pt x="354" y="85"/>
                    <a:pt x="338" y="69"/>
                  </a:cubicBezTo>
                  <a:cubicBezTo>
                    <a:pt x="281" y="12"/>
                    <a:pt x="281" y="12"/>
                    <a:pt x="281" y="12"/>
                  </a:cubicBezTo>
                  <a:cubicBezTo>
                    <a:pt x="273" y="4"/>
                    <a:pt x="263" y="0"/>
                    <a:pt x="252" y="0"/>
                  </a:cubicBezTo>
                  <a:cubicBezTo>
                    <a:pt x="242" y="0"/>
                    <a:pt x="232" y="4"/>
                    <a:pt x="224" y="12"/>
                  </a:cubicBezTo>
                  <a:cubicBezTo>
                    <a:pt x="177" y="59"/>
                    <a:pt x="177" y="59"/>
                    <a:pt x="177" y="59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22" y="4"/>
                    <a:pt x="111" y="0"/>
                    <a:pt x="10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326DD814-0149-498C-A954-885C837F6B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06527" y="2471186"/>
              <a:ext cx="233363" cy="239713"/>
            </a:xfrm>
            <a:custGeom>
              <a:avLst/>
              <a:gdLst>
                <a:gd name="T0" fmla="*/ 27 w 55"/>
                <a:gd name="T1" fmla="*/ 56 h 56"/>
                <a:gd name="T2" fmla="*/ 0 w 55"/>
                <a:gd name="T3" fmla="*/ 28 h 56"/>
                <a:gd name="T4" fmla="*/ 27 w 55"/>
                <a:gd name="T5" fmla="*/ 0 h 56"/>
                <a:gd name="T6" fmla="*/ 55 w 55"/>
                <a:gd name="T7" fmla="*/ 28 h 56"/>
                <a:gd name="T8" fmla="*/ 27 w 55"/>
                <a:gd name="T9" fmla="*/ 56 h 56"/>
                <a:gd name="T10" fmla="*/ 27 w 55"/>
                <a:gd name="T11" fmla="*/ 5 h 56"/>
                <a:gd name="T12" fmla="*/ 6 w 55"/>
                <a:gd name="T13" fmla="*/ 28 h 56"/>
                <a:gd name="T14" fmla="*/ 27 w 55"/>
                <a:gd name="T15" fmla="*/ 51 h 56"/>
                <a:gd name="T16" fmla="*/ 49 w 55"/>
                <a:gd name="T17" fmla="*/ 28 h 56"/>
                <a:gd name="T18" fmla="*/ 27 w 55"/>
                <a:gd name="T19" fmla="*/ 5 h 56"/>
                <a:gd name="T20" fmla="*/ 22 w 55"/>
                <a:gd name="T21" fmla="*/ 44 h 56"/>
                <a:gd name="T22" fmla="*/ 16 w 55"/>
                <a:gd name="T23" fmla="*/ 44 h 56"/>
                <a:gd name="T24" fmla="*/ 16 w 55"/>
                <a:gd name="T25" fmla="*/ 13 h 56"/>
                <a:gd name="T26" fmla="*/ 28 w 55"/>
                <a:gd name="T27" fmla="*/ 13 h 56"/>
                <a:gd name="T28" fmla="*/ 40 w 55"/>
                <a:gd name="T29" fmla="*/ 22 h 56"/>
                <a:gd name="T30" fmla="*/ 31 w 55"/>
                <a:gd name="T31" fmla="*/ 30 h 56"/>
                <a:gd name="T32" fmla="*/ 40 w 55"/>
                <a:gd name="T33" fmla="*/ 44 h 56"/>
                <a:gd name="T34" fmla="*/ 34 w 55"/>
                <a:gd name="T35" fmla="*/ 44 h 56"/>
                <a:gd name="T36" fmla="*/ 26 w 55"/>
                <a:gd name="T37" fmla="*/ 31 h 56"/>
                <a:gd name="T38" fmla="*/ 22 w 55"/>
                <a:gd name="T39" fmla="*/ 31 h 56"/>
                <a:gd name="T40" fmla="*/ 22 w 55"/>
                <a:gd name="T41" fmla="*/ 44 h 56"/>
                <a:gd name="T42" fmla="*/ 27 w 55"/>
                <a:gd name="T43" fmla="*/ 26 h 56"/>
                <a:gd name="T44" fmla="*/ 34 w 55"/>
                <a:gd name="T45" fmla="*/ 21 h 56"/>
                <a:gd name="T46" fmla="*/ 28 w 55"/>
                <a:gd name="T47" fmla="*/ 17 h 56"/>
                <a:gd name="T48" fmla="*/ 22 w 55"/>
                <a:gd name="T49" fmla="*/ 17 h 56"/>
                <a:gd name="T50" fmla="*/ 22 w 55"/>
                <a:gd name="T51" fmla="*/ 26 h 56"/>
                <a:gd name="T52" fmla="*/ 27 w 55"/>
                <a:gd name="T53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56">
                  <a:moveTo>
                    <a:pt x="27" y="56"/>
                  </a:moveTo>
                  <a:cubicBezTo>
                    <a:pt x="11" y="56"/>
                    <a:pt x="0" y="44"/>
                    <a:pt x="0" y="28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5" y="11"/>
                    <a:pt x="55" y="28"/>
                  </a:cubicBezTo>
                  <a:cubicBezTo>
                    <a:pt x="55" y="45"/>
                    <a:pt x="42" y="56"/>
                    <a:pt x="27" y="56"/>
                  </a:cubicBezTo>
                  <a:close/>
                  <a:moveTo>
                    <a:pt x="27" y="5"/>
                  </a:moveTo>
                  <a:cubicBezTo>
                    <a:pt x="15" y="5"/>
                    <a:pt x="6" y="14"/>
                    <a:pt x="6" y="28"/>
                  </a:cubicBezTo>
                  <a:cubicBezTo>
                    <a:pt x="6" y="41"/>
                    <a:pt x="14" y="51"/>
                    <a:pt x="27" y="51"/>
                  </a:cubicBezTo>
                  <a:cubicBezTo>
                    <a:pt x="39" y="51"/>
                    <a:pt x="49" y="42"/>
                    <a:pt x="49" y="28"/>
                  </a:cubicBezTo>
                  <a:cubicBezTo>
                    <a:pt x="49" y="14"/>
                    <a:pt x="39" y="5"/>
                    <a:pt x="27" y="5"/>
                  </a:cubicBezTo>
                  <a:close/>
                  <a:moveTo>
                    <a:pt x="22" y="44"/>
                  </a:moveTo>
                  <a:cubicBezTo>
                    <a:pt x="16" y="44"/>
                    <a:pt x="16" y="44"/>
                    <a:pt x="16" y="44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6" y="13"/>
                    <a:pt x="40" y="16"/>
                    <a:pt x="40" y="22"/>
                  </a:cubicBezTo>
                  <a:cubicBezTo>
                    <a:pt x="40" y="27"/>
                    <a:pt x="36" y="30"/>
                    <a:pt x="31" y="30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22" y="44"/>
                  </a:lnTo>
                  <a:close/>
                  <a:moveTo>
                    <a:pt x="27" y="26"/>
                  </a:moveTo>
                  <a:cubicBezTo>
                    <a:pt x="31" y="26"/>
                    <a:pt x="34" y="26"/>
                    <a:pt x="34" y="21"/>
                  </a:cubicBezTo>
                  <a:cubicBezTo>
                    <a:pt x="34" y="18"/>
                    <a:pt x="31" y="17"/>
                    <a:pt x="28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26"/>
                    <a:pt x="22" y="26"/>
                    <a:pt x="22" y="26"/>
                  </a:cubicBezTo>
                  <a:lnTo>
                    <a:pt x="27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2649494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veryda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sz="15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2" name="Graphic 11" descr="CVS Health logo.">
            <a:extLst>
              <a:ext uri="{FF2B5EF4-FFF2-40B4-BE49-F238E27FC236}">
                <a16:creationId xmlns:a16="http://schemas.microsoft.com/office/drawing/2014/main" id="{EB139D66-8476-4A6C-8269-A32651B9DC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  <p:pic>
        <p:nvPicPr>
          <p:cNvPr id="21" name="Picture 20" descr="Red outline heart.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169" y="1016179"/>
            <a:ext cx="5222470" cy="434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569052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veryda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931" y="2130386"/>
            <a:ext cx="4682948" cy="2011680"/>
          </a:xfrm>
        </p:spPr>
        <p:txBody>
          <a:bodyPr rIns="0" anchor="b" anchorCtr="0"/>
          <a:lstStyle>
            <a:lvl1pPr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557930" y="4379002"/>
            <a:ext cx="3582950" cy="1262324"/>
          </a:xfrm>
        </p:spPr>
        <p:txBody>
          <a:bodyPr/>
          <a:lstStyle>
            <a:lvl1pPr>
              <a:defRPr sz="15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2400"/>
              </a:spcAft>
              <a:buFontTx/>
              <a:buNone/>
              <a:defRPr sz="1300">
                <a:solidFill>
                  <a:schemeClr val="tx2"/>
                </a:solidFill>
                <a:latin typeface="+mn-lt"/>
              </a:defRPr>
            </a:lvl2pPr>
            <a:lvl3pPr marL="0" indent="0">
              <a:buFontTx/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</a:p>
          <a:p>
            <a:pPr lvl="1"/>
            <a:r>
              <a:rPr lang="en-US"/>
              <a:t>Presenter title</a:t>
            </a:r>
          </a:p>
          <a:p>
            <a:pPr lvl="2"/>
            <a:r>
              <a:rPr lang="en-US"/>
              <a:t>Date</a:t>
            </a:r>
          </a:p>
        </p:txBody>
      </p:sp>
      <p:pic>
        <p:nvPicPr>
          <p:cNvPr id="12" name="Graphic 11" descr="CVS Health logo.">
            <a:extLst>
              <a:ext uri="{FF2B5EF4-FFF2-40B4-BE49-F238E27FC236}">
                <a16:creationId xmlns:a16="http://schemas.microsoft.com/office/drawing/2014/main" id="{EB139D66-8476-4A6C-8269-A32651B9DC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7929" y="430702"/>
            <a:ext cx="2872536" cy="350455"/>
          </a:xfrm>
          <a:prstGeom prst="rect">
            <a:avLst/>
          </a:prstGeom>
        </p:spPr>
      </p:pic>
      <p:pic>
        <p:nvPicPr>
          <p:cNvPr id="21" name="Picture 20" descr="Red outline heart.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169" y="1016179"/>
            <a:ext cx="5222470" cy="434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15920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649224"/>
            <a:ext cx="9667726" cy="71323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for two-column layout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5" hasCustomPrompt="1"/>
          </p:nvPr>
        </p:nvSpPr>
        <p:spPr bwMode="gray">
          <a:xfrm>
            <a:off x="557929" y="1773937"/>
            <a:ext cx="5030510" cy="3984133"/>
          </a:xfrm>
        </p:spPr>
        <p:txBody>
          <a:bodyPr/>
          <a:lstStyle>
            <a:lvl1pPr>
              <a:defRPr sz="2000" b="1" cap="none" baseline="0">
                <a:solidFill>
                  <a:schemeClr val="tx2"/>
                </a:solidFill>
              </a:defRPr>
            </a:lvl1pPr>
            <a:lvl2pPr marL="0" indent="0">
              <a:buFontTx/>
              <a:buNone/>
              <a:defRPr sz="1500">
                <a:solidFill>
                  <a:schemeClr val="tx2"/>
                </a:solidFill>
              </a:defRPr>
            </a:lvl2pPr>
            <a:lvl3pPr marL="173038" indent="-173038">
              <a:spcBef>
                <a:spcPts val="12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3pPr>
            <a:lvl4pPr marL="347663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4pPr>
            <a:lvl5pPr marL="509588" indent="-1619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5pPr>
            <a:lvl6pPr marL="682625" indent="-173038">
              <a:buFont typeface="Arial" panose="020B0604020202020204" pitchFamily="34" charset="0"/>
              <a:buChar char="–"/>
              <a:defRPr sz="1500" baseline="0"/>
            </a:lvl6pPr>
            <a:lvl7pPr marL="857250" indent="-174625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7pPr>
            <a:lvl8pPr marL="1030288" indent="-173038">
              <a:spcBef>
                <a:spcPts val="600"/>
              </a:spcBef>
              <a:buFont typeface="Arial" panose="020B0604020202020204" pitchFamily="34" charset="0"/>
              <a:buChar char="–"/>
              <a:defRPr sz="1600">
                <a:solidFill>
                  <a:schemeClr val="tx2"/>
                </a:solidFill>
              </a:defRPr>
            </a:lvl8pPr>
            <a:lvl9pPr marL="1203325" indent="-173038">
              <a:spcBef>
                <a:spcPts val="600"/>
              </a:spcBef>
              <a:buFont typeface="Arial" panose="020B0604020202020204" pitchFamily="34" charset="0"/>
              <a:buChar char="•"/>
              <a:defRPr sz="1600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6" hasCustomPrompt="1"/>
          </p:nvPr>
        </p:nvSpPr>
        <p:spPr bwMode="gray">
          <a:xfrm>
            <a:off x="6393321" y="1773937"/>
            <a:ext cx="5030510" cy="3984133"/>
          </a:xfrm>
        </p:spPr>
        <p:txBody>
          <a:bodyPr/>
          <a:lstStyle>
            <a:lvl1pPr>
              <a:defRPr sz="2000" b="1" cap="none" baseline="0">
                <a:solidFill>
                  <a:schemeClr val="tx2"/>
                </a:solidFill>
              </a:defRPr>
            </a:lvl1pPr>
            <a:lvl2pPr marL="0" indent="0">
              <a:buFontTx/>
              <a:buNone/>
              <a:defRPr sz="1500">
                <a:solidFill>
                  <a:schemeClr val="tx2"/>
                </a:solidFill>
              </a:defRPr>
            </a:lvl2pPr>
            <a:lvl3pPr marL="173038" indent="-173038">
              <a:spcBef>
                <a:spcPts val="12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3pPr>
            <a:lvl4pPr marL="347663" indent="-174625">
              <a:spcBef>
                <a:spcPts val="600"/>
              </a:spcBef>
              <a:buFont typeface="Arial" panose="020B0604020202020204" pitchFamily="34" charset="0"/>
              <a:buChar char="–"/>
              <a:defRPr sz="1500">
                <a:solidFill>
                  <a:schemeClr val="tx2"/>
                </a:solidFill>
              </a:defRPr>
            </a:lvl4pPr>
            <a:lvl5pPr marL="509588" indent="-161925"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5pPr>
            <a:lvl6pPr marL="682625" indent="-173038">
              <a:buFont typeface="Arial" panose="020B0604020202020204" pitchFamily="34" charset="0"/>
              <a:buChar char="–"/>
              <a:defRPr sz="1500" baseline="0"/>
            </a:lvl6pPr>
            <a:lvl7pPr marL="857250" indent="-174625">
              <a:spcBef>
                <a:spcPts val="600"/>
              </a:spcBef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</a:defRPr>
            </a:lvl7pPr>
            <a:lvl8pPr marL="857250" indent="0">
              <a:spcBef>
                <a:spcPts val="600"/>
              </a:spcBef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8pPr>
            <a:lvl9pPr marL="1203325" indent="-173038">
              <a:spcBef>
                <a:spcPts val="600"/>
              </a:spcBef>
              <a:buFont typeface="Arial" panose="020B0604020202020204" pitchFamily="34" charset="0"/>
              <a:buChar char="•"/>
              <a:defRPr sz="1600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459686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7929" y="530351"/>
            <a:ext cx="9667726" cy="71323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 for two 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557929" y="1767532"/>
            <a:ext cx="5238478" cy="3973512"/>
          </a:xfrm>
        </p:spPr>
        <p:txBody>
          <a:bodyPr vert="horz" lIns="0" tIns="0" rIns="0" bIns="0" rtlCol="0">
            <a:noAutofit/>
          </a:bodyPr>
          <a:lstStyle>
            <a:lvl1pPr>
              <a:buClr>
                <a:schemeClr val="tx1"/>
              </a:buClr>
              <a:defRPr lang="en-US" sz="1800" b="1" cap="none" baseline="0" dirty="0" smtClean="0">
                <a:solidFill>
                  <a:schemeClr val="tx2"/>
                </a:solidFill>
              </a:defRPr>
            </a:lvl1pPr>
            <a:lvl2pPr marL="0" indent="0">
              <a:buClr>
                <a:schemeClr val="tx1"/>
              </a:buClr>
              <a:buNone/>
              <a:defRPr lang="en-US" baseline="0" dirty="0" smtClean="0">
                <a:solidFill>
                  <a:schemeClr val="tx2"/>
                </a:solidFill>
              </a:defRPr>
            </a:lvl2pPr>
            <a:lvl3pPr marL="171450" indent="-171450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baseline="0" dirty="0" smtClean="0">
                <a:solidFill>
                  <a:schemeClr val="tx2"/>
                </a:solidFill>
              </a:defRPr>
            </a:lvl3pPr>
            <a:lvl4pPr marL="342900" indent="-171450">
              <a:buClr>
                <a:schemeClr val="tx1"/>
              </a:buClr>
              <a:buFont typeface="Arial" panose="020B0604020202020204" pitchFamily="34" charset="0"/>
              <a:buChar char="–"/>
              <a:defRPr lang="en-US" baseline="0" dirty="0" smtClean="0">
                <a:solidFill>
                  <a:schemeClr val="tx2"/>
                </a:solidFill>
              </a:defRPr>
            </a:lvl4pPr>
            <a:lvl5pPr marL="514350" indent="-171450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1450">
              <a:buClr>
                <a:schemeClr val="tx1"/>
              </a:buClr>
              <a:buFont typeface="Arial" panose="020B0604020202020204" pitchFamily="34" charset="0"/>
              <a:buChar char="–"/>
              <a:defRPr baseline="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/>
            </a:lvl7pPr>
            <a:lvl8pPr marL="1031875" indent="-171450">
              <a:buFont typeface="Arial" panose="020B0604020202020204" pitchFamily="34" charset="0"/>
              <a:buChar char="–"/>
              <a:defRPr/>
            </a:lvl8pPr>
            <a:lvl9pPr marL="1203325" indent="-171450">
              <a:buFont typeface="Arial" panose="020B0604020202020204" pitchFamily="34" charset="0"/>
              <a:buChar char="•"/>
              <a:defRPr baseline="0"/>
            </a:lvl9pPr>
          </a:lstStyle>
          <a:p>
            <a:pPr lvl="0"/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6384175" y="1767532"/>
            <a:ext cx="5238478" cy="3973512"/>
          </a:xfrm>
        </p:spPr>
        <p:txBody>
          <a:bodyPr vert="horz" lIns="0" tIns="0" rIns="0" bIns="0" rtlCol="0">
            <a:noAutofit/>
          </a:bodyPr>
          <a:lstStyle>
            <a:lvl1pPr>
              <a:buClr>
                <a:schemeClr val="tx1"/>
              </a:buClr>
              <a:defRPr lang="en-US" sz="1800" b="1" cap="none" baseline="0" dirty="0" smtClean="0">
                <a:solidFill>
                  <a:schemeClr val="tx2"/>
                </a:solidFill>
              </a:defRPr>
            </a:lvl1pPr>
            <a:lvl2pPr marL="0" indent="0">
              <a:buClr>
                <a:schemeClr val="tx1"/>
              </a:buClr>
              <a:buNone/>
              <a:defRPr lang="en-US" baseline="0" dirty="0" smtClean="0">
                <a:solidFill>
                  <a:schemeClr val="tx2"/>
                </a:solidFill>
              </a:defRPr>
            </a:lvl2pPr>
            <a:lvl3pPr marL="171450" indent="-171450"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400" baseline="0" dirty="0" smtClean="0">
                <a:solidFill>
                  <a:schemeClr val="tx2"/>
                </a:solidFill>
              </a:defRPr>
            </a:lvl3pPr>
            <a:lvl4pPr marL="342900" indent="-171450">
              <a:buClr>
                <a:schemeClr val="tx1"/>
              </a:buClr>
              <a:buFont typeface="Arial" panose="020B0604020202020204" pitchFamily="34" charset="0"/>
              <a:buChar char="–"/>
              <a:defRPr lang="en-US" baseline="0" dirty="0" smtClean="0">
                <a:solidFill>
                  <a:schemeClr val="tx2"/>
                </a:solidFill>
              </a:defRPr>
            </a:lvl4pPr>
            <a:lvl5pPr marL="514350" indent="-171450">
              <a:buClr>
                <a:schemeClr val="tx1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tx2"/>
                </a:solidFill>
              </a:defRPr>
            </a:lvl5pPr>
            <a:lvl6pPr marL="685800" indent="-171450">
              <a:buClr>
                <a:schemeClr val="tx1"/>
              </a:buClr>
              <a:buFont typeface="Arial" panose="020B0604020202020204" pitchFamily="34" charset="0"/>
              <a:buChar char="–"/>
              <a:defRPr baseline="0">
                <a:solidFill>
                  <a:schemeClr val="tx2"/>
                </a:solidFill>
              </a:defRPr>
            </a:lvl6pPr>
            <a:lvl7pPr marL="860425" indent="-173038">
              <a:buFont typeface="Arial" panose="020B0604020202020204" pitchFamily="34" charset="0"/>
              <a:buChar char="•"/>
              <a:defRPr/>
            </a:lvl7pPr>
            <a:lvl8pPr marL="1031875" indent="-171450">
              <a:buFont typeface="Arial" panose="020B0604020202020204" pitchFamily="34" charset="0"/>
              <a:buChar char="–"/>
              <a:defRPr/>
            </a:lvl8pPr>
            <a:lvl9pPr marL="1203325" indent="-171450">
              <a:buFont typeface="Arial" panose="020B0604020202020204" pitchFamily="34" charset="0"/>
              <a:buChar char="•"/>
              <a:defRPr baseline="0"/>
            </a:lvl9pPr>
          </a:lstStyle>
          <a:p>
            <a:pPr lvl="0"/>
            <a:r>
              <a:rPr lang="en-US"/>
              <a:t>Click to add Header</a:t>
            </a:r>
          </a:p>
          <a:p>
            <a:pPr lvl="1"/>
            <a:r>
              <a:rPr lang="en-US"/>
              <a:t>Body text</a:t>
            </a:r>
          </a:p>
          <a:p>
            <a:pPr lvl="2"/>
            <a:r>
              <a:rPr lang="en-US"/>
              <a:t>First-level bullet</a:t>
            </a:r>
          </a:p>
          <a:p>
            <a:pPr lvl="3"/>
            <a:r>
              <a:rPr lang="en-US"/>
              <a:t>Second-level bullet</a:t>
            </a:r>
          </a:p>
          <a:p>
            <a:pPr lvl="4"/>
            <a:r>
              <a:rPr lang="en-US"/>
              <a:t>Third-level bullet</a:t>
            </a:r>
          </a:p>
          <a:p>
            <a:pPr lvl="5"/>
            <a:r>
              <a:rPr lang="en-US"/>
              <a:t>Fourth-level bullet</a:t>
            </a:r>
          </a:p>
          <a:p>
            <a:pPr lvl="6"/>
            <a:r>
              <a:rPr lang="en-US"/>
              <a:t>Fifth-level bullet</a:t>
            </a:r>
          </a:p>
          <a:p>
            <a:pPr lvl="7"/>
            <a:r>
              <a:rPr lang="en-US"/>
              <a:t>Sixth-level bullet</a:t>
            </a:r>
          </a:p>
          <a:p>
            <a:pPr lvl="8"/>
            <a:r>
              <a:rPr lang="en-US"/>
              <a:t>Seventh-level bullet</a:t>
            </a:r>
          </a:p>
        </p:txBody>
      </p:sp>
    </p:spTree>
    <p:extLst>
      <p:ext uri="{BB962C8B-B14F-4D97-AF65-F5344CB8AC3E}">
        <p14:creationId xmlns:p14="http://schemas.microsoft.com/office/powerpoint/2010/main" val="670814185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40197-A262-DAE7-573B-CDD6A9C42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03F15-3D31-47DB-23E1-C609C3C37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1AE4A-0D53-6D51-82C8-0BC37064D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3F38F-B00F-0A4C-A751-2EDD17BB65FB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D6436-6B72-6A43-2919-07BA3471D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6C5A7-DC1A-78C8-BFD1-CA4C4EC75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65A6B-C6B6-8742-A860-6691F11B7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53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emf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68.xml"/><Relationship Id="rId39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63.xml"/><Relationship Id="rId34" Type="http://schemas.openxmlformats.org/officeDocument/2006/relationships/slideLayout" Target="../slideLayouts/slideLayout76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71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24" Type="http://schemas.openxmlformats.org/officeDocument/2006/relationships/slideLayout" Target="../slideLayouts/slideLayout66.xml"/><Relationship Id="rId32" Type="http://schemas.openxmlformats.org/officeDocument/2006/relationships/slideLayout" Target="../slideLayouts/slideLayout74.xml"/><Relationship Id="rId37" Type="http://schemas.openxmlformats.org/officeDocument/2006/relationships/slideLayout" Target="../slideLayouts/slideLayout79.xml"/><Relationship Id="rId40" Type="http://schemas.openxmlformats.org/officeDocument/2006/relationships/slideLayout" Target="../slideLayouts/slideLayout82.xml"/><Relationship Id="rId45" Type="http://schemas.openxmlformats.org/officeDocument/2006/relationships/image" Target="../media/image8.emf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65.xml"/><Relationship Id="rId28" Type="http://schemas.openxmlformats.org/officeDocument/2006/relationships/slideLayout" Target="../slideLayouts/slideLayout70.xml"/><Relationship Id="rId36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31" Type="http://schemas.openxmlformats.org/officeDocument/2006/relationships/slideLayout" Target="../slideLayouts/slideLayout73.xml"/><Relationship Id="rId44" Type="http://schemas.openxmlformats.org/officeDocument/2006/relationships/oleObject" Target="../embeddings/oleObject2.bin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64.xml"/><Relationship Id="rId27" Type="http://schemas.openxmlformats.org/officeDocument/2006/relationships/slideLayout" Target="../slideLayouts/slideLayout69.xml"/><Relationship Id="rId30" Type="http://schemas.openxmlformats.org/officeDocument/2006/relationships/slideLayout" Target="../slideLayouts/slideLayout72.xml"/><Relationship Id="rId35" Type="http://schemas.openxmlformats.org/officeDocument/2006/relationships/slideLayout" Target="../slideLayouts/slideLayout77.xml"/><Relationship Id="rId43" Type="http://schemas.openxmlformats.org/officeDocument/2006/relationships/tags" Target="../tags/tag2.xml"/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67.xml"/><Relationship Id="rId33" Type="http://schemas.openxmlformats.org/officeDocument/2006/relationships/slideLayout" Target="../slideLayouts/slideLayout75.xml"/><Relationship Id="rId38" Type="http://schemas.openxmlformats.org/officeDocument/2006/relationships/slideLayout" Target="../slideLayouts/slideLayout80.xml"/><Relationship Id="rId46" Type="http://schemas.openxmlformats.org/officeDocument/2006/relationships/image" Target="../media/image2.svg"/><Relationship Id="rId20" Type="http://schemas.openxmlformats.org/officeDocument/2006/relationships/slideLayout" Target="../slideLayouts/slideLayout62.xml"/><Relationship Id="rId41" Type="http://schemas.openxmlformats.org/officeDocument/2006/relationships/slideLayout" Target="../slideLayouts/slideLayout83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6.xml"/><Relationship Id="rId18" Type="http://schemas.openxmlformats.org/officeDocument/2006/relationships/slideLayout" Target="../slideLayouts/slideLayout101.xml"/><Relationship Id="rId26" Type="http://schemas.openxmlformats.org/officeDocument/2006/relationships/slideLayout" Target="../slideLayouts/slideLayout109.xml"/><Relationship Id="rId39" Type="http://schemas.openxmlformats.org/officeDocument/2006/relationships/slideLayout" Target="../slideLayouts/slideLayout122.xml"/><Relationship Id="rId21" Type="http://schemas.openxmlformats.org/officeDocument/2006/relationships/slideLayout" Target="../slideLayouts/slideLayout104.xml"/><Relationship Id="rId34" Type="http://schemas.openxmlformats.org/officeDocument/2006/relationships/slideLayout" Target="../slideLayouts/slideLayout117.xml"/><Relationship Id="rId42" Type="http://schemas.openxmlformats.org/officeDocument/2006/relationships/slideLayout" Target="../slideLayouts/slideLayout125.xml"/><Relationship Id="rId47" Type="http://schemas.openxmlformats.org/officeDocument/2006/relationships/image" Target="../media/image12.emf"/><Relationship Id="rId50" Type="http://schemas.openxmlformats.org/officeDocument/2006/relationships/image" Target="../media/image13.emf"/><Relationship Id="rId7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99.xml"/><Relationship Id="rId29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94.xml"/><Relationship Id="rId24" Type="http://schemas.openxmlformats.org/officeDocument/2006/relationships/slideLayout" Target="../slideLayouts/slideLayout107.xml"/><Relationship Id="rId32" Type="http://schemas.openxmlformats.org/officeDocument/2006/relationships/slideLayout" Target="../slideLayouts/slideLayout115.xml"/><Relationship Id="rId37" Type="http://schemas.openxmlformats.org/officeDocument/2006/relationships/slideLayout" Target="../slideLayouts/slideLayout120.xml"/><Relationship Id="rId40" Type="http://schemas.openxmlformats.org/officeDocument/2006/relationships/slideLayout" Target="../slideLayouts/slideLayout123.xml"/><Relationship Id="rId45" Type="http://schemas.openxmlformats.org/officeDocument/2006/relationships/tags" Target="../tags/tag4.xml"/><Relationship Id="rId5" Type="http://schemas.openxmlformats.org/officeDocument/2006/relationships/slideLayout" Target="../slideLayouts/slideLayout88.xml"/><Relationship Id="rId15" Type="http://schemas.openxmlformats.org/officeDocument/2006/relationships/slideLayout" Target="../slideLayouts/slideLayout98.xml"/><Relationship Id="rId23" Type="http://schemas.openxmlformats.org/officeDocument/2006/relationships/slideLayout" Target="../slideLayouts/slideLayout106.xml"/><Relationship Id="rId28" Type="http://schemas.openxmlformats.org/officeDocument/2006/relationships/slideLayout" Target="../slideLayouts/slideLayout111.xml"/><Relationship Id="rId36" Type="http://schemas.openxmlformats.org/officeDocument/2006/relationships/slideLayout" Target="../slideLayouts/slideLayout119.xml"/><Relationship Id="rId49" Type="http://schemas.openxmlformats.org/officeDocument/2006/relationships/oleObject" Target="../embeddings/oleObject4.bin"/><Relationship Id="rId10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102.xml"/><Relationship Id="rId31" Type="http://schemas.openxmlformats.org/officeDocument/2006/relationships/slideLayout" Target="../slideLayouts/slideLayout114.xml"/><Relationship Id="rId44" Type="http://schemas.openxmlformats.org/officeDocument/2006/relationships/tags" Target="../tags/tag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4" Type="http://schemas.openxmlformats.org/officeDocument/2006/relationships/slideLayout" Target="../slideLayouts/slideLayout97.xml"/><Relationship Id="rId22" Type="http://schemas.openxmlformats.org/officeDocument/2006/relationships/slideLayout" Target="../slideLayouts/slideLayout105.xml"/><Relationship Id="rId27" Type="http://schemas.openxmlformats.org/officeDocument/2006/relationships/slideLayout" Target="../slideLayouts/slideLayout110.xml"/><Relationship Id="rId30" Type="http://schemas.openxmlformats.org/officeDocument/2006/relationships/slideLayout" Target="../slideLayouts/slideLayout113.xml"/><Relationship Id="rId35" Type="http://schemas.openxmlformats.org/officeDocument/2006/relationships/slideLayout" Target="../slideLayouts/slideLayout118.xml"/><Relationship Id="rId43" Type="http://schemas.openxmlformats.org/officeDocument/2006/relationships/theme" Target="../theme/theme3.xml"/><Relationship Id="rId48" Type="http://schemas.openxmlformats.org/officeDocument/2006/relationships/image" Target="../media/image2.svg"/><Relationship Id="rId8" Type="http://schemas.openxmlformats.org/officeDocument/2006/relationships/slideLayout" Target="../slideLayouts/slideLayout91.xml"/><Relationship Id="rId3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95.xml"/><Relationship Id="rId17" Type="http://schemas.openxmlformats.org/officeDocument/2006/relationships/slideLayout" Target="../slideLayouts/slideLayout100.xml"/><Relationship Id="rId25" Type="http://schemas.openxmlformats.org/officeDocument/2006/relationships/slideLayout" Target="../slideLayouts/slideLayout108.xml"/><Relationship Id="rId33" Type="http://schemas.openxmlformats.org/officeDocument/2006/relationships/slideLayout" Target="../slideLayouts/slideLayout116.xml"/><Relationship Id="rId38" Type="http://schemas.openxmlformats.org/officeDocument/2006/relationships/slideLayout" Target="../slideLayouts/slideLayout121.xml"/><Relationship Id="rId46" Type="http://schemas.openxmlformats.org/officeDocument/2006/relationships/oleObject" Target="../embeddings/oleObject3.bin"/><Relationship Id="rId20" Type="http://schemas.openxmlformats.org/officeDocument/2006/relationships/slideLayout" Target="../slideLayouts/slideLayout103.xml"/><Relationship Id="rId41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3.xml"/><Relationship Id="rId13" Type="http://schemas.openxmlformats.org/officeDocument/2006/relationships/slideLayout" Target="../slideLayouts/slideLayout138.xml"/><Relationship Id="rId18" Type="http://schemas.openxmlformats.org/officeDocument/2006/relationships/slideLayout" Target="../slideLayouts/slideLayout143.xml"/><Relationship Id="rId26" Type="http://schemas.openxmlformats.org/officeDocument/2006/relationships/image" Target="../media/image8.emf"/><Relationship Id="rId3" Type="http://schemas.openxmlformats.org/officeDocument/2006/relationships/slideLayout" Target="../slideLayouts/slideLayout128.xml"/><Relationship Id="rId21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37.xml"/><Relationship Id="rId17" Type="http://schemas.openxmlformats.org/officeDocument/2006/relationships/slideLayout" Target="../slideLayouts/slideLayout142.xml"/><Relationship Id="rId25" Type="http://schemas.openxmlformats.org/officeDocument/2006/relationships/oleObject" Target="../embeddings/oleObject5.bin"/><Relationship Id="rId2" Type="http://schemas.openxmlformats.org/officeDocument/2006/relationships/slideLayout" Target="../slideLayouts/slideLayout127.xml"/><Relationship Id="rId16" Type="http://schemas.openxmlformats.org/officeDocument/2006/relationships/slideLayout" Target="../slideLayouts/slideLayout141.xml"/><Relationship Id="rId20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6.xml"/><Relationship Id="rId24" Type="http://schemas.openxmlformats.org/officeDocument/2006/relationships/tags" Target="../tags/tag5.xml"/><Relationship Id="rId5" Type="http://schemas.openxmlformats.org/officeDocument/2006/relationships/slideLayout" Target="../slideLayouts/slideLayout130.xml"/><Relationship Id="rId15" Type="http://schemas.openxmlformats.org/officeDocument/2006/relationships/slideLayout" Target="../slideLayouts/slideLayout140.xml"/><Relationship Id="rId23" Type="http://schemas.openxmlformats.org/officeDocument/2006/relationships/theme" Target="../theme/theme4.xml"/><Relationship Id="rId10" Type="http://schemas.openxmlformats.org/officeDocument/2006/relationships/slideLayout" Target="../slideLayouts/slideLayout135.xml"/><Relationship Id="rId19" Type="http://schemas.openxmlformats.org/officeDocument/2006/relationships/slideLayout" Target="../slideLayouts/slideLayout144.xml"/><Relationship Id="rId4" Type="http://schemas.openxmlformats.org/officeDocument/2006/relationships/slideLayout" Target="../slideLayouts/slideLayout129.xml"/><Relationship Id="rId9" Type="http://schemas.openxmlformats.org/officeDocument/2006/relationships/slideLayout" Target="../slideLayouts/slideLayout134.xml"/><Relationship Id="rId14" Type="http://schemas.openxmlformats.org/officeDocument/2006/relationships/slideLayout" Target="../slideLayouts/slideLayout139.xml"/><Relationship Id="rId22" Type="http://schemas.openxmlformats.org/officeDocument/2006/relationships/slideLayout" Target="../slideLayouts/slideLayout147.xml"/><Relationship Id="rId27" Type="http://schemas.openxmlformats.org/officeDocument/2006/relationships/image" Target="../media/image2.svg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0.xml"/><Relationship Id="rId18" Type="http://schemas.openxmlformats.org/officeDocument/2006/relationships/slideLayout" Target="../slideLayouts/slideLayout165.xml"/><Relationship Id="rId26" Type="http://schemas.openxmlformats.org/officeDocument/2006/relationships/slideLayout" Target="../slideLayouts/slideLayout173.xml"/><Relationship Id="rId39" Type="http://schemas.openxmlformats.org/officeDocument/2006/relationships/slideLayout" Target="../slideLayouts/slideLayout186.xml"/><Relationship Id="rId21" Type="http://schemas.openxmlformats.org/officeDocument/2006/relationships/slideLayout" Target="../slideLayouts/slideLayout168.xml"/><Relationship Id="rId34" Type="http://schemas.openxmlformats.org/officeDocument/2006/relationships/slideLayout" Target="../slideLayouts/slideLayout181.xml"/><Relationship Id="rId42" Type="http://schemas.openxmlformats.org/officeDocument/2006/relationships/slideLayout" Target="../slideLayouts/slideLayout189.xml"/><Relationship Id="rId47" Type="http://schemas.openxmlformats.org/officeDocument/2006/relationships/image" Target="../media/image2.svg"/><Relationship Id="rId7" Type="http://schemas.openxmlformats.org/officeDocument/2006/relationships/slideLayout" Target="../slideLayouts/slideLayout154.xml"/><Relationship Id="rId2" Type="http://schemas.openxmlformats.org/officeDocument/2006/relationships/slideLayout" Target="../slideLayouts/slideLayout149.xml"/><Relationship Id="rId16" Type="http://schemas.openxmlformats.org/officeDocument/2006/relationships/slideLayout" Target="../slideLayouts/slideLayout163.xml"/><Relationship Id="rId29" Type="http://schemas.openxmlformats.org/officeDocument/2006/relationships/slideLayout" Target="../slideLayouts/slideLayout176.xml"/><Relationship Id="rId1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58.xml"/><Relationship Id="rId24" Type="http://schemas.openxmlformats.org/officeDocument/2006/relationships/slideLayout" Target="../slideLayouts/slideLayout171.xml"/><Relationship Id="rId32" Type="http://schemas.openxmlformats.org/officeDocument/2006/relationships/slideLayout" Target="../slideLayouts/slideLayout179.xml"/><Relationship Id="rId37" Type="http://schemas.openxmlformats.org/officeDocument/2006/relationships/slideLayout" Target="../slideLayouts/slideLayout184.xml"/><Relationship Id="rId40" Type="http://schemas.openxmlformats.org/officeDocument/2006/relationships/slideLayout" Target="../slideLayouts/slideLayout187.xml"/><Relationship Id="rId45" Type="http://schemas.openxmlformats.org/officeDocument/2006/relationships/oleObject" Target="../embeddings/oleObject6.bin"/><Relationship Id="rId5" Type="http://schemas.openxmlformats.org/officeDocument/2006/relationships/slideLayout" Target="../slideLayouts/slideLayout152.xml"/><Relationship Id="rId15" Type="http://schemas.openxmlformats.org/officeDocument/2006/relationships/slideLayout" Target="../slideLayouts/slideLayout162.xml"/><Relationship Id="rId23" Type="http://schemas.openxmlformats.org/officeDocument/2006/relationships/slideLayout" Target="../slideLayouts/slideLayout170.xml"/><Relationship Id="rId28" Type="http://schemas.openxmlformats.org/officeDocument/2006/relationships/slideLayout" Target="../slideLayouts/slideLayout175.xml"/><Relationship Id="rId36" Type="http://schemas.openxmlformats.org/officeDocument/2006/relationships/slideLayout" Target="../slideLayouts/slideLayout183.xml"/><Relationship Id="rId10" Type="http://schemas.openxmlformats.org/officeDocument/2006/relationships/slideLayout" Target="../slideLayouts/slideLayout157.xml"/><Relationship Id="rId19" Type="http://schemas.openxmlformats.org/officeDocument/2006/relationships/slideLayout" Target="../slideLayouts/slideLayout166.xml"/><Relationship Id="rId31" Type="http://schemas.openxmlformats.org/officeDocument/2006/relationships/slideLayout" Target="../slideLayouts/slideLayout178.xml"/><Relationship Id="rId44" Type="http://schemas.openxmlformats.org/officeDocument/2006/relationships/tags" Target="../tags/tag6.xml"/><Relationship Id="rId4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6.xml"/><Relationship Id="rId14" Type="http://schemas.openxmlformats.org/officeDocument/2006/relationships/slideLayout" Target="../slideLayouts/slideLayout161.xml"/><Relationship Id="rId22" Type="http://schemas.openxmlformats.org/officeDocument/2006/relationships/slideLayout" Target="../slideLayouts/slideLayout169.xml"/><Relationship Id="rId27" Type="http://schemas.openxmlformats.org/officeDocument/2006/relationships/slideLayout" Target="../slideLayouts/slideLayout174.xml"/><Relationship Id="rId30" Type="http://schemas.openxmlformats.org/officeDocument/2006/relationships/slideLayout" Target="../slideLayouts/slideLayout177.xml"/><Relationship Id="rId35" Type="http://schemas.openxmlformats.org/officeDocument/2006/relationships/slideLayout" Target="../slideLayouts/slideLayout182.xml"/><Relationship Id="rId43" Type="http://schemas.openxmlformats.org/officeDocument/2006/relationships/theme" Target="../theme/theme5.xml"/><Relationship Id="rId8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50.xml"/><Relationship Id="rId12" Type="http://schemas.openxmlformats.org/officeDocument/2006/relationships/slideLayout" Target="../slideLayouts/slideLayout159.xml"/><Relationship Id="rId17" Type="http://schemas.openxmlformats.org/officeDocument/2006/relationships/slideLayout" Target="../slideLayouts/slideLayout164.xml"/><Relationship Id="rId25" Type="http://schemas.openxmlformats.org/officeDocument/2006/relationships/slideLayout" Target="../slideLayouts/slideLayout172.xml"/><Relationship Id="rId33" Type="http://schemas.openxmlformats.org/officeDocument/2006/relationships/slideLayout" Target="../slideLayouts/slideLayout180.xml"/><Relationship Id="rId38" Type="http://schemas.openxmlformats.org/officeDocument/2006/relationships/slideLayout" Target="../slideLayouts/slideLayout185.xml"/><Relationship Id="rId46" Type="http://schemas.openxmlformats.org/officeDocument/2006/relationships/image" Target="../media/image8.emf"/><Relationship Id="rId20" Type="http://schemas.openxmlformats.org/officeDocument/2006/relationships/slideLayout" Target="../slideLayouts/slideLayout167.xml"/><Relationship Id="rId41" Type="http://schemas.openxmlformats.org/officeDocument/2006/relationships/slideLayout" Target="../slideLayouts/slideLayout188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02.xml"/><Relationship Id="rId18" Type="http://schemas.openxmlformats.org/officeDocument/2006/relationships/slideLayout" Target="../slideLayouts/slideLayout207.xml"/><Relationship Id="rId26" Type="http://schemas.openxmlformats.org/officeDocument/2006/relationships/slideLayout" Target="../slideLayouts/slideLayout215.xml"/><Relationship Id="rId39" Type="http://schemas.openxmlformats.org/officeDocument/2006/relationships/slideLayout" Target="../slideLayouts/slideLayout228.xml"/><Relationship Id="rId21" Type="http://schemas.openxmlformats.org/officeDocument/2006/relationships/slideLayout" Target="../slideLayouts/slideLayout210.xml"/><Relationship Id="rId34" Type="http://schemas.openxmlformats.org/officeDocument/2006/relationships/slideLayout" Target="../slideLayouts/slideLayout223.xml"/><Relationship Id="rId42" Type="http://schemas.openxmlformats.org/officeDocument/2006/relationships/slideLayout" Target="../slideLayouts/slideLayout231.xml"/><Relationship Id="rId7" Type="http://schemas.openxmlformats.org/officeDocument/2006/relationships/slideLayout" Target="../slideLayouts/slideLayout196.xml"/><Relationship Id="rId2" Type="http://schemas.openxmlformats.org/officeDocument/2006/relationships/slideLayout" Target="../slideLayouts/slideLayout191.xml"/><Relationship Id="rId16" Type="http://schemas.openxmlformats.org/officeDocument/2006/relationships/slideLayout" Target="../slideLayouts/slideLayout205.xml"/><Relationship Id="rId20" Type="http://schemas.openxmlformats.org/officeDocument/2006/relationships/slideLayout" Target="../slideLayouts/slideLayout209.xml"/><Relationship Id="rId29" Type="http://schemas.openxmlformats.org/officeDocument/2006/relationships/slideLayout" Target="../slideLayouts/slideLayout218.xml"/><Relationship Id="rId41" Type="http://schemas.openxmlformats.org/officeDocument/2006/relationships/slideLayout" Target="../slideLayouts/slideLayout230.xml"/><Relationship Id="rId1" Type="http://schemas.openxmlformats.org/officeDocument/2006/relationships/slideLayout" Target="../slideLayouts/slideLayout190.xml"/><Relationship Id="rId6" Type="http://schemas.openxmlformats.org/officeDocument/2006/relationships/slideLayout" Target="../slideLayouts/slideLayout195.xml"/><Relationship Id="rId11" Type="http://schemas.openxmlformats.org/officeDocument/2006/relationships/slideLayout" Target="../slideLayouts/slideLayout200.xml"/><Relationship Id="rId24" Type="http://schemas.openxmlformats.org/officeDocument/2006/relationships/slideLayout" Target="../slideLayouts/slideLayout213.xml"/><Relationship Id="rId32" Type="http://schemas.openxmlformats.org/officeDocument/2006/relationships/slideLayout" Target="../slideLayouts/slideLayout221.xml"/><Relationship Id="rId37" Type="http://schemas.openxmlformats.org/officeDocument/2006/relationships/slideLayout" Target="../slideLayouts/slideLayout226.xml"/><Relationship Id="rId40" Type="http://schemas.openxmlformats.org/officeDocument/2006/relationships/slideLayout" Target="../slideLayouts/slideLayout229.xml"/><Relationship Id="rId5" Type="http://schemas.openxmlformats.org/officeDocument/2006/relationships/slideLayout" Target="../slideLayouts/slideLayout194.xml"/><Relationship Id="rId15" Type="http://schemas.openxmlformats.org/officeDocument/2006/relationships/slideLayout" Target="../slideLayouts/slideLayout204.xml"/><Relationship Id="rId23" Type="http://schemas.openxmlformats.org/officeDocument/2006/relationships/slideLayout" Target="../slideLayouts/slideLayout212.xml"/><Relationship Id="rId28" Type="http://schemas.openxmlformats.org/officeDocument/2006/relationships/slideLayout" Target="../slideLayouts/slideLayout217.xml"/><Relationship Id="rId36" Type="http://schemas.openxmlformats.org/officeDocument/2006/relationships/slideLayout" Target="../slideLayouts/slideLayout225.xml"/><Relationship Id="rId10" Type="http://schemas.openxmlformats.org/officeDocument/2006/relationships/slideLayout" Target="../slideLayouts/slideLayout199.xml"/><Relationship Id="rId19" Type="http://schemas.openxmlformats.org/officeDocument/2006/relationships/slideLayout" Target="../slideLayouts/slideLayout208.xml"/><Relationship Id="rId31" Type="http://schemas.openxmlformats.org/officeDocument/2006/relationships/slideLayout" Target="../slideLayouts/slideLayout220.xml"/><Relationship Id="rId44" Type="http://schemas.openxmlformats.org/officeDocument/2006/relationships/image" Target="../media/image26.svg"/><Relationship Id="rId4" Type="http://schemas.openxmlformats.org/officeDocument/2006/relationships/slideLayout" Target="../slideLayouts/slideLayout193.xml"/><Relationship Id="rId9" Type="http://schemas.openxmlformats.org/officeDocument/2006/relationships/slideLayout" Target="../slideLayouts/slideLayout198.xml"/><Relationship Id="rId14" Type="http://schemas.openxmlformats.org/officeDocument/2006/relationships/slideLayout" Target="../slideLayouts/slideLayout203.xml"/><Relationship Id="rId22" Type="http://schemas.openxmlformats.org/officeDocument/2006/relationships/slideLayout" Target="../slideLayouts/slideLayout211.xml"/><Relationship Id="rId27" Type="http://schemas.openxmlformats.org/officeDocument/2006/relationships/slideLayout" Target="../slideLayouts/slideLayout216.xml"/><Relationship Id="rId30" Type="http://schemas.openxmlformats.org/officeDocument/2006/relationships/slideLayout" Target="../slideLayouts/slideLayout219.xml"/><Relationship Id="rId35" Type="http://schemas.openxmlformats.org/officeDocument/2006/relationships/slideLayout" Target="../slideLayouts/slideLayout224.xml"/><Relationship Id="rId43" Type="http://schemas.openxmlformats.org/officeDocument/2006/relationships/theme" Target="../theme/theme6.xml"/><Relationship Id="rId8" Type="http://schemas.openxmlformats.org/officeDocument/2006/relationships/slideLayout" Target="../slideLayouts/slideLayout197.xml"/><Relationship Id="rId3" Type="http://schemas.openxmlformats.org/officeDocument/2006/relationships/slideLayout" Target="../slideLayouts/slideLayout192.xml"/><Relationship Id="rId12" Type="http://schemas.openxmlformats.org/officeDocument/2006/relationships/slideLayout" Target="../slideLayouts/slideLayout201.xml"/><Relationship Id="rId17" Type="http://schemas.openxmlformats.org/officeDocument/2006/relationships/slideLayout" Target="../slideLayouts/slideLayout206.xml"/><Relationship Id="rId25" Type="http://schemas.openxmlformats.org/officeDocument/2006/relationships/slideLayout" Target="../slideLayouts/slideLayout214.xml"/><Relationship Id="rId33" Type="http://schemas.openxmlformats.org/officeDocument/2006/relationships/slideLayout" Target="../slideLayouts/slideLayout222.xml"/><Relationship Id="rId38" Type="http://schemas.openxmlformats.org/officeDocument/2006/relationships/slideLayout" Target="../slideLayouts/slideLayout227.xml"/></Relationships>
</file>

<file path=ppt/slideMasters/_rels/slideMaster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4.xml"/><Relationship Id="rId18" Type="http://schemas.openxmlformats.org/officeDocument/2006/relationships/slideLayout" Target="../slideLayouts/slideLayout249.xml"/><Relationship Id="rId26" Type="http://schemas.openxmlformats.org/officeDocument/2006/relationships/slideLayout" Target="../slideLayouts/slideLayout257.xml"/><Relationship Id="rId39" Type="http://schemas.openxmlformats.org/officeDocument/2006/relationships/slideLayout" Target="../slideLayouts/slideLayout270.xml"/><Relationship Id="rId21" Type="http://schemas.openxmlformats.org/officeDocument/2006/relationships/slideLayout" Target="../slideLayouts/slideLayout252.xml"/><Relationship Id="rId34" Type="http://schemas.openxmlformats.org/officeDocument/2006/relationships/slideLayout" Target="../slideLayouts/slideLayout265.xml"/><Relationship Id="rId42" Type="http://schemas.openxmlformats.org/officeDocument/2006/relationships/slideLayout" Target="../slideLayouts/slideLayout273.xml"/><Relationship Id="rId47" Type="http://schemas.openxmlformats.org/officeDocument/2006/relationships/image" Target="../media/image29.emf"/><Relationship Id="rId7" Type="http://schemas.openxmlformats.org/officeDocument/2006/relationships/slideLayout" Target="../slideLayouts/slideLayout238.xml"/><Relationship Id="rId2" Type="http://schemas.openxmlformats.org/officeDocument/2006/relationships/slideLayout" Target="../slideLayouts/slideLayout233.xml"/><Relationship Id="rId16" Type="http://schemas.openxmlformats.org/officeDocument/2006/relationships/slideLayout" Target="../slideLayouts/slideLayout247.xml"/><Relationship Id="rId29" Type="http://schemas.openxmlformats.org/officeDocument/2006/relationships/slideLayout" Target="../slideLayouts/slideLayout260.xml"/><Relationship Id="rId1" Type="http://schemas.openxmlformats.org/officeDocument/2006/relationships/slideLayout" Target="../slideLayouts/slideLayout232.xml"/><Relationship Id="rId6" Type="http://schemas.openxmlformats.org/officeDocument/2006/relationships/slideLayout" Target="../slideLayouts/slideLayout237.xml"/><Relationship Id="rId11" Type="http://schemas.openxmlformats.org/officeDocument/2006/relationships/slideLayout" Target="../slideLayouts/slideLayout242.xml"/><Relationship Id="rId24" Type="http://schemas.openxmlformats.org/officeDocument/2006/relationships/slideLayout" Target="../slideLayouts/slideLayout255.xml"/><Relationship Id="rId32" Type="http://schemas.openxmlformats.org/officeDocument/2006/relationships/slideLayout" Target="../slideLayouts/slideLayout263.xml"/><Relationship Id="rId37" Type="http://schemas.openxmlformats.org/officeDocument/2006/relationships/slideLayout" Target="../slideLayouts/slideLayout268.xml"/><Relationship Id="rId40" Type="http://schemas.openxmlformats.org/officeDocument/2006/relationships/slideLayout" Target="../slideLayouts/slideLayout271.xml"/><Relationship Id="rId45" Type="http://schemas.openxmlformats.org/officeDocument/2006/relationships/tags" Target="../tags/tag7.xml"/><Relationship Id="rId5" Type="http://schemas.openxmlformats.org/officeDocument/2006/relationships/slideLayout" Target="../slideLayouts/slideLayout236.xml"/><Relationship Id="rId15" Type="http://schemas.openxmlformats.org/officeDocument/2006/relationships/slideLayout" Target="../slideLayouts/slideLayout246.xml"/><Relationship Id="rId23" Type="http://schemas.openxmlformats.org/officeDocument/2006/relationships/slideLayout" Target="../slideLayouts/slideLayout254.xml"/><Relationship Id="rId28" Type="http://schemas.openxmlformats.org/officeDocument/2006/relationships/slideLayout" Target="../slideLayouts/slideLayout259.xml"/><Relationship Id="rId36" Type="http://schemas.openxmlformats.org/officeDocument/2006/relationships/slideLayout" Target="../slideLayouts/slideLayout267.xml"/><Relationship Id="rId10" Type="http://schemas.openxmlformats.org/officeDocument/2006/relationships/slideLayout" Target="../slideLayouts/slideLayout241.xml"/><Relationship Id="rId19" Type="http://schemas.openxmlformats.org/officeDocument/2006/relationships/slideLayout" Target="../slideLayouts/slideLayout250.xml"/><Relationship Id="rId31" Type="http://schemas.openxmlformats.org/officeDocument/2006/relationships/slideLayout" Target="../slideLayouts/slideLayout262.xml"/><Relationship Id="rId44" Type="http://schemas.openxmlformats.org/officeDocument/2006/relationships/theme" Target="../theme/theme7.xml"/><Relationship Id="rId4" Type="http://schemas.openxmlformats.org/officeDocument/2006/relationships/slideLayout" Target="../slideLayouts/slideLayout235.xml"/><Relationship Id="rId9" Type="http://schemas.openxmlformats.org/officeDocument/2006/relationships/slideLayout" Target="../slideLayouts/slideLayout240.xml"/><Relationship Id="rId14" Type="http://schemas.openxmlformats.org/officeDocument/2006/relationships/slideLayout" Target="../slideLayouts/slideLayout245.xml"/><Relationship Id="rId22" Type="http://schemas.openxmlformats.org/officeDocument/2006/relationships/slideLayout" Target="../slideLayouts/slideLayout253.xml"/><Relationship Id="rId27" Type="http://schemas.openxmlformats.org/officeDocument/2006/relationships/slideLayout" Target="../slideLayouts/slideLayout258.xml"/><Relationship Id="rId30" Type="http://schemas.openxmlformats.org/officeDocument/2006/relationships/slideLayout" Target="../slideLayouts/slideLayout261.xml"/><Relationship Id="rId35" Type="http://schemas.openxmlformats.org/officeDocument/2006/relationships/slideLayout" Target="../slideLayouts/slideLayout266.xml"/><Relationship Id="rId43" Type="http://schemas.openxmlformats.org/officeDocument/2006/relationships/slideLayout" Target="../slideLayouts/slideLayout274.xml"/><Relationship Id="rId8" Type="http://schemas.openxmlformats.org/officeDocument/2006/relationships/slideLayout" Target="../slideLayouts/slideLayout239.xml"/><Relationship Id="rId3" Type="http://schemas.openxmlformats.org/officeDocument/2006/relationships/slideLayout" Target="../slideLayouts/slideLayout234.xml"/><Relationship Id="rId12" Type="http://schemas.openxmlformats.org/officeDocument/2006/relationships/slideLayout" Target="../slideLayouts/slideLayout243.xml"/><Relationship Id="rId17" Type="http://schemas.openxmlformats.org/officeDocument/2006/relationships/slideLayout" Target="../slideLayouts/slideLayout248.xml"/><Relationship Id="rId25" Type="http://schemas.openxmlformats.org/officeDocument/2006/relationships/slideLayout" Target="../slideLayouts/slideLayout256.xml"/><Relationship Id="rId33" Type="http://schemas.openxmlformats.org/officeDocument/2006/relationships/slideLayout" Target="../slideLayouts/slideLayout264.xml"/><Relationship Id="rId38" Type="http://schemas.openxmlformats.org/officeDocument/2006/relationships/slideLayout" Target="../slideLayouts/slideLayout269.xml"/><Relationship Id="rId46" Type="http://schemas.openxmlformats.org/officeDocument/2006/relationships/oleObject" Target="../embeddings/oleObject7.bin"/><Relationship Id="rId20" Type="http://schemas.openxmlformats.org/officeDocument/2006/relationships/slideLayout" Target="../slideLayouts/slideLayout251.xml"/><Relationship Id="rId41" Type="http://schemas.openxmlformats.org/officeDocument/2006/relationships/slideLayout" Target="../slideLayouts/slideLayout2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22CEC1F-9F7D-42C6-B605-24B874E4F32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180835448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5" imgW="416" imgH="416" progId="TCLayout.ActiveDocument.1">
                  <p:embed/>
                </p:oleObj>
              </mc:Choice>
              <mc:Fallback>
                <p:oleObj name="think-cell Slide" r:id="rId45" imgW="416" imgH="41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22CEC1F-9F7D-42C6-B605-24B874E4F3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7929" y="530351"/>
            <a:ext cx="9667726" cy="7132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57929" y="1767532"/>
            <a:ext cx="11048829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20" name="Content Placeholder 8"/>
          <p:cNvSpPr txBox="1">
            <a:spLocks/>
          </p:cNvSpPr>
          <p:nvPr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118871-4A8C-4517-9A46-8863C34DC7FC}"/>
              </a:ext>
            </a:extLst>
          </p:cNvPr>
          <p:cNvSpPr txBox="1"/>
          <p:nvPr userDrawn="1"/>
        </p:nvSpPr>
        <p:spPr>
          <a:xfrm>
            <a:off x="859758" y="6425582"/>
            <a:ext cx="804881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>
                <a:solidFill>
                  <a:schemeClr val="tx2"/>
                </a:solidFill>
                <a:latin typeface="+mn-lt"/>
              </a:rPr>
              <a:t>©2025 CVS Health and/or one of its affiliates. Confidential and proprietary.</a:t>
            </a:r>
          </a:p>
        </p:txBody>
      </p:sp>
      <p:pic>
        <p:nvPicPr>
          <p:cNvPr id="14" name="Graphic 13" descr="CVS Health logo.">
            <a:extLst>
              <a:ext uri="{FF2B5EF4-FFF2-40B4-BE49-F238E27FC236}">
                <a16:creationId xmlns:a16="http://schemas.microsoft.com/office/drawing/2014/main" id="{E4ED132B-CD59-47A6-9E0F-74A5ED67C0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16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  <p:sldLayoutId id="2147483709" r:id="rId37"/>
    <p:sldLayoutId id="2147483710" r:id="rId38"/>
    <p:sldLayoutId id="2147483711" r:id="rId39"/>
    <p:sldLayoutId id="2147483712" r:id="rId40"/>
    <p:sldLayoutId id="2147483713" r:id="rId41"/>
    <p:sldLayoutId id="2147483714" r:id="rId42"/>
  </p:sldLayoutIdLst>
  <p:hf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fontAlgn="ctr" latinLnBrk="0" hangingPunct="1">
        <a:lnSpc>
          <a:spcPct val="100000"/>
        </a:lnSpc>
        <a:spcBef>
          <a:spcPts val="1800"/>
        </a:spcBef>
        <a:buClrTx/>
        <a:buFont typeface="Arial"/>
        <a:buNone/>
        <a:defRPr sz="13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171450" indent="-171450" algn="l" defTabSz="457200" rtl="0" eaLnBrk="1" fontAlgn="ctr" latinLnBrk="0" hangingPunct="1">
        <a:lnSpc>
          <a:spcPct val="100000"/>
        </a:lnSpc>
        <a:spcBef>
          <a:spcPts val="1200"/>
        </a:spcBef>
        <a:buClrTx/>
        <a:buFont typeface="Arial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2pPr>
      <a:lvl3pPr marL="342900" indent="-17145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CVS Health Sans"/>
        <a:buChar char="–"/>
        <a:defRPr sz="13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514350" indent="-17145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4pPr>
      <a:lvl5pPr marL="685800" indent="-17145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–"/>
        <a:defRPr sz="13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857250" indent="-17145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6pPr>
      <a:lvl7pPr marL="1028700" indent="-16510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–"/>
        <a:defRPr sz="1300" kern="1200">
          <a:solidFill>
            <a:schemeClr val="tx2"/>
          </a:solidFill>
          <a:latin typeface="+mn-lt"/>
          <a:ea typeface="+mn-ea"/>
          <a:cs typeface="+mn-cs"/>
        </a:defRPr>
      </a:lvl7pPr>
      <a:lvl8pPr marL="1206500" indent="-17780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8pPr>
      <a:lvl9pPr marL="1371600" indent="-16510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–"/>
        <a:defRPr sz="13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1pPr>
      <a:lvl2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2pPr>
      <a:lvl3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3pPr>
      <a:lvl4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4pPr>
      <a:lvl5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5pPr>
      <a:lvl6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6pPr>
      <a:lvl7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7pPr>
      <a:lvl8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8pPr>
      <a:lvl9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04">
          <p15:clr>
            <a:srgbClr val="F26B43"/>
          </p15:clr>
        </p15:guide>
        <p15:guide id="2" pos="362">
          <p15:clr>
            <a:srgbClr val="F26B43"/>
          </p15:clr>
        </p15:guide>
        <p15:guide id="3" pos="7319">
          <p15:clr>
            <a:srgbClr val="F26B43"/>
          </p15:clr>
        </p15:guide>
        <p15:guide id="4" orient="horz" pos="360">
          <p15:clr>
            <a:srgbClr val="F26B43"/>
          </p15:clr>
        </p15:guide>
        <p15:guide id="5" orient="horz" pos="3622">
          <p15:clr>
            <a:srgbClr val="F26B43"/>
          </p15:clr>
        </p15:guide>
        <p15:guide id="6" orient="horz" pos="411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C0A56EA-354C-B35D-C3D7-063D7A63A3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4032842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4" imgW="395" imgH="394" progId="TCLayout.ActiveDocument.1">
                  <p:embed/>
                </p:oleObj>
              </mc:Choice>
              <mc:Fallback>
                <p:oleObj name="think-cell Slide" r:id="rId44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0A56EA-354C-B35D-C3D7-063D7A63A3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7929" y="649224"/>
            <a:ext cx="9667726" cy="7132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57929" y="1773936"/>
            <a:ext cx="11048829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marL="342900" marR="0" lvl="2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Char char="–"/>
              <a:tabLst/>
              <a:defRPr/>
            </a:pPr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20" name="Content Placeholder 8"/>
          <p:cNvSpPr txBox="1">
            <a:spLocks/>
          </p:cNvSpPr>
          <p:nvPr userDrawn="1"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B9F1AC-7982-48A5-A9F4-F49F09D2E693}"/>
              </a:ext>
            </a:extLst>
          </p:cNvPr>
          <p:cNvSpPr txBox="1"/>
          <p:nvPr userDrawn="1"/>
        </p:nvSpPr>
        <p:spPr>
          <a:xfrm>
            <a:off x="859758" y="6425582"/>
            <a:ext cx="804881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 b="0">
                <a:solidFill>
                  <a:schemeClr val="tx2"/>
                </a:solidFill>
              </a:rPr>
              <a:t>©2024 CVS </a:t>
            </a:r>
            <a:r>
              <a:rPr lang="en-US" sz="800" b="0">
                <a:solidFill>
                  <a:schemeClr val="tx2"/>
                </a:solidFill>
                <a:latin typeface="+mn-lt"/>
              </a:rPr>
              <a:t>Health</a:t>
            </a:r>
            <a:r>
              <a:rPr lang="en-US" sz="800" b="0">
                <a:solidFill>
                  <a:schemeClr val="tx2"/>
                </a:solidFill>
              </a:rPr>
              <a:t> and/or one of its affiliates. Confidential and proprietary.</a:t>
            </a:r>
          </a:p>
        </p:txBody>
      </p:sp>
      <p:pic>
        <p:nvPicPr>
          <p:cNvPr id="14" name="Graphic 13" descr="CVS Health logo">
            <a:extLst>
              <a:ext uri="{FF2B5EF4-FFF2-40B4-BE49-F238E27FC236}">
                <a16:creationId xmlns:a16="http://schemas.microsoft.com/office/drawing/2014/main" id="{227358BE-2134-5C4A-824D-B02F786DC5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006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  <p:sldLayoutId id="2147483738" r:id="rId21"/>
    <p:sldLayoutId id="2147483739" r:id="rId22"/>
    <p:sldLayoutId id="2147483740" r:id="rId23"/>
    <p:sldLayoutId id="2147483741" r:id="rId24"/>
    <p:sldLayoutId id="2147483742" r:id="rId25"/>
    <p:sldLayoutId id="2147483743" r:id="rId26"/>
    <p:sldLayoutId id="2147483744" r:id="rId27"/>
    <p:sldLayoutId id="2147483745" r:id="rId28"/>
    <p:sldLayoutId id="2147483746" r:id="rId29"/>
    <p:sldLayoutId id="2147483747" r:id="rId30"/>
    <p:sldLayoutId id="2147483748" r:id="rId31"/>
    <p:sldLayoutId id="2147483749" r:id="rId32"/>
    <p:sldLayoutId id="2147483750" r:id="rId33"/>
    <p:sldLayoutId id="2147483751" r:id="rId34"/>
    <p:sldLayoutId id="2147483752" r:id="rId35"/>
    <p:sldLayoutId id="2147483753" r:id="rId36"/>
    <p:sldLayoutId id="2147483754" r:id="rId37"/>
    <p:sldLayoutId id="2147483755" r:id="rId38"/>
    <p:sldLayoutId id="2147483756" r:id="rId39"/>
    <p:sldLayoutId id="2147483757" r:id="rId40"/>
    <p:sldLayoutId id="2147483758" r:id="rId41"/>
  </p:sldLayoutIdLst>
  <p:hf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00000"/>
        </a:lnSpc>
        <a:spcBef>
          <a:spcPts val="1800"/>
        </a:spcBef>
        <a:buClrTx/>
        <a:buFont typeface="Arial"/>
        <a:buNone/>
        <a:defRPr sz="15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171450" indent="-171450" algn="l" defTabSz="457200" rtl="0" eaLnBrk="1" latinLnBrk="0" hangingPunct="1">
        <a:lnSpc>
          <a:spcPct val="100000"/>
        </a:lnSpc>
        <a:spcBef>
          <a:spcPts val="1200"/>
        </a:spcBef>
        <a:buClrTx/>
        <a:buFont typeface="Arial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2pPr>
      <a:lvl3pPr marL="171450" marR="0" indent="0" algn="l" defTabSz="4572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CVS Health Sans"/>
        <a:buNone/>
        <a:tabLst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514350" indent="-171450" algn="l" defTabSz="457200" rtl="0" eaLnBrk="1" latinLnBrk="0" hangingPunct="1">
        <a:lnSpc>
          <a:spcPct val="100000"/>
        </a:lnSpc>
        <a:spcBef>
          <a:spcPts val="600"/>
        </a:spcBef>
        <a:buClrTx/>
        <a:buFont typeface="Arial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4pPr>
      <a:lvl5pPr marL="682625" indent="-168275" algn="l" defTabSz="4572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–"/>
        <a:defRPr sz="1500" kern="1200">
          <a:solidFill>
            <a:schemeClr val="tx2"/>
          </a:solidFill>
          <a:latin typeface="+mn-lt"/>
          <a:ea typeface="+mn-ea"/>
          <a:cs typeface="+mn-cs"/>
        </a:defRPr>
      </a:lvl5pPr>
      <a:lvl6pPr marL="857250" indent="-174625" algn="l" defTabSz="4572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1030288" indent="-173038" algn="l" defTabSz="4572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1203325" indent="-173038" algn="l" defTabSz="457200" rtl="0" eaLnBrk="1" latinLnBrk="0" hangingPunct="1">
        <a:lnSpc>
          <a:spcPct val="100000"/>
        </a:lnSpc>
        <a:spcBef>
          <a:spcPts val="600"/>
        </a:spcBef>
        <a:buFont typeface="Arial"/>
        <a:buChar char="•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1377950" indent="-174625" algn="l" defTabSz="4572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1pPr>
      <a:lvl2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2pPr>
      <a:lvl3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3pPr>
      <a:lvl4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4pPr>
      <a:lvl5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5pPr>
      <a:lvl6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6pPr>
      <a:lvl7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7pPr>
      <a:lvl8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8pPr>
      <a:lvl9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59">
          <p15:clr>
            <a:srgbClr val="F26B43"/>
          </p15:clr>
        </p15:guide>
        <p15:guide id="2" pos="7319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orient="horz" pos="4112">
          <p15:clr>
            <a:srgbClr val="F26B43"/>
          </p15:clr>
        </p15:guide>
        <p15:guide id="5" orient="horz" pos="1116">
          <p15:clr>
            <a:srgbClr val="F26B43"/>
          </p15:clr>
        </p15:guide>
        <p15:guide id="6" orient="horz" pos="362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188F1C0-6D71-1292-753C-BF1518FEB106}"/>
              </a:ext>
            </a:extLst>
          </p:cNvPr>
          <p:cNvGraphicFramePr>
            <a:graphicFrameLocks noChangeAspect="1"/>
          </p:cNvGraphicFramePr>
          <p:nvPr>
            <p:custDataLst>
              <p:tags r:id="rId44"/>
            </p:custData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6" imgW="359" imgH="360" progId="TCLayout.ActiveDocument.1">
                  <p:embed/>
                </p:oleObj>
              </mc:Choice>
              <mc:Fallback>
                <p:oleObj name="think-cell Slide" r:id="rId46" imgW="359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188F1C0-6D71-1292-753C-BF1518FEB1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7929" y="530351"/>
            <a:ext cx="9667726" cy="7132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57929" y="1767532"/>
            <a:ext cx="11048829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20" name="Content Placeholder 8"/>
          <p:cNvSpPr txBox="1">
            <a:spLocks/>
          </p:cNvSpPr>
          <p:nvPr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118871-4A8C-4517-9A46-8863C34DC7FC}"/>
              </a:ext>
            </a:extLst>
          </p:cNvPr>
          <p:cNvSpPr txBox="1"/>
          <p:nvPr/>
        </p:nvSpPr>
        <p:spPr>
          <a:xfrm>
            <a:off x="859758" y="6425582"/>
            <a:ext cx="804881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>
                <a:solidFill>
                  <a:schemeClr val="tx2"/>
                </a:solidFill>
                <a:latin typeface="+mn-lt"/>
              </a:rPr>
              <a:t>©2023 CVS Health and/or one of its affiliates. Confidential and proprietary.</a:t>
            </a:r>
          </a:p>
        </p:txBody>
      </p:sp>
      <p:pic>
        <p:nvPicPr>
          <p:cNvPr id="14" name="Graphic 13" descr="CVS Health logo.">
            <a:extLst>
              <a:ext uri="{FF2B5EF4-FFF2-40B4-BE49-F238E27FC236}">
                <a16:creationId xmlns:a16="http://schemas.microsoft.com/office/drawing/2014/main" id="{E4ED132B-CD59-47A6-9E0F-74A5ED67C0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C4FCB28A-7231-492E-A8B4-98081AEC36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5"/>
            </p:custData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9" imgW="338" imgH="338" progId="TCLayout.ActiveDocument.1">
                  <p:embed/>
                </p:oleObj>
              </mc:Choice>
              <mc:Fallback>
                <p:oleObj name="think-cell Slide" r:id="rId49" imgW="338" imgH="33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C4FCB28A-7231-492E-A8B4-98081AEC36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0471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  <p:sldLayoutId id="2147483777" r:id="rId18"/>
    <p:sldLayoutId id="2147483778" r:id="rId19"/>
    <p:sldLayoutId id="2147483779" r:id="rId20"/>
    <p:sldLayoutId id="2147483780" r:id="rId21"/>
    <p:sldLayoutId id="2147483781" r:id="rId22"/>
    <p:sldLayoutId id="2147483782" r:id="rId23"/>
    <p:sldLayoutId id="2147483783" r:id="rId24"/>
    <p:sldLayoutId id="2147483784" r:id="rId25"/>
    <p:sldLayoutId id="2147483785" r:id="rId26"/>
    <p:sldLayoutId id="2147483786" r:id="rId27"/>
    <p:sldLayoutId id="2147483787" r:id="rId28"/>
    <p:sldLayoutId id="2147483788" r:id="rId29"/>
    <p:sldLayoutId id="2147483789" r:id="rId30"/>
    <p:sldLayoutId id="2147483790" r:id="rId31"/>
    <p:sldLayoutId id="2147483791" r:id="rId32"/>
    <p:sldLayoutId id="2147483792" r:id="rId33"/>
    <p:sldLayoutId id="2147483793" r:id="rId34"/>
    <p:sldLayoutId id="2147483794" r:id="rId35"/>
    <p:sldLayoutId id="2147483795" r:id="rId36"/>
    <p:sldLayoutId id="2147483796" r:id="rId37"/>
    <p:sldLayoutId id="2147483797" r:id="rId38"/>
    <p:sldLayoutId id="2147483798" r:id="rId39"/>
    <p:sldLayoutId id="2147483799" r:id="rId40"/>
    <p:sldLayoutId id="2147483800" r:id="rId41"/>
    <p:sldLayoutId id="2147483801" r:id="rId42"/>
  </p:sldLayoutIdLst>
  <p:hf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fontAlgn="ctr" latinLnBrk="0" hangingPunct="1">
        <a:lnSpc>
          <a:spcPct val="100000"/>
        </a:lnSpc>
        <a:spcBef>
          <a:spcPts val="1800"/>
        </a:spcBef>
        <a:buClrTx/>
        <a:buFont typeface="Arial"/>
        <a:buNone/>
        <a:defRPr sz="13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171450" indent="-171450" algn="l" defTabSz="457200" rtl="0" eaLnBrk="1" fontAlgn="ctr" latinLnBrk="0" hangingPunct="1">
        <a:lnSpc>
          <a:spcPct val="100000"/>
        </a:lnSpc>
        <a:spcBef>
          <a:spcPts val="1200"/>
        </a:spcBef>
        <a:buClrTx/>
        <a:buFont typeface="Arial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2pPr>
      <a:lvl3pPr marL="342900" indent="-17145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CVS Health Sans"/>
        <a:buChar char="–"/>
        <a:defRPr sz="13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514350" indent="-17145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4pPr>
      <a:lvl5pPr marL="685800" indent="-17145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–"/>
        <a:defRPr sz="13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857250" indent="-17145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6pPr>
      <a:lvl7pPr marL="1028700" indent="-16510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–"/>
        <a:defRPr sz="1300" kern="1200">
          <a:solidFill>
            <a:schemeClr val="tx2"/>
          </a:solidFill>
          <a:latin typeface="+mn-lt"/>
          <a:ea typeface="+mn-ea"/>
          <a:cs typeface="+mn-cs"/>
        </a:defRPr>
      </a:lvl7pPr>
      <a:lvl8pPr marL="1206500" indent="-17780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8pPr>
      <a:lvl9pPr marL="1371600" indent="-16510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–"/>
        <a:defRPr sz="13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1pPr>
      <a:lvl2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2pPr>
      <a:lvl3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3pPr>
      <a:lvl4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4pPr>
      <a:lvl5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5pPr>
      <a:lvl6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6pPr>
      <a:lvl7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7pPr>
      <a:lvl8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8pPr>
      <a:lvl9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04">
          <p15:clr>
            <a:srgbClr val="F26B43"/>
          </p15:clr>
        </p15:guide>
        <p15:guide id="2" pos="362">
          <p15:clr>
            <a:srgbClr val="F26B43"/>
          </p15:clr>
        </p15:guide>
        <p15:guide id="3" pos="7321">
          <p15:clr>
            <a:srgbClr val="F26B43"/>
          </p15:clr>
        </p15:guide>
        <p15:guide id="4" orient="horz" pos="360">
          <p15:clr>
            <a:srgbClr val="F26B43"/>
          </p15:clr>
        </p15:guide>
        <p15:guide id="5" orient="horz" pos="3622">
          <p15:clr>
            <a:srgbClr val="F26B43"/>
          </p15:clr>
        </p15:guide>
        <p15:guide id="6" orient="horz" pos="41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C6BF7AE-23FC-CB38-BA8E-F814A83BDE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27293379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395" imgH="394" progId="TCLayout.ActiveDocument.1">
                  <p:embed/>
                </p:oleObj>
              </mc:Choice>
              <mc:Fallback>
                <p:oleObj name="think-cell Slide" r:id="rId25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C6BF7AE-23FC-CB38-BA8E-F814A83BDE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7929" y="649224"/>
            <a:ext cx="9667726" cy="7132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57929" y="1773936"/>
            <a:ext cx="11048829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marL="342900" marR="0" lvl="2" indent="-1714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CVS Health Sans"/>
              <a:buChar char="–"/>
              <a:tabLst/>
              <a:defRPr/>
            </a:pPr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20" name="Content Placeholder 8"/>
          <p:cNvSpPr txBox="1">
            <a:spLocks/>
          </p:cNvSpPr>
          <p:nvPr userDrawn="1"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B9F1AC-7982-48A5-A9F4-F49F09D2E693}"/>
              </a:ext>
            </a:extLst>
          </p:cNvPr>
          <p:cNvSpPr txBox="1"/>
          <p:nvPr userDrawn="1"/>
        </p:nvSpPr>
        <p:spPr>
          <a:xfrm>
            <a:off x="859758" y="6425582"/>
            <a:ext cx="804881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 b="0">
                <a:solidFill>
                  <a:schemeClr val="tx2"/>
                </a:solidFill>
              </a:rPr>
              <a:t>©2025 CVS </a:t>
            </a:r>
            <a:r>
              <a:rPr lang="en-US" sz="800" b="0">
                <a:solidFill>
                  <a:schemeClr val="tx2"/>
                </a:solidFill>
                <a:latin typeface="+mn-lt"/>
              </a:rPr>
              <a:t>Health</a:t>
            </a:r>
            <a:r>
              <a:rPr lang="en-US" sz="800" b="0">
                <a:solidFill>
                  <a:schemeClr val="tx2"/>
                </a:solidFill>
              </a:rPr>
              <a:t> and/or one of its affiliates. Confidential and proprietary.</a:t>
            </a:r>
          </a:p>
        </p:txBody>
      </p:sp>
      <p:pic>
        <p:nvPicPr>
          <p:cNvPr id="14" name="Graphic 13" descr="CVS Health logo">
            <a:extLst>
              <a:ext uri="{FF2B5EF4-FFF2-40B4-BE49-F238E27FC236}">
                <a16:creationId xmlns:a16="http://schemas.microsoft.com/office/drawing/2014/main" id="{227358BE-2134-5C4A-824D-B02F786DC5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6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  <p:sldLayoutId id="2147483820" r:id="rId18"/>
    <p:sldLayoutId id="2147483821" r:id="rId19"/>
    <p:sldLayoutId id="2147483822" r:id="rId20"/>
    <p:sldLayoutId id="2147483823" r:id="rId21"/>
    <p:sldLayoutId id="2147483824" r:id="rId22"/>
  </p:sldLayoutIdLst>
  <p:hf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2"/>
          </a:solidFill>
          <a:latin typeface="CVS Health Sans Medium" panose="020B0504020202020204" pitchFamily="34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00000"/>
        </a:lnSpc>
        <a:spcBef>
          <a:spcPts val="1800"/>
        </a:spcBef>
        <a:buClrTx/>
        <a:buFont typeface="Arial"/>
        <a:buNone/>
        <a:defRPr sz="15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171450" indent="-171450" algn="l" defTabSz="457200" rtl="0" eaLnBrk="1" latinLnBrk="0" hangingPunct="1">
        <a:lnSpc>
          <a:spcPct val="100000"/>
        </a:lnSpc>
        <a:spcBef>
          <a:spcPts val="1200"/>
        </a:spcBef>
        <a:buClrTx/>
        <a:buFont typeface="Arial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2pPr>
      <a:lvl3pPr marL="171450" marR="0" indent="0" algn="l" defTabSz="4572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CVS Health Sans"/>
        <a:buNone/>
        <a:tabLst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514350" indent="-171450" algn="l" defTabSz="457200" rtl="0" eaLnBrk="1" latinLnBrk="0" hangingPunct="1">
        <a:lnSpc>
          <a:spcPct val="100000"/>
        </a:lnSpc>
        <a:spcBef>
          <a:spcPts val="600"/>
        </a:spcBef>
        <a:buClrTx/>
        <a:buFont typeface="Arial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4pPr>
      <a:lvl5pPr marL="682625" indent="-168275" algn="l" defTabSz="4572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–"/>
        <a:defRPr sz="1500" kern="1200">
          <a:solidFill>
            <a:schemeClr val="tx2"/>
          </a:solidFill>
          <a:latin typeface="+mn-lt"/>
          <a:ea typeface="+mn-ea"/>
          <a:cs typeface="+mn-cs"/>
        </a:defRPr>
      </a:lvl5pPr>
      <a:lvl6pPr marL="857250" indent="-174625" algn="l" defTabSz="4572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1030288" indent="-173038" algn="l" defTabSz="4572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1203325" indent="-173038" algn="l" defTabSz="457200" rtl="0" eaLnBrk="1" latinLnBrk="0" hangingPunct="1">
        <a:lnSpc>
          <a:spcPct val="100000"/>
        </a:lnSpc>
        <a:spcBef>
          <a:spcPts val="600"/>
        </a:spcBef>
        <a:buFont typeface="Arial"/>
        <a:buChar char="•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1377950" indent="-174625" algn="l" defTabSz="4572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1pPr>
      <a:lvl2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2pPr>
      <a:lvl3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3pPr>
      <a:lvl4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4pPr>
      <a:lvl5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5pPr>
      <a:lvl6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6pPr>
      <a:lvl7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7pPr>
      <a:lvl8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8pPr>
      <a:lvl9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59">
          <p15:clr>
            <a:srgbClr val="F26B43"/>
          </p15:clr>
        </p15:guide>
        <p15:guide id="2" pos="7319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orient="horz" pos="4112">
          <p15:clr>
            <a:srgbClr val="F26B43"/>
          </p15:clr>
        </p15:guide>
        <p15:guide id="5" orient="horz" pos="1116">
          <p15:clr>
            <a:srgbClr val="F26B43"/>
          </p15:clr>
        </p15:guide>
        <p15:guide id="6" orient="horz" pos="362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954CA36-C188-F0E9-8974-767DC78E68F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12076081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5" imgW="395" imgH="394" progId="TCLayout.ActiveDocument.1">
                  <p:embed/>
                </p:oleObj>
              </mc:Choice>
              <mc:Fallback>
                <p:oleObj name="think-cell Slide" r:id="rId45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54CA36-C188-F0E9-8974-767DC78E68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7929" y="530351"/>
            <a:ext cx="9667726" cy="7132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57929" y="1767532"/>
            <a:ext cx="11048829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20" name="Content Placeholder 8"/>
          <p:cNvSpPr txBox="1">
            <a:spLocks/>
          </p:cNvSpPr>
          <p:nvPr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118871-4A8C-4517-9A46-8863C34DC7FC}"/>
              </a:ext>
            </a:extLst>
          </p:cNvPr>
          <p:cNvSpPr txBox="1"/>
          <p:nvPr userDrawn="1"/>
        </p:nvSpPr>
        <p:spPr>
          <a:xfrm>
            <a:off x="859758" y="6425582"/>
            <a:ext cx="804881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>
                <a:solidFill>
                  <a:schemeClr val="tx2"/>
                </a:solidFill>
                <a:latin typeface="+mn-lt"/>
              </a:rPr>
              <a:t>©2026 CVS Health and/or one of its affiliates. Confidential and proprietary.</a:t>
            </a:r>
          </a:p>
        </p:txBody>
      </p:sp>
      <p:pic>
        <p:nvPicPr>
          <p:cNvPr id="14" name="Graphic 13" descr="CVS Health logo.">
            <a:extLst>
              <a:ext uri="{FF2B5EF4-FFF2-40B4-BE49-F238E27FC236}">
                <a16:creationId xmlns:a16="http://schemas.microsoft.com/office/drawing/2014/main" id="{E4ED132B-CD59-47A6-9E0F-74A5ED67C0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58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  <p:sldLayoutId id="2147483841" r:id="rId16"/>
    <p:sldLayoutId id="2147483842" r:id="rId17"/>
    <p:sldLayoutId id="2147483843" r:id="rId18"/>
    <p:sldLayoutId id="2147483844" r:id="rId19"/>
    <p:sldLayoutId id="2147483845" r:id="rId20"/>
    <p:sldLayoutId id="2147483846" r:id="rId21"/>
    <p:sldLayoutId id="2147483847" r:id="rId22"/>
    <p:sldLayoutId id="2147483848" r:id="rId23"/>
    <p:sldLayoutId id="2147483849" r:id="rId24"/>
    <p:sldLayoutId id="2147483850" r:id="rId25"/>
    <p:sldLayoutId id="2147483851" r:id="rId26"/>
    <p:sldLayoutId id="2147483852" r:id="rId27"/>
    <p:sldLayoutId id="2147483853" r:id="rId28"/>
    <p:sldLayoutId id="2147483854" r:id="rId29"/>
    <p:sldLayoutId id="2147483855" r:id="rId30"/>
    <p:sldLayoutId id="2147483856" r:id="rId31"/>
    <p:sldLayoutId id="2147483857" r:id="rId32"/>
    <p:sldLayoutId id="2147483858" r:id="rId33"/>
    <p:sldLayoutId id="2147483859" r:id="rId34"/>
    <p:sldLayoutId id="2147483860" r:id="rId35"/>
    <p:sldLayoutId id="2147483861" r:id="rId36"/>
    <p:sldLayoutId id="2147483862" r:id="rId37"/>
    <p:sldLayoutId id="2147483863" r:id="rId38"/>
    <p:sldLayoutId id="2147483864" r:id="rId39"/>
    <p:sldLayoutId id="2147483865" r:id="rId40"/>
    <p:sldLayoutId id="2147483866" r:id="rId41"/>
    <p:sldLayoutId id="2147483867" r:id="rId42"/>
  </p:sldLayoutIdLst>
  <p:hf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fontAlgn="ctr" latinLnBrk="0" hangingPunct="1">
        <a:lnSpc>
          <a:spcPct val="100000"/>
        </a:lnSpc>
        <a:spcBef>
          <a:spcPts val="1800"/>
        </a:spcBef>
        <a:buClrTx/>
        <a:buFont typeface="Arial"/>
        <a:buNone/>
        <a:defRPr sz="13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171450" indent="-171450" algn="l" defTabSz="457200" rtl="0" eaLnBrk="1" fontAlgn="ctr" latinLnBrk="0" hangingPunct="1">
        <a:lnSpc>
          <a:spcPct val="100000"/>
        </a:lnSpc>
        <a:spcBef>
          <a:spcPts val="1200"/>
        </a:spcBef>
        <a:buClrTx/>
        <a:buFont typeface="Arial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2pPr>
      <a:lvl3pPr marL="342900" indent="-17145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CVS Health Sans"/>
        <a:buChar char="–"/>
        <a:defRPr sz="13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514350" indent="-17145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4pPr>
      <a:lvl5pPr marL="685800" indent="-17145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–"/>
        <a:defRPr sz="13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857250" indent="-17145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6pPr>
      <a:lvl7pPr marL="1028700" indent="-16510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–"/>
        <a:defRPr sz="1300" kern="1200">
          <a:solidFill>
            <a:schemeClr val="tx2"/>
          </a:solidFill>
          <a:latin typeface="+mn-lt"/>
          <a:ea typeface="+mn-ea"/>
          <a:cs typeface="+mn-cs"/>
        </a:defRPr>
      </a:lvl7pPr>
      <a:lvl8pPr marL="1206500" indent="-17780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8pPr>
      <a:lvl9pPr marL="1371600" indent="-16510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–"/>
        <a:defRPr sz="13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1pPr>
      <a:lvl2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2pPr>
      <a:lvl3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3pPr>
      <a:lvl4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4pPr>
      <a:lvl5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5pPr>
      <a:lvl6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6pPr>
      <a:lvl7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7pPr>
      <a:lvl8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8pPr>
      <a:lvl9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04">
          <p15:clr>
            <a:srgbClr val="F26B43"/>
          </p15:clr>
        </p15:guide>
        <p15:guide id="2" pos="362">
          <p15:clr>
            <a:srgbClr val="F26B43"/>
          </p15:clr>
        </p15:guide>
        <p15:guide id="3" pos="7319">
          <p15:clr>
            <a:srgbClr val="F26B43"/>
          </p15:clr>
        </p15:guide>
        <p15:guide id="4" orient="horz" pos="360">
          <p15:clr>
            <a:srgbClr val="F26B43"/>
          </p15:clr>
        </p15:guide>
        <p15:guide id="5" orient="horz" pos="3622">
          <p15:clr>
            <a:srgbClr val="F26B43"/>
          </p15:clr>
        </p15:guide>
        <p15:guide id="6" orient="horz" pos="4116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7929" y="530351"/>
            <a:ext cx="9667726" cy="7132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57929" y="1767532"/>
            <a:ext cx="11048829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20" name="Content Placeholder 8"/>
          <p:cNvSpPr txBox="1">
            <a:spLocks/>
          </p:cNvSpPr>
          <p:nvPr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CVS Health Sans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118871-4A8C-4517-9A46-8863C34DC7FC}"/>
              </a:ext>
            </a:extLst>
          </p:cNvPr>
          <p:cNvSpPr txBox="1"/>
          <p:nvPr userDrawn="1"/>
        </p:nvSpPr>
        <p:spPr>
          <a:xfrm>
            <a:off x="859758" y="6425582"/>
            <a:ext cx="804881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>
                <a:solidFill>
                  <a:schemeClr val="tx2"/>
                </a:solidFill>
                <a:latin typeface="+mn-lt"/>
              </a:rPr>
              <a:t>©2025 CVS Health and/or one of its affiliates. Confidential and proprietary.</a:t>
            </a:r>
          </a:p>
        </p:txBody>
      </p:sp>
      <p:pic>
        <p:nvPicPr>
          <p:cNvPr id="14" name="Graphic 13" descr="CVS Health logo.">
            <a:extLst>
              <a:ext uri="{FF2B5EF4-FFF2-40B4-BE49-F238E27FC236}">
                <a16:creationId xmlns:a16="http://schemas.microsoft.com/office/drawing/2014/main" id="{E4ED132B-CD59-47A6-9E0F-74A5ED67C0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0353705" y="6373368"/>
            <a:ext cx="1274145" cy="1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838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  <p:sldLayoutId id="2147483887" r:id="rId19"/>
    <p:sldLayoutId id="2147483888" r:id="rId20"/>
    <p:sldLayoutId id="2147483889" r:id="rId21"/>
    <p:sldLayoutId id="2147483890" r:id="rId22"/>
    <p:sldLayoutId id="2147483891" r:id="rId23"/>
    <p:sldLayoutId id="2147483892" r:id="rId24"/>
    <p:sldLayoutId id="2147483893" r:id="rId25"/>
    <p:sldLayoutId id="2147483894" r:id="rId26"/>
    <p:sldLayoutId id="2147483895" r:id="rId27"/>
    <p:sldLayoutId id="2147483896" r:id="rId28"/>
    <p:sldLayoutId id="2147483897" r:id="rId29"/>
    <p:sldLayoutId id="2147483898" r:id="rId30"/>
    <p:sldLayoutId id="2147483899" r:id="rId31"/>
    <p:sldLayoutId id="2147483900" r:id="rId32"/>
    <p:sldLayoutId id="2147483901" r:id="rId33"/>
    <p:sldLayoutId id="2147483902" r:id="rId34"/>
    <p:sldLayoutId id="2147483903" r:id="rId35"/>
    <p:sldLayoutId id="2147483904" r:id="rId36"/>
    <p:sldLayoutId id="2147483905" r:id="rId37"/>
    <p:sldLayoutId id="2147483906" r:id="rId38"/>
    <p:sldLayoutId id="2147483907" r:id="rId39"/>
    <p:sldLayoutId id="2147483908" r:id="rId40"/>
    <p:sldLayoutId id="2147483909" r:id="rId41"/>
    <p:sldLayoutId id="2147483910" r:id="rId42"/>
  </p:sldLayoutIdLst>
  <p:hf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fontAlgn="ctr" latinLnBrk="0" hangingPunct="1">
        <a:lnSpc>
          <a:spcPct val="100000"/>
        </a:lnSpc>
        <a:spcBef>
          <a:spcPts val="1800"/>
        </a:spcBef>
        <a:buClrTx/>
        <a:buFont typeface="Arial"/>
        <a:buNone/>
        <a:defRPr sz="13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171450" indent="-171450" algn="l" defTabSz="457200" rtl="0" eaLnBrk="1" fontAlgn="ctr" latinLnBrk="0" hangingPunct="1">
        <a:lnSpc>
          <a:spcPct val="100000"/>
        </a:lnSpc>
        <a:spcBef>
          <a:spcPts val="1200"/>
        </a:spcBef>
        <a:buClrTx/>
        <a:buFont typeface="Arial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2pPr>
      <a:lvl3pPr marL="342900" indent="-17145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CVS Health Sans"/>
        <a:buChar char="–"/>
        <a:defRPr sz="13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514350" indent="-17145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4pPr>
      <a:lvl5pPr marL="685800" indent="-17145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–"/>
        <a:defRPr sz="13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857250" indent="-17145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6pPr>
      <a:lvl7pPr marL="1028700" indent="-16510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–"/>
        <a:defRPr sz="1300" kern="1200">
          <a:solidFill>
            <a:schemeClr val="tx2"/>
          </a:solidFill>
          <a:latin typeface="+mn-lt"/>
          <a:ea typeface="+mn-ea"/>
          <a:cs typeface="+mn-cs"/>
        </a:defRPr>
      </a:lvl7pPr>
      <a:lvl8pPr marL="1206500" indent="-17780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8pPr>
      <a:lvl9pPr marL="1371600" indent="-165100" algn="l" defTabSz="457200" rtl="0" eaLnBrk="1" fontAlgn="ctr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–"/>
        <a:defRPr sz="13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1pPr>
      <a:lvl2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2pPr>
      <a:lvl3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3pPr>
      <a:lvl4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4pPr>
      <a:lvl5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5pPr>
      <a:lvl6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6pPr>
      <a:lvl7pPr marL="0" algn="l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7pPr>
      <a:lvl8pPr marL="0" algn="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8pPr>
      <a:lvl9pPr marL="0" algn="ctr" defTabSz="457200" rtl="0" eaLnBrk="1" fontAlgn="ctr" latinLnBrk="0" hangingPunct="1">
        <a:defRPr sz="1500" kern="15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04">
          <p15:clr>
            <a:srgbClr val="F26B43"/>
          </p15:clr>
        </p15:guide>
        <p15:guide id="2" pos="362">
          <p15:clr>
            <a:srgbClr val="F26B43"/>
          </p15:clr>
        </p15:guide>
        <p15:guide id="3" pos="7319">
          <p15:clr>
            <a:srgbClr val="F26B43"/>
          </p15:clr>
        </p15:guide>
        <p15:guide id="4" orient="horz" pos="360">
          <p15:clr>
            <a:srgbClr val="F26B43"/>
          </p15:clr>
        </p15:guide>
        <p15:guide id="5" orient="horz" pos="3622">
          <p15:clr>
            <a:srgbClr val="F26B43"/>
          </p15:clr>
        </p15:guide>
        <p15:guide id="6" orient="horz" pos="4116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ACD56BF-7D32-4F50-8ED1-7DD1B39A1FB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6" imgW="410" imgH="409" progId="TCLayout.ActiveDocument.1">
                  <p:embed/>
                </p:oleObj>
              </mc:Choice>
              <mc:Fallback>
                <p:oleObj name="think-cell Slide" r:id="rId46" imgW="410" imgH="40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ACD56BF-7D32-4F50-8ED1-7DD1B39A1F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7929" y="530351"/>
            <a:ext cx="9667726" cy="7132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57929" y="1767532"/>
            <a:ext cx="11048829" cy="3977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First-level bullet</a:t>
            </a:r>
          </a:p>
          <a:p>
            <a:pPr lvl="2"/>
            <a:r>
              <a:rPr lang="en-US"/>
              <a:t>Second-level bullet</a:t>
            </a:r>
          </a:p>
          <a:p>
            <a:pPr lvl="3"/>
            <a:r>
              <a:rPr lang="en-US"/>
              <a:t>Third-level bullet</a:t>
            </a:r>
          </a:p>
          <a:p>
            <a:pPr lvl="4"/>
            <a:r>
              <a:rPr lang="en-US"/>
              <a:t>Fourth-level bullet</a:t>
            </a:r>
          </a:p>
          <a:p>
            <a:pPr lvl="5"/>
            <a:r>
              <a:rPr lang="en-US"/>
              <a:t>Fifth-level bullet</a:t>
            </a:r>
          </a:p>
          <a:p>
            <a:pPr lvl="6"/>
            <a:r>
              <a:rPr lang="en-US"/>
              <a:t>Sixth-level bullet</a:t>
            </a:r>
          </a:p>
          <a:p>
            <a:pPr lvl="7"/>
            <a:r>
              <a:rPr lang="en-US"/>
              <a:t>Seventh-level bullet</a:t>
            </a:r>
          </a:p>
          <a:p>
            <a:pPr lvl="8"/>
            <a:r>
              <a:rPr lang="en-US"/>
              <a:t>Eighth-level bullet</a:t>
            </a:r>
          </a:p>
        </p:txBody>
      </p:sp>
      <p:sp>
        <p:nvSpPr>
          <p:cNvPr id="20" name="Content Placeholder 8"/>
          <p:cNvSpPr txBox="1">
            <a:spLocks/>
          </p:cNvSpPr>
          <p:nvPr/>
        </p:nvSpPr>
        <p:spPr>
          <a:xfrm>
            <a:off x="557930" y="6367487"/>
            <a:ext cx="352459" cy="228600"/>
          </a:xfrm>
          <a:prstGeom prst="rect">
            <a:avLst/>
          </a:prstGeom>
        </p:spPr>
        <p:txBody>
          <a:bodyPr lIns="0" rIns="0" anchor="ctr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Tx/>
              <a:buNone/>
              <a:tabLst>
                <a:tab pos="1201738" algn="l"/>
              </a:tabLst>
              <a:defRPr sz="800" b="0" i="0" kern="1200">
                <a:solidFill>
                  <a:schemeClr val="tx2"/>
                </a:solidFill>
                <a:latin typeface="Open Sans"/>
                <a:ea typeface="+mn-ea"/>
                <a:cs typeface="Open Sans"/>
              </a:defRPr>
            </a:lvl1pPr>
            <a:lvl2pPr marL="200025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2pPr>
            <a:lvl3pPr marL="398463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Lucida Grande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3pPr>
            <a:lvl4pPr marL="622300" indent="-200025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Arial" pitchFamily="34" charset="0"/>
              <a:buChar char="•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4pPr>
            <a:lvl5pPr marL="806450" indent="-182563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Tx/>
              <a:buFont typeface="Lucida Grande"/>
              <a:buChar char="−"/>
              <a:tabLst>
                <a:tab pos="1201738" algn="l"/>
              </a:tabLst>
              <a:defRPr sz="1600" b="0" i="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8743595-4496-5147-A886-7D133864DF76}" type="slidenum">
              <a:rPr lang="en-US" sz="1000" b="0" smtClean="0">
                <a:solidFill>
                  <a:schemeClr val="tx2"/>
                </a:solidFill>
                <a:latin typeface="CVS Health Sans Medium" panose="020B05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1000" b="0">
              <a:solidFill>
                <a:schemeClr val="tx2"/>
              </a:solidFill>
              <a:latin typeface="CVS Health Sans Medium" panose="020B05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4F02B14-26DC-47C5-BE74-75AB1C1533A3}"/>
              </a:ext>
            </a:extLst>
          </p:cNvPr>
          <p:cNvGrpSpPr>
            <a:grpSpLocks noChangeAspect="1"/>
          </p:cNvGrpSpPr>
          <p:nvPr/>
        </p:nvGrpSpPr>
        <p:grpSpPr>
          <a:xfrm>
            <a:off x="10355279" y="6373316"/>
            <a:ext cx="1279513" cy="157138"/>
            <a:chOff x="1011652" y="1504398"/>
            <a:chExt cx="10028238" cy="1231900"/>
          </a:xfrm>
          <a:solidFill>
            <a:schemeClr val="tx1"/>
          </a:solidFill>
        </p:grpSpPr>
        <p:sp>
          <p:nvSpPr>
            <p:cNvPr id="23" name="Freeform 4">
              <a:extLst>
                <a:ext uri="{FF2B5EF4-FFF2-40B4-BE49-F238E27FC236}">
                  <a16:creationId xmlns:a16="http://schemas.microsoft.com/office/drawing/2014/main" id="{C03C60BD-E208-4793-B163-0391E0673C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17027" y="1539323"/>
              <a:ext cx="4808538" cy="1189038"/>
            </a:xfrm>
            <a:custGeom>
              <a:avLst/>
              <a:gdLst>
                <a:gd name="T0" fmla="*/ 701 w 1134"/>
                <a:gd name="T1" fmla="*/ 273 h 278"/>
                <a:gd name="T2" fmla="*/ 675 w 1134"/>
                <a:gd name="T3" fmla="*/ 248 h 278"/>
                <a:gd name="T4" fmla="*/ 701 w 1134"/>
                <a:gd name="T5" fmla="*/ 109 h 278"/>
                <a:gd name="T6" fmla="*/ 645 w 1134"/>
                <a:gd name="T7" fmla="*/ 84 h 278"/>
                <a:gd name="T8" fmla="*/ 576 w 1134"/>
                <a:gd name="T9" fmla="*/ 79 h 278"/>
                <a:gd name="T10" fmla="*/ 576 w 1134"/>
                <a:gd name="T11" fmla="*/ 278 h 278"/>
                <a:gd name="T12" fmla="*/ 645 w 1134"/>
                <a:gd name="T13" fmla="*/ 273 h 278"/>
                <a:gd name="T14" fmla="*/ 426 w 1134"/>
                <a:gd name="T15" fmla="*/ 222 h 278"/>
                <a:gd name="T16" fmla="*/ 299 w 1134"/>
                <a:gd name="T17" fmla="*/ 189 h 278"/>
                <a:gd name="T18" fmla="*/ 461 w 1134"/>
                <a:gd name="T19" fmla="*/ 175 h 278"/>
                <a:gd name="T20" fmla="*/ 267 w 1134"/>
                <a:gd name="T21" fmla="*/ 178 h 278"/>
                <a:gd name="T22" fmla="*/ 456 w 1134"/>
                <a:gd name="T23" fmla="*/ 222 h 278"/>
                <a:gd name="T24" fmla="*/ 59 w 1134"/>
                <a:gd name="T25" fmla="*/ 25 h 278"/>
                <a:gd name="T26" fmla="*/ 86 w 1134"/>
                <a:gd name="T27" fmla="*/ 0 h 278"/>
                <a:gd name="T28" fmla="*/ 0 w 1134"/>
                <a:gd name="T29" fmla="*/ 25 h 278"/>
                <a:gd name="T30" fmla="*/ 27 w 1134"/>
                <a:gd name="T31" fmla="*/ 247 h 278"/>
                <a:gd name="T32" fmla="*/ 0 w 1134"/>
                <a:gd name="T33" fmla="*/ 273 h 278"/>
                <a:gd name="T34" fmla="*/ 86 w 1134"/>
                <a:gd name="T35" fmla="*/ 247 h 278"/>
                <a:gd name="T36" fmla="*/ 59 w 1134"/>
                <a:gd name="T37" fmla="*/ 138 h 278"/>
                <a:gd name="T38" fmla="*/ 196 w 1134"/>
                <a:gd name="T39" fmla="*/ 247 h 278"/>
                <a:gd name="T40" fmla="*/ 168 w 1134"/>
                <a:gd name="T41" fmla="*/ 273 h 278"/>
                <a:gd name="T42" fmla="*/ 255 w 1134"/>
                <a:gd name="T43" fmla="*/ 247 h 278"/>
                <a:gd name="T44" fmla="*/ 227 w 1134"/>
                <a:gd name="T45" fmla="*/ 25 h 278"/>
                <a:gd name="T46" fmla="*/ 255 w 1134"/>
                <a:gd name="T47" fmla="*/ 0 h 278"/>
                <a:gd name="T48" fmla="*/ 168 w 1134"/>
                <a:gd name="T49" fmla="*/ 25 h 278"/>
                <a:gd name="T50" fmla="*/ 196 w 1134"/>
                <a:gd name="T51" fmla="*/ 114 h 278"/>
                <a:gd name="T52" fmla="*/ 996 w 1134"/>
                <a:gd name="T53" fmla="*/ 248 h 278"/>
                <a:gd name="T54" fmla="*/ 971 w 1134"/>
                <a:gd name="T55" fmla="*/ 163 h 278"/>
                <a:gd name="T56" fmla="*/ 1078 w 1134"/>
                <a:gd name="T57" fmla="*/ 163 h 278"/>
                <a:gd name="T58" fmla="*/ 1053 w 1134"/>
                <a:gd name="T59" fmla="*/ 248 h 278"/>
                <a:gd name="T60" fmla="*/ 1134 w 1134"/>
                <a:gd name="T61" fmla="*/ 273 h 278"/>
                <a:gd name="T62" fmla="*/ 1109 w 1134"/>
                <a:gd name="T63" fmla="*/ 248 h 278"/>
                <a:gd name="T64" fmla="*/ 1030 w 1134"/>
                <a:gd name="T65" fmla="*/ 79 h 278"/>
                <a:gd name="T66" fmla="*/ 971 w 1134"/>
                <a:gd name="T67" fmla="*/ 0 h 278"/>
                <a:gd name="T68" fmla="*/ 915 w 1134"/>
                <a:gd name="T69" fmla="*/ 24 h 278"/>
                <a:gd name="T70" fmla="*/ 940 w 1134"/>
                <a:gd name="T71" fmla="*/ 248 h 278"/>
                <a:gd name="T72" fmla="*/ 915 w 1134"/>
                <a:gd name="T73" fmla="*/ 273 h 278"/>
                <a:gd name="T74" fmla="*/ 996 w 1134"/>
                <a:gd name="T75" fmla="*/ 248 h 278"/>
                <a:gd name="T76" fmla="*/ 580 w 1134"/>
                <a:gd name="T77" fmla="*/ 104 h 278"/>
                <a:gd name="T78" fmla="*/ 580 w 1134"/>
                <a:gd name="T79" fmla="*/ 252 h 278"/>
                <a:gd name="T80" fmla="*/ 366 w 1134"/>
                <a:gd name="T81" fmla="*/ 104 h 278"/>
                <a:gd name="T82" fmla="*/ 299 w 1134"/>
                <a:gd name="T83" fmla="*/ 164 h 278"/>
                <a:gd name="T84" fmla="*/ 859 w 1134"/>
                <a:gd name="T85" fmla="*/ 224 h 278"/>
                <a:gd name="T86" fmla="*/ 897 w 1134"/>
                <a:gd name="T87" fmla="*/ 109 h 278"/>
                <a:gd name="T88" fmla="*/ 859 w 1134"/>
                <a:gd name="T89" fmla="*/ 84 h 278"/>
                <a:gd name="T90" fmla="*/ 829 w 1134"/>
                <a:gd name="T91" fmla="*/ 36 h 278"/>
                <a:gd name="T92" fmla="*/ 799 w 1134"/>
                <a:gd name="T93" fmla="*/ 84 h 278"/>
                <a:gd name="T94" fmla="*/ 829 w 1134"/>
                <a:gd name="T95" fmla="*/ 109 h 278"/>
                <a:gd name="T96" fmla="*/ 879 w 1134"/>
                <a:gd name="T97" fmla="*/ 275 h 278"/>
                <a:gd name="T98" fmla="*/ 897 w 1134"/>
                <a:gd name="T99" fmla="*/ 248 h 278"/>
                <a:gd name="T100" fmla="*/ 859 w 1134"/>
                <a:gd name="T101" fmla="*/ 224 h 278"/>
                <a:gd name="T102" fmla="*/ 801 w 1134"/>
                <a:gd name="T103" fmla="*/ 273 h 278"/>
                <a:gd name="T104" fmla="*/ 787 w 1134"/>
                <a:gd name="T105" fmla="*/ 249 h 278"/>
                <a:gd name="T106" fmla="*/ 768 w 1134"/>
                <a:gd name="T107" fmla="*/ 0 h 278"/>
                <a:gd name="T108" fmla="*/ 712 w 1134"/>
                <a:gd name="T109" fmla="*/ 24 h 278"/>
                <a:gd name="T110" fmla="*/ 737 w 1134"/>
                <a:gd name="T111" fmla="*/ 224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34" h="278">
                  <a:moveTo>
                    <a:pt x="645" y="273"/>
                  </a:moveTo>
                  <a:cubicBezTo>
                    <a:pt x="701" y="273"/>
                    <a:pt x="701" y="273"/>
                    <a:pt x="701" y="273"/>
                  </a:cubicBezTo>
                  <a:cubicBezTo>
                    <a:pt x="701" y="248"/>
                    <a:pt x="701" y="248"/>
                    <a:pt x="701" y="248"/>
                  </a:cubicBezTo>
                  <a:cubicBezTo>
                    <a:pt x="675" y="248"/>
                    <a:pt x="675" y="248"/>
                    <a:pt x="675" y="248"/>
                  </a:cubicBezTo>
                  <a:cubicBezTo>
                    <a:pt x="675" y="109"/>
                    <a:pt x="675" y="109"/>
                    <a:pt x="675" y="109"/>
                  </a:cubicBezTo>
                  <a:cubicBezTo>
                    <a:pt x="701" y="109"/>
                    <a:pt x="701" y="109"/>
                    <a:pt x="701" y="109"/>
                  </a:cubicBezTo>
                  <a:cubicBezTo>
                    <a:pt x="701" y="84"/>
                    <a:pt x="701" y="84"/>
                    <a:pt x="701" y="84"/>
                  </a:cubicBezTo>
                  <a:cubicBezTo>
                    <a:pt x="645" y="84"/>
                    <a:pt x="645" y="84"/>
                    <a:pt x="645" y="84"/>
                  </a:cubicBezTo>
                  <a:cubicBezTo>
                    <a:pt x="645" y="112"/>
                    <a:pt x="645" y="112"/>
                    <a:pt x="645" y="112"/>
                  </a:cubicBezTo>
                  <a:cubicBezTo>
                    <a:pt x="629" y="91"/>
                    <a:pt x="605" y="79"/>
                    <a:pt x="576" y="79"/>
                  </a:cubicBezTo>
                  <a:cubicBezTo>
                    <a:pt x="523" y="79"/>
                    <a:pt x="483" y="122"/>
                    <a:pt x="483" y="178"/>
                  </a:cubicBezTo>
                  <a:cubicBezTo>
                    <a:pt x="483" y="235"/>
                    <a:pt x="523" y="278"/>
                    <a:pt x="576" y="278"/>
                  </a:cubicBezTo>
                  <a:cubicBezTo>
                    <a:pt x="605" y="278"/>
                    <a:pt x="629" y="265"/>
                    <a:pt x="645" y="245"/>
                  </a:cubicBezTo>
                  <a:lnTo>
                    <a:pt x="645" y="273"/>
                  </a:lnTo>
                  <a:close/>
                  <a:moveTo>
                    <a:pt x="456" y="222"/>
                  </a:moveTo>
                  <a:cubicBezTo>
                    <a:pt x="426" y="222"/>
                    <a:pt x="426" y="222"/>
                    <a:pt x="426" y="222"/>
                  </a:cubicBezTo>
                  <a:cubicBezTo>
                    <a:pt x="415" y="241"/>
                    <a:pt x="395" y="253"/>
                    <a:pt x="367" y="253"/>
                  </a:cubicBezTo>
                  <a:cubicBezTo>
                    <a:pt x="325" y="253"/>
                    <a:pt x="302" y="227"/>
                    <a:pt x="299" y="189"/>
                  </a:cubicBezTo>
                  <a:cubicBezTo>
                    <a:pt x="461" y="189"/>
                    <a:pt x="461" y="189"/>
                    <a:pt x="461" y="189"/>
                  </a:cubicBezTo>
                  <a:cubicBezTo>
                    <a:pt x="461" y="175"/>
                    <a:pt x="461" y="175"/>
                    <a:pt x="461" y="175"/>
                  </a:cubicBezTo>
                  <a:cubicBezTo>
                    <a:pt x="461" y="118"/>
                    <a:pt x="424" y="79"/>
                    <a:pt x="366" y="79"/>
                  </a:cubicBezTo>
                  <a:cubicBezTo>
                    <a:pt x="308" y="79"/>
                    <a:pt x="267" y="120"/>
                    <a:pt x="267" y="178"/>
                  </a:cubicBezTo>
                  <a:cubicBezTo>
                    <a:pt x="267" y="237"/>
                    <a:pt x="308" y="278"/>
                    <a:pt x="366" y="278"/>
                  </a:cubicBezTo>
                  <a:cubicBezTo>
                    <a:pt x="409" y="278"/>
                    <a:pt x="442" y="257"/>
                    <a:pt x="456" y="222"/>
                  </a:cubicBezTo>
                  <a:moveTo>
                    <a:pt x="59" y="114"/>
                  </a:moveTo>
                  <a:cubicBezTo>
                    <a:pt x="59" y="25"/>
                    <a:pt x="59" y="25"/>
                    <a:pt x="59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47"/>
                    <a:pt x="27" y="247"/>
                    <a:pt x="27" y="247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6" y="273"/>
                    <a:pt x="86" y="273"/>
                    <a:pt x="86" y="273"/>
                  </a:cubicBezTo>
                  <a:cubicBezTo>
                    <a:pt x="86" y="247"/>
                    <a:pt x="86" y="247"/>
                    <a:pt x="86" y="247"/>
                  </a:cubicBezTo>
                  <a:cubicBezTo>
                    <a:pt x="59" y="247"/>
                    <a:pt x="59" y="247"/>
                    <a:pt x="59" y="247"/>
                  </a:cubicBezTo>
                  <a:cubicBezTo>
                    <a:pt x="59" y="138"/>
                    <a:pt x="59" y="138"/>
                    <a:pt x="59" y="138"/>
                  </a:cubicBezTo>
                  <a:cubicBezTo>
                    <a:pt x="196" y="138"/>
                    <a:pt x="196" y="138"/>
                    <a:pt x="196" y="138"/>
                  </a:cubicBezTo>
                  <a:cubicBezTo>
                    <a:pt x="196" y="247"/>
                    <a:pt x="196" y="247"/>
                    <a:pt x="196" y="247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73"/>
                    <a:pt x="168" y="273"/>
                    <a:pt x="168" y="273"/>
                  </a:cubicBezTo>
                  <a:cubicBezTo>
                    <a:pt x="255" y="273"/>
                    <a:pt x="255" y="273"/>
                    <a:pt x="255" y="273"/>
                  </a:cubicBezTo>
                  <a:cubicBezTo>
                    <a:pt x="255" y="247"/>
                    <a:pt x="255" y="247"/>
                    <a:pt x="255" y="247"/>
                  </a:cubicBezTo>
                  <a:cubicBezTo>
                    <a:pt x="227" y="247"/>
                    <a:pt x="227" y="247"/>
                    <a:pt x="227" y="247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25"/>
                    <a:pt x="168" y="25"/>
                    <a:pt x="168" y="25"/>
                  </a:cubicBezTo>
                  <a:cubicBezTo>
                    <a:pt x="196" y="25"/>
                    <a:pt x="196" y="25"/>
                    <a:pt x="196" y="25"/>
                  </a:cubicBezTo>
                  <a:cubicBezTo>
                    <a:pt x="196" y="114"/>
                    <a:pt x="196" y="114"/>
                    <a:pt x="196" y="114"/>
                  </a:cubicBezTo>
                  <a:lnTo>
                    <a:pt x="59" y="114"/>
                  </a:lnTo>
                  <a:close/>
                  <a:moveTo>
                    <a:pt x="996" y="248"/>
                  </a:moveTo>
                  <a:cubicBezTo>
                    <a:pt x="971" y="248"/>
                    <a:pt x="971" y="248"/>
                    <a:pt x="971" y="248"/>
                  </a:cubicBezTo>
                  <a:cubicBezTo>
                    <a:pt x="971" y="163"/>
                    <a:pt x="971" y="163"/>
                    <a:pt x="971" y="163"/>
                  </a:cubicBezTo>
                  <a:cubicBezTo>
                    <a:pt x="971" y="124"/>
                    <a:pt x="991" y="104"/>
                    <a:pt x="1026" y="104"/>
                  </a:cubicBezTo>
                  <a:cubicBezTo>
                    <a:pt x="1058" y="104"/>
                    <a:pt x="1078" y="124"/>
                    <a:pt x="1078" y="163"/>
                  </a:cubicBezTo>
                  <a:cubicBezTo>
                    <a:pt x="1078" y="248"/>
                    <a:pt x="1078" y="248"/>
                    <a:pt x="1078" y="248"/>
                  </a:cubicBezTo>
                  <a:cubicBezTo>
                    <a:pt x="1053" y="248"/>
                    <a:pt x="1053" y="248"/>
                    <a:pt x="1053" y="248"/>
                  </a:cubicBezTo>
                  <a:cubicBezTo>
                    <a:pt x="1053" y="273"/>
                    <a:pt x="1053" y="273"/>
                    <a:pt x="1053" y="273"/>
                  </a:cubicBezTo>
                  <a:cubicBezTo>
                    <a:pt x="1134" y="273"/>
                    <a:pt x="1134" y="273"/>
                    <a:pt x="1134" y="273"/>
                  </a:cubicBezTo>
                  <a:cubicBezTo>
                    <a:pt x="1134" y="248"/>
                    <a:pt x="1134" y="248"/>
                    <a:pt x="1134" y="248"/>
                  </a:cubicBezTo>
                  <a:cubicBezTo>
                    <a:pt x="1109" y="248"/>
                    <a:pt x="1109" y="248"/>
                    <a:pt x="1109" y="248"/>
                  </a:cubicBezTo>
                  <a:cubicBezTo>
                    <a:pt x="1109" y="163"/>
                    <a:pt x="1109" y="163"/>
                    <a:pt x="1109" y="163"/>
                  </a:cubicBezTo>
                  <a:cubicBezTo>
                    <a:pt x="1109" y="117"/>
                    <a:pt x="1081" y="79"/>
                    <a:pt x="1030" y="79"/>
                  </a:cubicBezTo>
                  <a:cubicBezTo>
                    <a:pt x="1003" y="79"/>
                    <a:pt x="983" y="89"/>
                    <a:pt x="971" y="105"/>
                  </a:cubicBezTo>
                  <a:cubicBezTo>
                    <a:pt x="971" y="0"/>
                    <a:pt x="971" y="0"/>
                    <a:pt x="971" y="0"/>
                  </a:cubicBezTo>
                  <a:cubicBezTo>
                    <a:pt x="915" y="0"/>
                    <a:pt x="915" y="0"/>
                    <a:pt x="915" y="0"/>
                  </a:cubicBezTo>
                  <a:cubicBezTo>
                    <a:pt x="915" y="24"/>
                    <a:pt x="915" y="24"/>
                    <a:pt x="915" y="24"/>
                  </a:cubicBezTo>
                  <a:cubicBezTo>
                    <a:pt x="940" y="24"/>
                    <a:pt x="940" y="24"/>
                    <a:pt x="940" y="24"/>
                  </a:cubicBezTo>
                  <a:cubicBezTo>
                    <a:pt x="940" y="248"/>
                    <a:pt x="940" y="248"/>
                    <a:pt x="940" y="248"/>
                  </a:cubicBezTo>
                  <a:cubicBezTo>
                    <a:pt x="915" y="248"/>
                    <a:pt x="915" y="248"/>
                    <a:pt x="915" y="248"/>
                  </a:cubicBezTo>
                  <a:cubicBezTo>
                    <a:pt x="915" y="273"/>
                    <a:pt x="915" y="273"/>
                    <a:pt x="915" y="273"/>
                  </a:cubicBezTo>
                  <a:cubicBezTo>
                    <a:pt x="996" y="273"/>
                    <a:pt x="996" y="273"/>
                    <a:pt x="996" y="273"/>
                  </a:cubicBezTo>
                  <a:lnTo>
                    <a:pt x="996" y="248"/>
                  </a:lnTo>
                  <a:close/>
                  <a:moveTo>
                    <a:pt x="514" y="178"/>
                  </a:moveTo>
                  <a:cubicBezTo>
                    <a:pt x="514" y="135"/>
                    <a:pt x="542" y="104"/>
                    <a:pt x="580" y="104"/>
                  </a:cubicBezTo>
                  <a:cubicBezTo>
                    <a:pt x="619" y="104"/>
                    <a:pt x="646" y="136"/>
                    <a:pt x="646" y="178"/>
                  </a:cubicBezTo>
                  <a:cubicBezTo>
                    <a:pt x="646" y="221"/>
                    <a:pt x="619" y="252"/>
                    <a:pt x="580" y="252"/>
                  </a:cubicBezTo>
                  <a:cubicBezTo>
                    <a:pt x="542" y="252"/>
                    <a:pt x="514" y="221"/>
                    <a:pt x="514" y="178"/>
                  </a:cubicBezTo>
                  <a:moveTo>
                    <a:pt x="366" y="104"/>
                  </a:moveTo>
                  <a:cubicBezTo>
                    <a:pt x="406" y="104"/>
                    <a:pt x="427" y="133"/>
                    <a:pt x="430" y="164"/>
                  </a:cubicBezTo>
                  <a:cubicBezTo>
                    <a:pt x="299" y="164"/>
                    <a:pt x="299" y="164"/>
                    <a:pt x="299" y="164"/>
                  </a:cubicBezTo>
                  <a:cubicBezTo>
                    <a:pt x="302" y="130"/>
                    <a:pt x="326" y="104"/>
                    <a:pt x="366" y="104"/>
                  </a:cubicBezTo>
                  <a:moveTo>
                    <a:pt x="859" y="224"/>
                  </a:moveTo>
                  <a:cubicBezTo>
                    <a:pt x="859" y="109"/>
                    <a:pt x="859" y="109"/>
                    <a:pt x="859" y="109"/>
                  </a:cubicBezTo>
                  <a:cubicBezTo>
                    <a:pt x="897" y="109"/>
                    <a:pt x="897" y="109"/>
                    <a:pt x="897" y="109"/>
                  </a:cubicBezTo>
                  <a:cubicBezTo>
                    <a:pt x="897" y="84"/>
                    <a:pt x="897" y="84"/>
                    <a:pt x="897" y="84"/>
                  </a:cubicBezTo>
                  <a:cubicBezTo>
                    <a:pt x="859" y="84"/>
                    <a:pt x="859" y="84"/>
                    <a:pt x="859" y="84"/>
                  </a:cubicBezTo>
                  <a:cubicBezTo>
                    <a:pt x="859" y="36"/>
                    <a:pt x="859" y="36"/>
                    <a:pt x="859" y="36"/>
                  </a:cubicBezTo>
                  <a:cubicBezTo>
                    <a:pt x="829" y="36"/>
                    <a:pt x="829" y="36"/>
                    <a:pt x="829" y="36"/>
                  </a:cubicBezTo>
                  <a:cubicBezTo>
                    <a:pt x="829" y="84"/>
                    <a:pt x="829" y="84"/>
                    <a:pt x="829" y="84"/>
                  </a:cubicBezTo>
                  <a:cubicBezTo>
                    <a:pt x="799" y="84"/>
                    <a:pt x="799" y="84"/>
                    <a:pt x="799" y="84"/>
                  </a:cubicBezTo>
                  <a:cubicBezTo>
                    <a:pt x="799" y="109"/>
                    <a:pt x="799" y="109"/>
                    <a:pt x="799" y="109"/>
                  </a:cubicBezTo>
                  <a:cubicBezTo>
                    <a:pt x="829" y="109"/>
                    <a:pt x="829" y="109"/>
                    <a:pt x="829" y="109"/>
                  </a:cubicBezTo>
                  <a:cubicBezTo>
                    <a:pt x="829" y="225"/>
                    <a:pt x="829" y="225"/>
                    <a:pt x="829" y="225"/>
                  </a:cubicBezTo>
                  <a:cubicBezTo>
                    <a:pt x="829" y="259"/>
                    <a:pt x="844" y="275"/>
                    <a:pt x="879" y="275"/>
                  </a:cubicBezTo>
                  <a:cubicBezTo>
                    <a:pt x="884" y="275"/>
                    <a:pt x="893" y="274"/>
                    <a:pt x="897" y="273"/>
                  </a:cubicBezTo>
                  <a:cubicBezTo>
                    <a:pt x="897" y="248"/>
                    <a:pt x="897" y="248"/>
                    <a:pt x="897" y="248"/>
                  </a:cubicBezTo>
                  <a:cubicBezTo>
                    <a:pt x="892" y="249"/>
                    <a:pt x="886" y="249"/>
                    <a:pt x="882" y="249"/>
                  </a:cubicBezTo>
                  <a:cubicBezTo>
                    <a:pt x="866" y="249"/>
                    <a:pt x="859" y="244"/>
                    <a:pt x="859" y="224"/>
                  </a:cubicBezTo>
                  <a:moveTo>
                    <a:pt x="783" y="275"/>
                  </a:moveTo>
                  <a:cubicBezTo>
                    <a:pt x="789" y="275"/>
                    <a:pt x="797" y="274"/>
                    <a:pt x="801" y="273"/>
                  </a:cubicBezTo>
                  <a:cubicBezTo>
                    <a:pt x="801" y="248"/>
                    <a:pt x="801" y="248"/>
                    <a:pt x="801" y="248"/>
                  </a:cubicBezTo>
                  <a:cubicBezTo>
                    <a:pt x="795" y="249"/>
                    <a:pt x="791" y="249"/>
                    <a:pt x="787" y="249"/>
                  </a:cubicBezTo>
                  <a:cubicBezTo>
                    <a:pt x="774" y="249"/>
                    <a:pt x="768" y="243"/>
                    <a:pt x="768" y="222"/>
                  </a:cubicBezTo>
                  <a:cubicBezTo>
                    <a:pt x="768" y="0"/>
                    <a:pt x="768" y="0"/>
                    <a:pt x="768" y="0"/>
                  </a:cubicBezTo>
                  <a:cubicBezTo>
                    <a:pt x="712" y="0"/>
                    <a:pt x="712" y="0"/>
                    <a:pt x="712" y="0"/>
                  </a:cubicBezTo>
                  <a:cubicBezTo>
                    <a:pt x="712" y="24"/>
                    <a:pt x="712" y="24"/>
                    <a:pt x="712" y="24"/>
                  </a:cubicBezTo>
                  <a:cubicBezTo>
                    <a:pt x="737" y="24"/>
                    <a:pt x="737" y="24"/>
                    <a:pt x="737" y="24"/>
                  </a:cubicBezTo>
                  <a:cubicBezTo>
                    <a:pt x="737" y="224"/>
                    <a:pt x="737" y="224"/>
                    <a:pt x="737" y="224"/>
                  </a:cubicBezTo>
                  <a:cubicBezTo>
                    <a:pt x="737" y="257"/>
                    <a:pt x="751" y="275"/>
                    <a:pt x="783" y="27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EAC11C27-7E62-4B31-9680-B59D24D0A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7202" y="1504398"/>
              <a:ext cx="1030288" cy="1231900"/>
            </a:xfrm>
            <a:custGeom>
              <a:avLst/>
              <a:gdLst>
                <a:gd name="T0" fmla="*/ 85 w 243"/>
                <a:gd name="T1" fmla="*/ 195 h 288"/>
                <a:gd name="T2" fmla="*/ 125 w 243"/>
                <a:gd name="T3" fmla="*/ 223 h 288"/>
                <a:gd name="T4" fmla="*/ 158 w 243"/>
                <a:gd name="T5" fmla="*/ 203 h 288"/>
                <a:gd name="T6" fmla="*/ 110 w 243"/>
                <a:gd name="T7" fmla="*/ 176 h 288"/>
                <a:gd name="T8" fmla="*/ 36 w 243"/>
                <a:gd name="T9" fmla="*/ 150 h 288"/>
                <a:gd name="T10" fmla="*/ 5 w 243"/>
                <a:gd name="T11" fmla="*/ 87 h 288"/>
                <a:gd name="T12" fmla="*/ 119 w 243"/>
                <a:gd name="T13" fmla="*/ 0 h 288"/>
                <a:gd name="T14" fmla="*/ 236 w 243"/>
                <a:gd name="T15" fmla="*/ 86 h 288"/>
                <a:gd name="T16" fmla="*/ 153 w 243"/>
                <a:gd name="T17" fmla="*/ 86 h 288"/>
                <a:gd name="T18" fmla="*/ 118 w 243"/>
                <a:gd name="T19" fmla="*/ 62 h 288"/>
                <a:gd name="T20" fmla="*/ 90 w 243"/>
                <a:gd name="T21" fmla="*/ 80 h 288"/>
                <a:gd name="T22" fmla="*/ 130 w 243"/>
                <a:gd name="T23" fmla="*/ 104 h 288"/>
                <a:gd name="T24" fmla="*/ 208 w 243"/>
                <a:gd name="T25" fmla="*/ 130 h 288"/>
                <a:gd name="T26" fmla="*/ 243 w 243"/>
                <a:gd name="T27" fmla="*/ 194 h 288"/>
                <a:gd name="T28" fmla="*/ 122 w 243"/>
                <a:gd name="T29" fmla="*/ 288 h 288"/>
                <a:gd name="T30" fmla="*/ 0 w 243"/>
                <a:gd name="T31" fmla="*/ 195 h 288"/>
                <a:gd name="T32" fmla="*/ 85 w 243"/>
                <a:gd name="T33" fmla="*/ 195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3" h="288">
                  <a:moveTo>
                    <a:pt x="85" y="195"/>
                  </a:moveTo>
                  <a:cubicBezTo>
                    <a:pt x="90" y="216"/>
                    <a:pt x="101" y="223"/>
                    <a:pt x="125" y="223"/>
                  </a:cubicBezTo>
                  <a:cubicBezTo>
                    <a:pt x="146" y="223"/>
                    <a:pt x="158" y="215"/>
                    <a:pt x="158" y="203"/>
                  </a:cubicBezTo>
                  <a:cubicBezTo>
                    <a:pt x="158" y="186"/>
                    <a:pt x="142" y="185"/>
                    <a:pt x="110" y="176"/>
                  </a:cubicBezTo>
                  <a:cubicBezTo>
                    <a:pt x="72" y="166"/>
                    <a:pt x="48" y="158"/>
                    <a:pt x="36" y="150"/>
                  </a:cubicBezTo>
                  <a:cubicBezTo>
                    <a:pt x="15" y="135"/>
                    <a:pt x="5" y="114"/>
                    <a:pt x="5" y="87"/>
                  </a:cubicBezTo>
                  <a:cubicBezTo>
                    <a:pt x="5" y="34"/>
                    <a:pt x="47" y="0"/>
                    <a:pt x="119" y="0"/>
                  </a:cubicBezTo>
                  <a:cubicBezTo>
                    <a:pt x="189" y="0"/>
                    <a:pt x="231" y="31"/>
                    <a:pt x="236" y="86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0" y="70"/>
                    <a:pt x="139" y="62"/>
                    <a:pt x="118" y="62"/>
                  </a:cubicBezTo>
                  <a:cubicBezTo>
                    <a:pt x="99" y="62"/>
                    <a:pt x="90" y="68"/>
                    <a:pt x="90" y="80"/>
                  </a:cubicBezTo>
                  <a:cubicBezTo>
                    <a:pt x="90" y="95"/>
                    <a:pt x="104" y="98"/>
                    <a:pt x="130" y="104"/>
                  </a:cubicBezTo>
                  <a:cubicBezTo>
                    <a:pt x="164" y="113"/>
                    <a:pt x="191" y="119"/>
                    <a:pt x="208" y="130"/>
                  </a:cubicBezTo>
                  <a:cubicBezTo>
                    <a:pt x="232" y="146"/>
                    <a:pt x="243" y="166"/>
                    <a:pt x="243" y="194"/>
                  </a:cubicBezTo>
                  <a:cubicBezTo>
                    <a:pt x="243" y="253"/>
                    <a:pt x="201" y="288"/>
                    <a:pt x="122" y="288"/>
                  </a:cubicBezTo>
                  <a:cubicBezTo>
                    <a:pt x="48" y="288"/>
                    <a:pt x="6" y="253"/>
                    <a:pt x="0" y="195"/>
                  </a:cubicBezTo>
                  <a:lnTo>
                    <a:pt x="85" y="195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FA0788F6-B4B0-4834-AFB4-98F21B43F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727" y="1504398"/>
              <a:ext cx="1147763" cy="1231900"/>
            </a:xfrm>
            <a:custGeom>
              <a:avLst/>
              <a:gdLst>
                <a:gd name="T0" fmla="*/ 271 w 271"/>
                <a:gd name="T1" fmla="*/ 174 h 288"/>
                <a:gd name="T2" fmla="*/ 140 w 271"/>
                <a:gd name="T3" fmla="*/ 288 h 288"/>
                <a:gd name="T4" fmla="*/ 0 w 271"/>
                <a:gd name="T5" fmla="*/ 144 h 288"/>
                <a:gd name="T6" fmla="*/ 139 w 271"/>
                <a:gd name="T7" fmla="*/ 0 h 288"/>
                <a:gd name="T8" fmla="*/ 269 w 271"/>
                <a:gd name="T9" fmla="*/ 111 h 288"/>
                <a:gd name="T10" fmla="*/ 186 w 271"/>
                <a:gd name="T11" fmla="*/ 111 h 288"/>
                <a:gd name="T12" fmla="*/ 140 w 271"/>
                <a:gd name="T13" fmla="*/ 68 h 288"/>
                <a:gd name="T14" fmla="*/ 88 w 271"/>
                <a:gd name="T15" fmla="*/ 144 h 288"/>
                <a:gd name="T16" fmla="*/ 142 w 271"/>
                <a:gd name="T17" fmla="*/ 220 h 288"/>
                <a:gd name="T18" fmla="*/ 188 w 271"/>
                <a:gd name="T19" fmla="*/ 174 h 288"/>
                <a:gd name="T20" fmla="*/ 271 w 271"/>
                <a:gd name="T21" fmla="*/ 17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1" h="288">
                  <a:moveTo>
                    <a:pt x="271" y="174"/>
                  </a:moveTo>
                  <a:cubicBezTo>
                    <a:pt x="266" y="246"/>
                    <a:pt x="219" y="288"/>
                    <a:pt x="140" y="288"/>
                  </a:cubicBezTo>
                  <a:cubicBezTo>
                    <a:pt x="53" y="288"/>
                    <a:pt x="0" y="233"/>
                    <a:pt x="0" y="144"/>
                  </a:cubicBezTo>
                  <a:cubicBezTo>
                    <a:pt x="0" y="55"/>
                    <a:pt x="54" y="0"/>
                    <a:pt x="139" y="0"/>
                  </a:cubicBezTo>
                  <a:cubicBezTo>
                    <a:pt x="218" y="0"/>
                    <a:pt x="264" y="40"/>
                    <a:pt x="269" y="111"/>
                  </a:cubicBezTo>
                  <a:cubicBezTo>
                    <a:pt x="186" y="111"/>
                    <a:pt x="186" y="111"/>
                    <a:pt x="186" y="111"/>
                  </a:cubicBezTo>
                  <a:cubicBezTo>
                    <a:pt x="183" y="83"/>
                    <a:pt x="168" y="68"/>
                    <a:pt x="140" y="68"/>
                  </a:cubicBezTo>
                  <a:cubicBezTo>
                    <a:pt x="105" y="68"/>
                    <a:pt x="88" y="94"/>
                    <a:pt x="88" y="144"/>
                  </a:cubicBezTo>
                  <a:cubicBezTo>
                    <a:pt x="88" y="194"/>
                    <a:pt x="107" y="220"/>
                    <a:pt x="142" y="220"/>
                  </a:cubicBezTo>
                  <a:cubicBezTo>
                    <a:pt x="169" y="220"/>
                    <a:pt x="186" y="204"/>
                    <a:pt x="188" y="174"/>
                  </a:cubicBezTo>
                  <a:lnTo>
                    <a:pt x="271" y="174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F754B0DD-7999-4250-A4C0-0C3C14069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115" y="1539323"/>
              <a:ext cx="1144588" cy="1163638"/>
            </a:xfrm>
            <a:custGeom>
              <a:avLst/>
              <a:gdLst>
                <a:gd name="T0" fmla="*/ 0 w 721"/>
                <a:gd name="T1" fmla="*/ 0 h 733"/>
                <a:gd name="T2" fmla="*/ 237 w 721"/>
                <a:gd name="T3" fmla="*/ 0 h 733"/>
                <a:gd name="T4" fmla="*/ 360 w 721"/>
                <a:gd name="T5" fmla="*/ 474 h 733"/>
                <a:gd name="T6" fmla="*/ 491 w 721"/>
                <a:gd name="T7" fmla="*/ 0 h 733"/>
                <a:gd name="T8" fmla="*/ 721 w 721"/>
                <a:gd name="T9" fmla="*/ 0 h 733"/>
                <a:gd name="T10" fmla="*/ 478 w 721"/>
                <a:gd name="T11" fmla="*/ 733 h 733"/>
                <a:gd name="T12" fmla="*/ 245 w 721"/>
                <a:gd name="T13" fmla="*/ 733 h 733"/>
                <a:gd name="T14" fmla="*/ 0 w 721"/>
                <a:gd name="T15" fmla="*/ 0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1" h="733">
                  <a:moveTo>
                    <a:pt x="0" y="0"/>
                  </a:moveTo>
                  <a:lnTo>
                    <a:pt x="237" y="0"/>
                  </a:lnTo>
                  <a:lnTo>
                    <a:pt x="360" y="474"/>
                  </a:lnTo>
                  <a:lnTo>
                    <a:pt x="491" y="0"/>
                  </a:lnTo>
                  <a:lnTo>
                    <a:pt x="721" y="0"/>
                  </a:lnTo>
                  <a:lnTo>
                    <a:pt x="478" y="733"/>
                  </a:lnTo>
                  <a:lnTo>
                    <a:pt x="245" y="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50CBFC8A-B083-42B9-9504-2364FACEC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652" y="1504398"/>
              <a:ext cx="1500188" cy="1231900"/>
            </a:xfrm>
            <a:custGeom>
              <a:avLst/>
              <a:gdLst>
                <a:gd name="T0" fmla="*/ 101 w 354"/>
                <a:gd name="T1" fmla="*/ 0 h 288"/>
                <a:gd name="T2" fmla="*/ 73 w 354"/>
                <a:gd name="T3" fmla="*/ 12 h 288"/>
                <a:gd name="T4" fmla="*/ 15 w 354"/>
                <a:gd name="T5" fmla="*/ 69 h 288"/>
                <a:gd name="T6" fmla="*/ 15 w 354"/>
                <a:gd name="T7" fmla="*/ 127 h 288"/>
                <a:gd name="T8" fmla="*/ 177 w 354"/>
                <a:gd name="T9" fmla="*/ 288 h 288"/>
                <a:gd name="T10" fmla="*/ 338 w 354"/>
                <a:gd name="T11" fmla="*/ 127 h 288"/>
                <a:gd name="T12" fmla="*/ 338 w 354"/>
                <a:gd name="T13" fmla="*/ 69 h 288"/>
                <a:gd name="T14" fmla="*/ 281 w 354"/>
                <a:gd name="T15" fmla="*/ 12 h 288"/>
                <a:gd name="T16" fmla="*/ 252 w 354"/>
                <a:gd name="T17" fmla="*/ 0 h 288"/>
                <a:gd name="T18" fmla="*/ 224 w 354"/>
                <a:gd name="T19" fmla="*/ 12 h 288"/>
                <a:gd name="T20" fmla="*/ 177 w 354"/>
                <a:gd name="T21" fmla="*/ 59 h 288"/>
                <a:gd name="T22" fmla="*/ 130 w 354"/>
                <a:gd name="T23" fmla="*/ 12 h 288"/>
                <a:gd name="T24" fmla="*/ 101 w 354"/>
                <a:gd name="T2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4" h="288">
                  <a:moveTo>
                    <a:pt x="101" y="0"/>
                  </a:moveTo>
                  <a:cubicBezTo>
                    <a:pt x="91" y="0"/>
                    <a:pt x="80" y="4"/>
                    <a:pt x="73" y="12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0" y="85"/>
                    <a:pt x="0" y="111"/>
                    <a:pt x="15" y="127"/>
                  </a:cubicBezTo>
                  <a:cubicBezTo>
                    <a:pt x="177" y="288"/>
                    <a:pt x="177" y="288"/>
                    <a:pt x="177" y="288"/>
                  </a:cubicBezTo>
                  <a:cubicBezTo>
                    <a:pt x="338" y="127"/>
                    <a:pt x="338" y="127"/>
                    <a:pt x="338" y="127"/>
                  </a:cubicBezTo>
                  <a:cubicBezTo>
                    <a:pt x="354" y="111"/>
                    <a:pt x="354" y="85"/>
                    <a:pt x="338" y="69"/>
                  </a:cubicBezTo>
                  <a:cubicBezTo>
                    <a:pt x="281" y="12"/>
                    <a:pt x="281" y="12"/>
                    <a:pt x="281" y="12"/>
                  </a:cubicBezTo>
                  <a:cubicBezTo>
                    <a:pt x="273" y="4"/>
                    <a:pt x="263" y="0"/>
                    <a:pt x="252" y="0"/>
                  </a:cubicBezTo>
                  <a:cubicBezTo>
                    <a:pt x="242" y="0"/>
                    <a:pt x="232" y="4"/>
                    <a:pt x="224" y="12"/>
                  </a:cubicBezTo>
                  <a:cubicBezTo>
                    <a:pt x="177" y="59"/>
                    <a:pt x="177" y="59"/>
                    <a:pt x="177" y="59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22" y="4"/>
                    <a:pt x="111" y="0"/>
                    <a:pt x="101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35" name="Freeform 10">
              <a:extLst>
                <a:ext uri="{FF2B5EF4-FFF2-40B4-BE49-F238E27FC236}">
                  <a16:creationId xmlns:a16="http://schemas.microsoft.com/office/drawing/2014/main" id="{3EDE8E81-9781-4645-9DFD-79E2B61F7D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06527" y="2471186"/>
              <a:ext cx="233363" cy="239713"/>
            </a:xfrm>
            <a:custGeom>
              <a:avLst/>
              <a:gdLst>
                <a:gd name="T0" fmla="*/ 27 w 55"/>
                <a:gd name="T1" fmla="*/ 56 h 56"/>
                <a:gd name="T2" fmla="*/ 0 w 55"/>
                <a:gd name="T3" fmla="*/ 28 h 56"/>
                <a:gd name="T4" fmla="*/ 27 w 55"/>
                <a:gd name="T5" fmla="*/ 0 h 56"/>
                <a:gd name="T6" fmla="*/ 55 w 55"/>
                <a:gd name="T7" fmla="*/ 28 h 56"/>
                <a:gd name="T8" fmla="*/ 27 w 55"/>
                <a:gd name="T9" fmla="*/ 56 h 56"/>
                <a:gd name="T10" fmla="*/ 27 w 55"/>
                <a:gd name="T11" fmla="*/ 5 h 56"/>
                <a:gd name="T12" fmla="*/ 6 w 55"/>
                <a:gd name="T13" fmla="*/ 28 h 56"/>
                <a:gd name="T14" fmla="*/ 27 w 55"/>
                <a:gd name="T15" fmla="*/ 51 h 56"/>
                <a:gd name="T16" fmla="*/ 49 w 55"/>
                <a:gd name="T17" fmla="*/ 28 h 56"/>
                <a:gd name="T18" fmla="*/ 27 w 55"/>
                <a:gd name="T19" fmla="*/ 5 h 56"/>
                <a:gd name="T20" fmla="*/ 22 w 55"/>
                <a:gd name="T21" fmla="*/ 44 h 56"/>
                <a:gd name="T22" fmla="*/ 16 w 55"/>
                <a:gd name="T23" fmla="*/ 44 h 56"/>
                <a:gd name="T24" fmla="*/ 16 w 55"/>
                <a:gd name="T25" fmla="*/ 13 h 56"/>
                <a:gd name="T26" fmla="*/ 28 w 55"/>
                <a:gd name="T27" fmla="*/ 13 h 56"/>
                <a:gd name="T28" fmla="*/ 40 w 55"/>
                <a:gd name="T29" fmla="*/ 22 h 56"/>
                <a:gd name="T30" fmla="*/ 31 w 55"/>
                <a:gd name="T31" fmla="*/ 30 h 56"/>
                <a:gd name="T32" fmla="*/ 40 w 55"/>
                <a:gd name="T33" fmla="*/ 44 h 56"/>
                <a:gd name="T34" fmla="*/ 34 w 55"/>
                <a:gd name="T35" fmla="*/ 44 h 56"/>
                <a:gd name="T36" fmla="*/ 26 w 55"/>
                <a:gd name="T37" fmla="*/ 31 h 56"/>
                <a:gd name="T38" fmla="*/ 22 w 55"/>
                <a:gd name="T39" fmla="*/ 31 h 56"/>
                <a:gd name="T40" fmla="*/ 22 w 55"/>
                <a:gd name="T41" fmla="*/ 44 h 56"/>
                <a:gd name="T42" fmla="*/ 27 w 55"/>
                <a:gd name="T43" fmla="*/ 26 h 56"/>
                <a:gd name="T44" fmla="*/ 34 w 55"/>
                <a:gd name="T45" fmla="*/ 21 h 56"/>
                <a:gd name="T46" fmla="*/ 28 w 55"/>
                <a:gd name="T47" fmla="*/ 17 h 56"/>
                <a:gd name="T48" fmla="*/ 22 w 55"/>
                <a:gd name="T49" fmla="*/ 17 h 56"/>
                <a:gd name="T50" fmla="*/ 22 w 55"/>
                <a:gd name="T51" fmla="*/ 26 h 56"/>
                <a:gd name="T52" fmla="*/ 27 w 55"/>
                <a:gd name="T53" fmla="*/ 2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5" h="56">
                  <a:moveTo>
                    <a:pt x="27" y="56"/>
                  </a:moveTo>
                  <a:cubicBezTo>
                    <a:pt x="11" y="56"/>
                    <a:pt x="0" y="44"/>
                    <a:pt x="0" y="28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5" y="11"/>
                    <a:pt x="55" y="28"/>
                  </a:cubicBezTo>
                  <a:cubicBezTo>
                    <a:pt x="55" y="45"/>
                    <a:pt x="42" y="56"/>
                    <a:pt x="27" y="56"/>
                  </a:cubicBezTo>
                  <a:close/>
                  <a:moveTo>
                    <a:pt x="27" y="5"/>
                  </a:moveTo>
                  <a:cubicBezTo>
                    <a:pt x="15" y="5"/>
                    <a:pt x="6" y="14"/>
                    <a:pt x="6" y="28"/>
                  </a:cubicBezTo>
                  <a:cubicBezTo>
                    <a:pt x="6" y="41"/>
                    <a:pt x="14" y="51"/>
                    <a:pt x="27" y="51"/>
                  </a:cubicBezTo>
                  <a:cubicBezTo>
                    <a:pt x="39" y="51"/>
                    <a:pt x="49" y="42"/>
                    <a:pt x="49" y="28"/>
                  </a:cubicBezTo>
                  <a:cubicBezTo>
                    <a:pt x="49" y="14"/>
                    <a:pt x="39" y="5"/>
                    <a:pt x="27" y="5"/>
                  </a:cubicBezTo>
                  <a:close/>
                  <a:moveTo>
                    <a:pt x="22" y="44"/>
                  </a:moveTo>
                  <a:cubicBezTo>
                    <a:pt x="16" y="44"/>
                    <a:pt x="16" y="44"/>
                    <a:pt x="16" y="44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6" y="13"/>
                    <a:pt x="40" y="16"/>
                    <a:pt x="40" y="22"/>
                  </a:cubicBezTo>
                  <a:cubicBezTo>
                    <a:pt x="40" y="27"/>
                    <a:pt x="36" y="30"/>
                    <a:pt x="31" y="30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2" y="31"/>
                    <a:pt x="22" y="31"/>
                    <a:pt x="22" y="31"/>
                  </a:cubicBezTo>
                  <a:lnTo>
                    <a:pt x="22" y="44"/>
                  </a:lnTo>
                  <a:close/>
                  <a:moveTo>
                    <a:pt x="27" y="26"/>
                  </a:moveTo>
                  <a:cubicBezTo>
                    <a:pt x="31" y="26"/>
                    <a:pt x="34" y="26"/>
                    <a:pt x="34" y="21"/>
                  </a:cubicBezTo>
                  <a:cubicBezTo>
                    <a:pt x="34" y="18"/>
                    <a:pt x="31" y="17"/>
                    <a:pt x="28" y="17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22" y="26"/>
                    <a:pt x="22" y="26"/>
                    <a:pt x="22" y="26"/>
                  </a:cubicBezTo>
                  <a:lnTo>
                    <a:pt x="27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6118871-4A8C-4517-9A46-8863C34DC7FC}"/>
              </a:ext>
            </a:extLst>
          </p:cNvPr>
          <p:cNvSpPr txBox="1"/>
          <p:nvPr userDrawn="1"/>
        </p:nvSpPr>
        <p:spPr>
          <a:xfrm>
            <a:off x="859758" y="6425582"/>
            <a:ext cx="804881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>
                <a:solidFill>
                  <a:schemeClr val="tx2"/>
                </a:solidFill>
                <a:latin typeface="CVS Health Sans" panose="020B0504020202020204" pitchFamily="34" charset="0"/>
              </a:rPr>
              <a:t>©2021 CVS Health and/or one of its affiliates.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2660562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  <p:sldLayoutId id="2147483929" r:id="rId18"/>
    <p:sldLayoutId id="2147483930" r:id="rId19"/>
    <p:sldLayoutId id="2147483931" r:id="rId20"/>
    <p:sldLayoutId id="2147483932" r:id="rId21"/>
    <p:sldLayoutId id="2147483933" r:id="rId22"/>
    <p:sldLayoutId id="2147483934" r:id="rId23"/>
    <p:sldLayoutId id="2147483935" r:id="rId24"/>
    <p:sldLayoutId id="2147483936" r:id="rId25"/>
    <p:sldLayoutId id="2147483937" r:id="rId26"/>
    <p:sldLayoutId id="2147483938" r:id="rId27"/>
    <p:sldLayoutId id="2147483939" r:id="rId28"/>
    <p:sldLayoutId id="2147483940" r:id="rId29"/>
    <p:sldLayoutId id="2147483941" r:id="rId30"/>
    <p:sldLayoutId id="2147483942" r:id="rId31"/>
    <p:sldLayoutId id="2147483943" r:id="rId32"/>
    <p:sldLayoutId id="2147483944" r:id="rId33"/>
    <p:sldLayoutId id="2147483945" r:id="rId34"/>
    <p:sldLayoutId id="2147483946" r:id="rId35"/>
    <p:sldLayoutId id="2147483947" r:id="rId36"/>
    <p:sldLayoutId id="2147483948" r:id="rId37"/>
    <p:sldLayoutId id="2147483949" r:id="rId38"/>
    <p:sldLayoutId id="2147483950" r:id="rId39"/>
    <p:sldLayoutId id="2147483951" r:id="rId40"/>
    <p:sldLayoutId id="2147483952" r:id="rId41"/>
    <p:sldLayoutId id="2147483953" r:id="rId42"/>
    <p:sldLayoutId id="2147483954" r:id="rId43"/>
  </p:sldLayoutIdLst>
  <p:hf hd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00000"/>
        </a:lnSpc>
        <a:spcBef>
          <a:spcPts val="1800"/>
        </a:spcBef>
        <a:buClrTx/>
        <a:buFont typeface="Arial"/>
        <a:buNone/>
        <a:defRPr sz="13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171450" indent="-171450" algn="l" defTabSz="457200" rtl="0" eaLnBrk="1" latinLnBrk="0" hangingPunct="1">
        <a:lnSpc>
          <a:spcPct val="100000"/>
        </a:lnSpc>
        <a:spcBef>
          <a:spcPts val="1200"/>
        </a:spcBef>
        <a:buClrTx/>
        <a:buFont typeface="Arial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2pPr>
      <a:lvl3pPr marL="342900" indent="-171450" algn="l" defTabSz="457200" rtl="0" eaLnBrk="1" latinLnBrk="0" hangingPunct="1">
        <a:lnSpc>
          <a:spcPct val="100000"/>
        </a:lnSpc>
        <a:spcBef>
          <a:spcPts val="600"/>
        </a:spcBef>
        <a:buClrTx/>
        <a:buFont typeface="Lucida Grande"/>
        <a:buChar char="–"/>
        <a:defRPr sz="13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514350" indent="-171450" algn="l" defTabSz="457200" rtl="0" eaLnBrk="1" latinLnBrk="0" hangingPunct="1">
        <a:lnSpc>
          <a:spcPct val="100000"/>
        </a:lnSpc>
        <a:spcBef>
          <a:spcPts val="600"/>
        </a:spcBef>
        <a:buClrTx/>
        <a:buFont typeface="Arial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4pPr>
      <a:lvl5pPr marL="685800" indent="-171450" algn="l" defTabSz="4572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–"/>
        <a:defRPr sz="13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857250" indent="-171450" algn="l" defTabSz="4572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6pPr>
      <a:lvl7pPr marL="1028700" indent="-165100" algn="l" defTabSz="4572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–"/>
        <a:defRPr sz="1300" kern="1200">
          <a:solidFill>
            <a:schemeClr val="tx2"/>
          </a:solidFill>
          <a:latin typeface="+mn-lt"/>
          <a:ea typeface="+mn-ea"/>
          <a:cs typeface="+mn-cs"/>
        </a:defRPr>
      </a:lvl7pPr>
      <a:lvl8pPr marL="1206500" indent="-177800" algn="l" defTabSz="457200" rtl="0" eaLnBrk="1" latinLnBrk="0" hangingPunct="1">
        <a:lnSpc>
          <a:spcPct val="100000"/>
        </a:lnSpc>
        <a:spcBef>
          <a:spcPts val="600"/>
        </a:spcBef>
        <a:buClrTx/>
        <a:buFont typeface="Arial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8pPr>
      <a:lvl9pPr marL="1371600" indent="-165100" algn="l" defTabSz="4572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–"/>
        <a:defRPr sz="13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04">
          <p15:clr>
            <a:srgbClr val="F26B43"/>
          </p15:clr>
        </p15:guide>
        <p15:guide id="2" pos="362">
          <p15:clr>
            <a:srgbClr val="F26B43"/>
          </p15:clr>
        </p15:guide>
        <p15:guide id="3" pos="7321">
          <p15:clr>
            <a:srgbClr val="F26B43"/>
          </p15:clr>
        </p15:guide>
        <p15:guide id="4" orient="horz" pos="360">
          <p15:clr>
            <a:srgbClr val="F26B43"/>
          </p15:clr>
        </p15:guide>
        <p15:guide id="5" orient="horz" pos="3622">
          <p15:clr>
            <a:srgbClr val="F26B43"/>
          </p15:clr>
        </p15:guide>
        <p15:guide id="6" orient="horz" pos="41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6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ED74E6-4C37-4C0E-AAE1-5A70BD3CECD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6822513"/>
              </p:ext>
            </p:extLst>
          </p:nvPr>
        </p:nvGraphicFramePr>
        <p:xfrm>
          <a:off x="4762" y="248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ED74E6-4C37-4C0E-AAE1-5A70BD3CEC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62" y="248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9AC0D92-D3F8-43BE-8571-0B891A28BCA4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3176" y="894"/>
            <a:ext cx="158709" cy="158709"/>
          </a:xfrm>
          <a:prstGeom prst="rect">
            <a:avLst/>
          </a:prstGeom>
          <a:solidFill>
            <a:srgbClr val="CC0000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999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VS Health Sans" panose="020B0504020202020204" pitchFamily="34" charset="0"/>
              <a:ea typeface="+mn-ea"/>
              <a:cs typeface="+mn-cs"/>
              <a:sym typeface="CVS Health Sans" panose="020B0504020202020204" pitchFamily="34" charset="0"/>
            </a:endParaRP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D2AB6CA-CBB5-583D-58C9-921DECD59FBB}"/>
              </a:ext>
            </a:extLst>
          </p:cNvPr>
          <p:cNvSpPr txBox="1">
            <a:spLocks/>
          </p:cNvSpPr>
          <p:nvPr/>
        </p:nvSpPr>
        <p:spPr bwMode="gray">
          <a:xfrm>
            <a:off x="568076" y="5062505"/>
            <a:ext cx="4792246" cy="12619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5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Tx/>
              <a:buNone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Tx/>
              <a:buNone/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2" indent="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Pritha Ghosh</a:t>
            </a:r>
          </a:p>
          <a:p>
            <a:pPr marL="0" marR="0" lvl="2" indent="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i="1">
                <a:solidFill>
                  <a:srgbClr val="3F3F3F"/>
                </a:solidFill>
                <a:latin typeface="CVS Health Sans"/>
              </a:rPr>
              <a:t>Daniel Xing</a:t>
            </a:r>
          </a:p>
          <a:p>
            <a:pPr marL="0" marR="0" lvl="2" indent="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Matt Anderson</a:t>
            </a:r>
          </a:p>
          <a:p>
            <a:pPr marL="0" marR="0" lvl="2" indent="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VS Health Sans"/>
              <a:ea typeface="+mn-ea"/>
              <a:cs typeface="+mn-cs"/>
            </a:endParaRPr>
          </a:p>
          <a:p>
            <a:pPr marL="0" marR="0" lvl="2" indent="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i="1">
                <a:solidFill>
                  <a:srgbClr val="3F3F3F"/>
                </a:solidFill>
                <a:latin typeface="CVS Health Sans"/>
              </a:rPr>
              <a:t>May 2026</a:t>
            </a: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VS Health Sans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9B63DB33-066C-2595-0884-12F7F1EB4F98}"/>
              </a:ext>
            </a:extLst>
          </p:cNvPr>
          <p:cNvSpPr txBox="1">
            <a:spLocks/>
          </p:cNvSpPr>
          <p:nvPr/>
        </p:nvSpPr>
        <p:spPr bwMode="gray">
          <a:xfrm>
            <a:off x="568077" y="4843904"/>
            <a:ext cx="3582017" cy="12619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5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FontTx/>
              <a:buNone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Tx/>
              <a:buNone/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2" indent="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VS Health Sans"/>
              <a:ea typeface="+mn-ea"/>
              <a:cs typeface="+mn-cs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49D591B8-9CD1-46E9-C1CA-765F65A44B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076" y="3124080"/>
            <a:ext cx="5444432" cy="1811130"/>
          </a:xfrm>
        </p:spPr>
        <p:txBody>
          <a:bodyPr vert="horz"/>
          <a:lstStyle/>
          <a:p>
            <a:r>
              <a:rPr lang="en-US" sz="3200"/>
              <a:t>Transformer Embeddings</a:t>
            </a:r>
            <a:br>
              <a:rPr lang="en-US" sz="3200" i="1"/>
            </a:br>
            <a:endParaRPr lang="en-US" sz="1600" b="0" i="1"/>
          </a:p>
        </p:txBody>
      </p:sp>
    </p:spTree>
    <p:extLst>
      <p:ext uri="{BB962C8B-B14F-4D97-AF65-F5344CB8AC3E}">
        <p14:creationId xmlns:p14="http://schemas.microsoft.com/office/powerpoint/2010/main" val="3123903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E8B2A-59C3-3D4F-0BF4-C02B99885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00C058A-59B0-626F-32BB-6F981514E37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6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6" imgH="416" progId="TCLayout.ActiveDocument.1">
                  <p:embed/>
                </p:oleObj>
              </mc:Choice>
              <mc:Fallback>
                <p:oleObj name="think-cell Slide" r:id="rId3" imgW="416" imgH="41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00C058A-59B0-626F-32BB-6F981514E3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6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20453809-2770-FCF2-0EC0-236E3EF4F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899152" y="2649212"/>
            <a:ext cx="393699" cy="1559576"/>
            <a:chOff x="5897563" y="2649212"/>
            <a:chExt cx="393699" cy="1559576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FD9DF6-11AB-7969-6B90-B2846A954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5897563" y="2649212"/>
              <a:ext cx="393699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29B9CD1-10B6-3135-E9BF-D0A8F05EC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5897563" y="4208788"/>
              <a:ext cx="393699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8685630A-647B-4F95-77A8-41510A0F3E32}"/>
              </a:ext>
            </a:extLst>
          </p:cNvPr>
          <p:cNvSpPr txBox="1">
            <a:spLocks/>
          </p:cNvSpPr>
          <p:nvPr/>
        </p:nvSpPr>
        <p:spPr>
          <a:xfrm>
            <a:off x="2439353" y="2402255"/>
            <a:ext cx="7313294" cy="22624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Transformer Model Deep Dive</a:t>
            </a:r>
            <a:endParaRPr kumimoji="0" lang="en-US" sz="255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VS Health Sans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1962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FC197-B59D-7801-C7B7-723CDBAF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22BB8-6CCA-CFE0-170B-E7528F06D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6A13F-B2BC-D6AC-0376-FC4E6730B9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Current Reality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b="0">
                <a:solidFill>
                  <a:schemeClr val="accent5"/>
                </a:solidFill>
              </a:rPr>
              <a:t>Transformer Embeddings (TE) have consistently shown </a:t>
            </a:r>
            <a:r>
              <a:rPr lang="en-US" sz="1300">
                <a:solidFill>
                  <a:schemeClr val="accent5"/>
                </a:solidFill>
              </a:rPr>
              <a:t>strong performance and efficiency gains</a:t>
            </a:r>
            <a:r>
              <a:rPr lang="en-US" sz="1300" b="0">
                <a:solidFill>
                  <a:schemeClr val="accent5"/>
                </a:solidFill>
              </a:rPr>
              <a:t> over traditional feature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>
                <a:solidFill>
                  <a:schemeClr val="accent5"/>
                </a:solidFill>
              </a:rPr>
              <a:t>However, today’s TE ecosystem is </a:t>
            </a:r>
            <a:r>
              <a:rPr lang="en-US" sz="1300">
                <a:solidFill>
                  <a:schemeClr val="accent5"/>
                </a:solidFill>
              </a:rPr>
              <a:t>operationally fragmented</a:t>
            </a:r>
            <a:r>
              <a:rPr lang="en-US" sz="1300" b="0">
                <a:solidFill>
                  <a:schemeClr val="accent5"/>
                </a:solidFill>
              </a:rPr>
              <a:t>, with separate pipelines, refresh cadences, and ownership across LOBs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>
                <a:solidFill>
                  <a:schemeClr val="accent5"/>
                </a:solidFill>
              </a:rPr>
              <a:t>The current TE foundation was trained under </a:t>
            </a:r>
            <a:r>
              <a:rPr lang="en-US" sz="1300">
                <a:solidFill>
                  <a:schemeClr val="accent5"/>
                </a:solidFill>
              </a:rPr>
              <a:t>legacy constraints </a:t>
            </a:r>
            <a:r>
              <a:rPr lang="en-US" sz="1300" b="0">
                <a:solidFill>
                  <a:schemeClr val="accent5"/>
                </a:solidFill>
              </a:rPr>
              <a:t>and does not support scalable, governed, cross-LOB adoption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accent5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300" b="0">
              <a:solidFill>
                <a:schemeClr val="accent5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59F1C-C602-6A23-0EA5-C31C16682909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/>
              <a:t>What We’ve Done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>
                <a:solidFill>
                  <a:schemeClr val="accent5"/>
                </a:solidFill>
              </a:rPr>
              <a:t>Established a </a:t>
            </a:r>
            <a:r>
              <a:rPr lang="en-US" sz="1300">
                <a:solidFill>
                  <a:schemeClr val="accent5"/>
                </a:solidFill>
              </a:rPr>
              <a:t>unified “latest” TE access layer</a:t>
            </a:r>
            <a:r>
              <a:rPr lang="en-US" sz="1300" b="0">
                <a:solidFill>
                  <a:schemeClr val="accent5"/>
                </a:solidFill>
              </a:rPr>
              <a:t> across Commercial, Medicaid, and Medicare to unblock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>
                <a:solidFill>
                  <a:schemeClr val="accent5"/>
                </a:solidFill>
              </a:rPr>
              <a:t>Created a </a:t>
            </a:r>
            <a:r>
              <a:rPr lang="en-US" sz="1300">
                <a:solidFill>
                  <a:schemeClr val="accent5"/>
                </a:solidFill>
              </a:rPr>
              <a:t>stable consolidated dataset for downstream users </a:t>
            </a:r>
            <a:r>
              <a:rPr lang="en-US" sz="1300" b="0">
                <a:solidFill>
                  <a:schemeClr val="accent5"/>
                </a:solidFill>
              </a:rPr>
              <a:t>while underlying pipelines remain heterogenous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>
                <a:solidFill>
                  <a:schemeClr val="accent5"/>
                </a:solidFill>
              </a:rPr>
              <a:t>Completed TE v3 retraining and downstream evaluations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>
                <a:solidFill>
                  <a:schemeClr val="accent5"/>
                </a:solidFill>
              </a:rPr>
              <a:t>Constructed reusable TE explainability framework for better transparency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b="0">
              <a:solidFill>
                <a:schemeClr val="accent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03B1FE-4579-1322-B8F8-5D1EBAF71333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r>
              <a:rPr lang="en-US" dirty="0"/>
              <a:t>What’s Next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</a:rPr>
              <a:t>Align on </a:t>
            </a:r>
            <a:r>
              <a:rPr lang="en-US" b="1" dirty="0">
                <a:solidFill>
                  <a:schemeClr val="accent5"/>
                </a:solidFill>
              </a:rPr>
              <a:t>inference strategy, refresh cadence, and migration approach </a:t>
            </a:r>
            <a:r>
              <a:rPr lang="en-US" dirty="0">
                <a:solidFill>
                  <a:schemeClr val="accent5"/>
                </a:solidFill>
              </a:rPr>
              <a:t>for downstream models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</a:rPr>
              <a:t>Partner with downstream teams to </a:t>
            </a:r>
            <a:r>
              <a:rPr lang="en-US" b="1" dirty="0">
                <a:solidFill>
                  <a:schemeClr val="accent5"/>
                </a:solidFill>
              </a:rPr>
              <a:t>validate performance, manage adoption, and sunset legacy embeddings</a:t>
            </a:r>
            <a:endParaRPr lang="en-US" dirty="0">
              <a:solidFill>
                <a:schemeClr val="accent5"/>
              </a:solidFill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accent5"/>
              </a:solidFill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E56D66-D8D2-B8BD-1659-CA69D49C2480}"/>
              </a:ext>
            </a:extLst>
          </p:cNvPr>
          <p:cNvSpPr txBox="1"/>
          <p:nvPr/>
        </p:nvSpPr>
        <p:spPr>
          <a:xfrm>
            <a:off x="5325942" y="6327649"/>
            <a:ext cx="52160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>
                <a:solidFill>
                  <a:schemeClr val="bg1">
                    <a:lumMod val="65000"/>
                  </a:schemeClr>
                </a:solidFill>
                <a:latin typeface="CVS Health Sans" panose="020B0504020202020204" pitchFamily="34" charset="0"/>
              </a:rPr>
              <a:t>INTERNAL USE</a:t>
            </a:r>
            <a:r>
              <a:rPr lang="en-US" sz="1200" b="0" i="1">
                <a:solidFill>
                  <a:schemeClr val="bg1">
                    <a:lumMod val="65000"/>
                  </a:schemeClr>
                </a:solidFill>
                <a:effectLst/>
                <a:latin typeface="CVS Health Sans" panose="020B0504020202020204" pitchFamily="34" charset="0"/>
              </a:rPr>
              <a:t> AND NOT FOR DISTRIBUTION OR RECIRCULATION</a:t>
            </a:r>
            <a:endParaRPr lang="en-US" sz="1200">
              <a:solidFill>
                <a:schemeClr val="bg1">
                  <a:lumMod val="65000"/>
                </a:schemeClr>
              </a:solidFill>
              <a:latin typeface="CVS Health Sans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850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A648C2-9704-BBDA-9DCB-4866D02FA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904" y="365118"/>
            <a:ext cx="6127386" cy="61367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601B46-7138-327D-E012-990834545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9" y="356179"/>
            <a:ext cx="9667726" cy="713232"/>
          </a:xfrm>
        </p:spPr>
        <p:txBody>
          <a:bodyPr>
            <a:normAutofit/>
          </a:bodyPr>
          <a:lstStyle/>
          <a:p>
            <a:r>
              <a:rPr lang="en-US" sz="2800"/>
              <a:t>Model Architecture &amp; Refactoring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49B438-BC0A-8F38-3182-FC23D25FA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710" y="1069411"/>
            <a:ext cx="3564661" cy="4758370"/>
          </a:xfrm>
        </p:spPr>
        <p:txBody>
          <a:bodyPr/>
          <a:lstStyle/>
          <a:p>
            <a:r>
              <a:rPr lang="en-US" sz="1400"/>
              <a:t>Preserve hierarchical structure</a:t>
            </a:r>
            <a:endParaRPr lang="en-US" sz="1200" b="0"/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/>
              <a:t>Hierarchical structure</a:t>
            </a:r>
            <a:r>
              <a:rPr lang="en-US" sz="1200" b="0"/>
              <a:t> for encoding within- (80 codes) and inter-day (200 days)</a:t>
            </a:r>
          </a:p>
          <a:p>
            <a:pPr marL="285750" indent="-285750" defTabSz="914400" fontAlgn="auto">
              <a:spcBef>
                <a:spcPts val="0"/>
              </a:spcBef>
              <a:buClrTx/>
              <a:buFont typeface="Arial" panose="020B0604020202020204" pitchFamily="34" charset="0"/>
              <a:buChar char="•"/>
              <a:defRPr/>
            </a:pPr>
            <a:r>
              <a:rPr lang="en-US" sz="1200" b="0"/>
              <a:t>ICD-10 diagnoses, CPT procedures, GPI medications, DRG codes, revenue codes, provider taxonomy, and place of service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/>
              <a:t>Trained to predict </a:t>
            </a:r>
            <a:r>
              <a:rPr lang="en-US" sz="1200"/>
              <a:t>next-day medical codes</a:t>
            </a:r>
            <a:r>
              <a:rPr lang="en-US" sz="1200" b="0"/>
              <a:t> (multi-label, 6,297 target groups)</a:t>
            </a:r>
          </a:p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ea typeface="+mn-ea"/>
                <a:cs typeface="+mn-cs"/>
              </a:rPr>
              <a:t>Training &amp; inference efficiency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ea typeface="+mn-ea"/>
                <a:cs typeface="+mn-cs"/>
              </a:rPr>
              <a:t>Replace the single-layer transformer daily encoder with a </a:t>
            </a: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ea typeface="+mn-ea"/>
                <a:cs typeface="+mn-cs"/>
              </a:rPr>
              <a:t>learnt attention pooling layer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ea typeface="+mn-ea"/>
                <a:cs typeface="+mn-cs"/>
              </a:rPr>
              <a:t>Replace the attention layer with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ea typeface="+mn-ea"/>
                <a:cs typeface="+mn-cs"/>
              </a:rPr>
              <a:t>flash attention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ea typeface="+mn-ea"/>
                <a:cs typeface="+mn-cs"/>
              </a:rPr>
              <a:t>to avoid GPU IO bottleneck and provides faster training with less GPU memory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>
                <a:solidFill>
                  <a:srgbClr val="3F3F3F"/>
                </a:solidFill>
              </a:rPr>
              <a:t>Replace the regular FFN with </a:t>
            </a:r>
            <a:r>
              <a:rPr lang="en-US" sz="1200" b="0" err="1">
                <a:solidFill>
                  <a:srgbClr val="3F3F3F"/>
                </a:solidFill>
              </a:rPr>
              <a:t>SwiGLU</a:t>
            </a:r>
            <a:r>
              <a:rPr lang="en-US" sz="1200" b="0">
                <a:solidFill>
                  <a:srgbClr val="3F3F3F"/>
                </a:solidFill>
              </a:rPr>
              <a:t> FFN for stable training and context-aware feature selection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ea typeface="+mn-ea"/>
                <a:cs typeface="+mn-cs"/>
              </a:rPr>
              <a:t>Optimize training strategy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ea typeface="+mn-ea"/>
                <a:cs typeface="+mn-cs"/>
              </a:rPr>
              <a:t>Weighted BCE loss accounting for rare codes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ea typeface="+mn-ea"/>
                <a:cs typeface="+mn-cs"/>
              </a:rPr>
              <a:t>Enable mixed precision training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ea typeface="+mn-ea"/>
                <a:cs typeface="+mn-cs"/>
              </a:rPr>
              <a:t>SGD -&gt; Adam learning rate optimizer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ea typeface="+mn-ea"/>
                <a:cs typeface="+mn-cs"/>
              </a:rPr>
              <a:t>Head dimension 16 -&gt; 32 (fit flash attention)</a:t>
            </a:r>
            <a:endParaRPr 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A54EB-8D6C-233B-F065-F6C35F9C8A66}"/>
              </a:ext>
            </a:extLst>
          </p:cNvPr>
          <p:cNvSpPr txBox="1"/>
          <p:nvPr/>
        </p:nvSpPr>
        <p:spPr>
          <a:xfrm>
            <a:off x="7400926" y="6366336"/>
            <a:ext cx="52160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>
                <a:solidFill>
                  <a:schemeClr val="bg1">
                    <a:lumMod val="65000"/>
                  </a:schemeClr>
                </a:solidFill>
                <a:latin typeface="CVS Health Sans" panose="020B0504020202020204" pitchFamily="34" charset="0"/>
              </a:rPr>
              <a:t>INTERNAL USE</a:t>
            </a:r>
            <a:r>
              <a:rPr lang="en-US" sz="1200" b="0" i="1">
                <a:solidFill>
                  <a:schemeClr val="bg1">
                    <a:lumMod val="65000"/>
                  </a:schemeClr>
                </a:solidFill>
                <a:effectLst/>
                <a:latin typeface="CVS Health Sans" panose="020B0504020202020204" pitchFamily="34" charset="0"/>
              </a:rPr>
              <a:t> AND NOT FOR DISTRIBUTION OR RECIRCULATION</a:t>
            </a:r>
            <a:endParaRPr lang="en-US" sz="1200">
              <a:solidFill>
                <a:schemeClr val="bg1">
                  <a:lumMod val="65000"/>
                </a:schemeClr>
              </a:solidFill>
              <a:latin typeface="CVS Health Sans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280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4A7E00C-444C-A762-20DF-CDC8DFAD9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310" y="710799"/>
            <a:ext cx="4301249" cy="25167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E3BF16-0AD0-CC62-30F5-FE070FFDA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9" y="354183"/>
            <a:ext cx="9667726" cy="713232"/>
          </a:xfrm>
        </p:spPr>
        <p:txBody>
          <a:bodyPr/>
          <a:lstStyle/>
          <a:p>
            <a:r>
              <a:rPr lang="en-US" dirty="0"/>
              <a:t>Mixture of Expert (</a:t>
            </a:r>
            <a:r>
              <a:rPr lang="en-US" dirty="0" err="1"/>
              <a:t>MoE</a:t>
            </a:r>
            <a:r>
              <a:rPr lang="en-US" dirty="0"/>
              <a:t>): right idea, wrong scale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B9809F-19A1-1356-8A09-64C2D50C3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666" y="1323429"/>
            <a:ext cx="4154748" cy="394030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1400" dirty="0"/>
              <a:t>Original hypothesis</a:t>
            </a:r>
            <a:endParaRPr lang="en-US" sz="1200" b="0" dirty="0"/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dirty="0"/>
              <a:t>Clinical population are heterogeneous. MOE let’s experts specialize per clinical taxonomy/member archetype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tabLst/>
              <a:defRPr/>
            </a:pPr>
            <a:endParaRPr lang="en-US" sz="1200" b="0" dirty="0"/>
          </a:p>
          <a:p>
            <a:pPr>
              <a:spcBef>
                <a:spcPts val="0"/>
              </a:spcBef>
            </a:pPr>
            <a:r>
              <a:rPr lang="en-US" sz="1400" dirty="0"/>
              <a:t>Expert collapse</a:t>
            </a:r>
            <a:endParaRPr lang="en-US" sz="1200" b="0" dirty="0"/>
          </a:p>
          <a:p>
            <a:pPr marL="285750" indent="-285750" defTabSz="914400" fontAlgn="auto">
              <a:spcBef>
                <a:spcPts val="0"/>
              </a:spcBef>
              <a:buClrTx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Definition</a:t>
            </a:r>
            <a:r>
              <a:rPr lang="en-US" sz="1200" b="0" dirty="0"/>
              <a:t>: a small subset of experts carries most of the useful computation, while others are underused.</a:t>
            </a:r>
          </a:p>
          <a:p>
            <a:pPr marL="285750" lvl="0" indent="-285750" defTabSz="914400" fontAlgn="auto">
              <a:spcBef>
                <a:spcPts val="0"/>
              </a:spcBef>
              <a:buClrTx/>
              <a:buFont typeface="Arial" panose="020B0604020202020204" pitchFamily="34" charset="0"/>
              <a:buChar char="•"/>
              <a:defRPr/>
            </a:pPr>
            <a:r>
              <a:rPr lang="en-US" sz="1200" dirty="0"/>
              <a:t>Dilemma</a:t>
            </a:r>
            <a:r>
              <a:rPr lang="en-US" sz="1200" b="0" dirty="0"/>
              <a:t>: The TE has to either sacrifice task performance for load balance or vice versa.  </a:t>
            </a:r>
          </a:p>
          <a:p>
            <a:pPr marL="285750" lvl="0" indent="-285750" defTabSz="914400" fontAlgn="auto">
              <a:spcBef>
                <a:spcPts val="0"/>
              </a:spcBef>
              <a:buClrTx/>
              <a:buFont typeface="Arial" panose="020B0604020202020204" pitchFamily="34" charset="0"/>
              <a:buChar char="•"/>
              <a:defRPr/>
            </a:pPr>
            <a:endParaRPr lang="en-US" sz="1200" b="0" dirty="0"/>
          </a:p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400" dirty="0">
                <a:solidFill>
                  <a:srgbClr val="3F3F3F"/>
                </a:solidFill>
                <a:latin typeface="CVS Health Sans"/>
              </a:rPr>
              <a:t>P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otential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 root cause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3F3F3F"/>
                </a:solidFill>
                <a:latin typeface="CVS Health Sans"/>
              </a:rPr>
              <a:t>Scale mismatch</a:t>
            </a:r>
            <a:r>
              <a:rPr lang="en-US" sz="1200" b="0" dirty="0">
                <a:solidFill>
                  <a:srgbClr val="3F3F3F"/>
                </a:solidFill>
                <a:latin typeface="CVS Health Sans"/>
              </a:rPr>
              <a:t>: </a:t>
            </a:r>
            <a:r>
              <a:rPr lang="en-US" sz="1200" b="0" dirty="0" err="1">
                <a:solidFill>
                  <a:srgbClr val="3F3F3F"/>
                </a:solidFill>
                <a:latin typeface="CVS Health Sans"/>
              </a:rPr>
              <a:t>MoE</a:t>
            </a:r>
            <a:r>
              <a:rPr lang="en-US" sz="1200" b="0" dirty="0">
                <a:solidFill>
                  <a:srgbClr val="3F3F3F"/>
                </a:solidFill>
                <a:latin typeface="CVS Health Sans"/>
              </a:rPr>
              <a:t> benefits emerges at larger LLM (&gt; 1B parameters) and the model is taxed by routing overhead</a:t>
            </a:r>
          </a:p>
          <a:p>
            <a:pPr marL="285750" indent="-285750" defTabSz="914400" fontAlgn="auto">
              <a:spcBef>
                <a:spcPts val="0"/>
              </a:spcBef>
              <a:buClrTx/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3F3F3F"/>
                </a:solidFill>
                <a:latin typeface="CVS Health Sans"/>
              </a:rPr>
              <a:t>Domain homogeneity</a:t>
            </a:r>
            <a:r>
              <a:rPr lang="en-US" sz="1200" b="0" dirty="0">
                <a:solidFill>
                  <a:srgbClr val="3F3F3F"/>
                </a:solidFill>
                <a:latin typeface="CVS Health Sans"/>
              </a:rPr>
              <a:t>: Clinical claims involves only one type of “</a:t>
            </a:r>
            <a:r>
              <a:rPr lang="en-US" sz="1200" b="0">
                <a:solidFill>
                  <a:srgbClr val="3F3F3F"/>
                </a:solidFill>
                <a:latin typeface="CVS Health Sans"/>
              </a:rPr>
              <a:t>language” but </a:t>
            </a:r>
            <a:r>
              <a:rPr lang="en-US" sz="1200" b="0" dirty="0" err="1">
                <a:solidFill>
                  <a:srgbClr val="3F3F3F"/>
                </a:solidFill>
                <a:latin typeface="CVS Health Sans"/>
              </a:rPr>
              <a:t>MoE</a:t>
            </a:r>
            <a:r>
              <a:rPr lang="en-US" sz="1200" b="0" dirty="0">
                <a:solidFill>
                  <a:srgbClr val="3F3F3F"/>
                </a:solidFill>
                <a:latin typeface="CVS Health Sans"/>
              </a:rPr>
              <a:t> benefits cross-domain language (natural language); e.g., the top 10% of code pairs explain 91.7% of all pair occurrences</a:t>
            </a:r>
          </a:p>
          <a:p>
            <a:pPr marL="285750" indent="-285750" defTabSz="914400" fontAlgn="auto">
              <a:spcBef>
                <a:spcPts val="0"/>
              </a:spcBef>
              <a:buClrTx/>
              <a:buFont typeface="Arial" panose="020B0604020202020204" pitchFamily="34" charset="0"/>
              <a:buChar char="•"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VS Health Sans"/>
              <a:ea typeface="+mn-ea"/>
              <a:cs typeface="+mn-cs"/>
            </a:endParaRPr>
          </a:p>
          <a:p>
            <a:pPr marL="0" marR="0" lvl="0" indent="0" algn="l" defTabSz="4572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VS Health Sans"/>
              <a:ea typeface="+mn-ea"/>
              <a:cs typeface="+mn-cs"/>
            </a:endParaRPr>
          </a:p>
          <a:p>
            <a:pPr lvl="0" defTabSz="914400" fontAlgn="auto">
              <a:spcBef>
                <a:spcPts val="0"/>
              </a:spcBef>
              <a:buClrTx/>
              <a:defRPr/>
            </a:pPr>
            <a:endParaRPr lang="en-US" sz="1200" b="0" dirty="0"/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tabLst/>
              <a:defRPr/>
            </a:pPr>
            <a:endParaRPr lang="en-US" sz="1200" b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A7317C-2CA8-CF7C-BF78-AE6FA3CDAF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47645"/>
              </p:ext>
            </p:extLst>
          </p:nvPr>
        </p:nvGraphicFramePr>
        <p:xfrm>
          <a:off x="6096000" y="3495441"/>
          <a:ext cx="5026090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7351">
                  <a:extLst>
                    <a:ext uri="{9D8B030D-6E8A-4147-A177-3AD203B41FA5}">
                      <a16:colId xmlns:a16="http://schemas.microsoft.com/office/drawing/2014/main" val="823238945"/>
                    </a:ext>
                  </a:extLst>
                </a:gridCol>
                <a:gridCol w="868681">
                  <a:extLst>
                    <a:ext uri="{9D8B030D-6E8A-4147-A177-3AD203B41FA5}">
                      <a16:colId xmlns:a16="http://schemas.microsoft.com/office/drawing/2014/main" val="3461395152"/>
                    </a:ext>
                  </a:extLst>
                </a:gridCol>
                <a:gridCol w="662190">
                  <a:extLst>
                    <a:ext uri="{9D8B030D-6E8A-4147-A177-3AD203B41FA5}">
                      <a16:colId xmlns:a16="http://schemas.microsoft.com/office/drawing/2014/main" val="86972655"/>
                    </a:ext>
                  </a:extLst>
                </a:gridCol>
                <a:gridCol w="887868">
                  <a:extLst>
                    <a:ext uri="{9D8B030D-6E8A-4147-A177-3AD203B41FA5}">
                      <a16:colId xmlns:a16="http://schemas.microsoft.com/office/drawing/2014/main" val="3485253506"/>
                    </a:ext>
                  </a:extLst>
                </a:gridCol>
              </a:tblGrid>
              <a:tr h="329089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Architecture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Recall@10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Model param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Expert Collapse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1785"/>
                  </a:ext>
                </a:extLst>
              </a:tr>
              <a:tr h="205681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TE v3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0.947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27.56M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--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927033"/>
                  </a:ext>
                </a:extLst>
              </a:tr>
              <a:tr h="205681">
                <a:tc>
                  <a:txBody>
                    <a:bodyPr/>
                    <a:lstStyle/>
                    <a:p>
                      <a:r>
                        <a:rPr lang="en-US" sz="10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MoE</a:t>
                      </a:r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8 experts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0.830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35.07M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467330"/>
                  </a:ext>
                </a:extLst>
              </a:tr>
              <a:tr h="205681">
                <a:tc>
                  <a:txBody>
                    <a:bodyPr/>
                    <a:lstStyle/>
                    <a:p>
                      <a:r>
                        <a:rPr lang="en-US" sz="10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MoE</a:t>
                      </a:r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7 + 1 shared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0.832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34.94M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0.48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1732191"/>
                  </a:ext>
                </a:extLst>
              </a:tr>
              <a:tr h="205681">
                <a:tc>
                  <a:txBody>
                    <a:bodyPr/>
                    <a:lstStyle/>
                    <a:p>
                      <a:r>
                        <a:rPr lang="en-US" sz="10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MoE</a:t>
                      </a:r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16 experts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0.774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34.26M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3.83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551760"/>
                  </a:ext>
                </a:extLst>
              </a:tr>
              <a:tr h="205681">
                <a:tc>
                  <a:txBody>
                    <a:bodyPr/>
                    <a:lstStyle/>
                    <a:p>
                      <a:r>
                        <a:rPr lang="en-US" sz="10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MoE</a:t>
                      </a:r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7 + 1 shared + auxiliary loss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0.835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34.90M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0.13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708034"/>
                  </a:ext>
                </a:extLst>
              </a:tr>
              <a:tr h="329089">
                <a:tc>
                  <a:txBody>
                    <a:bodyPr/>
                    <a:lstStyle/>
                    <a:p>
                      <a:r>
                        <a:rPr lang="en-US" sz="10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MoE</a:t>
                      </a:r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7 + 1 shared + auxiliary free bias correction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0.875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34.90M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1.98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646151"/>
                  </a:ext>
                </a:extLst>
              </a:tr>
              <a:tr h="329089">
                <a:tc>
                  <a:txBody>
                    <a:bodyPr/>
                    <a:lstStyle/>
                    <a:p>
                      <a:r>
                        <a:rPr lang="en-US" sz="10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MoE</a:t>
                      </a:r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7 + 1 shared + auxiliary free bias correction (starting from layer 4)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0.962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84.47M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3.57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230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058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46FF3-5760-6C9C-A977-A44672A34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DF629F0E-47B5-5A8E-DA3E-512562557CA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6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6" imgH="416" progId="TCLayout.ActiveDocument.1">
                  <p:embed/>
                </p:oleObj>
              </mc:Choice>
              <mc:Fallback>
                <p:oleObj name="think-cell Slide" r:id="rId3" imgW="416" imgH="41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DF629F0E-47B5-5A8E-DA3E-512562557C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6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1A4A87A1-7E7A-150C-ABD5-188E4EC20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899152" y="2649212"/>
            <a:ext cx="393699" cy="1559576"/>
            <a:chOff x="5897563" y="2649212"/>
            <a:chExt cx="393699" cy="1559576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143DB45-4154-DE70-DE22-DF2F01EC2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5897563" y="2649212"/>
              <a:ext cx="393699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F6FF842-935F-AA60-D2BD-D94BA9AE5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5897563" y="4208788"/>
              <a:ext cx="393699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51BE9D32-9CB4-419E-A903-3B29237CEDBA}"/>
              </a:ext>
            </a:extLst>
          </p:cNvPr>
          <p:cNvSpPr txBox="1">
            <a:spLocks/>
          </p:cNvSpPr>
          <p:nvPr/>
        </p:nvSpPr>
        <p:spPr>
          <a:xfrm>
            <a:off x="2439353" y="2402255"/>
            <a:ext cx="7313294" cy="22624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Transformer Embeddings Explainability Results</a:t>
            </a:r>
            <a:endParaRPr kumimoji="0" lang="en-US" sz="255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VS Health Sans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05272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Making Transformer Embeddings Clinically Interpretable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/>
              <a:t>Current Challenge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>
                <a:solidFill>
                  <a:schemeClr val="accent5"/>
                </a:solidFill>
                <a:latin typeface="CVS Health Sans"/>
                <a:cs typeface="Segoe UI"/>
              </a:rPr>
              <a:t>To operationalize </a:t>
            </a:r>
            <a:r>
              <a:rPr lang="en-US" sz="1300" b="0" err="1">
                <a:solidFill>
                  <a:schemeClr val="accent5"/>
                </a:solidFill>
                <a:latin typeface="CVS Health Sans"/>
                <a:cs typeface="Segoe UI"/>
              </a:rPr>
              <a:t>transf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>
                <a:solidFill>
                  <a:schemeClr val="accent5"/>
                </a:solidFill>
                <a:latin typeface="CVS Health Sans"/>
                <a:cs typeface="Segoe UI"/>
              </a:rPr>
              <a:t>However, today’s TE ecosystem is </a:t>
            </a:r>
            <a:r>
              <a:rPr lang="en-US" sz="1300">
                <a:solidFill>
                  <a:schemeClr val="accent5"/>
                </a:solidFill>
                <a:latin typeface="CVS Health Sans"/>
                <a:cs typeface="Segoe UI"/>
              </a:rPr>
              <a:t>operationally </a:t>
            </a:r>
            <a:r>
              <a:rPr lang="en-US" sz="1300">
                <a:solidFill>
                  <a:schemeClr val="accent5"/>
                </a:solidFill>
                <a:latin typeface="CVS Health Sans"/>
                <a:cs typeface="Arial"/>
              </a:rPr>
              <a:t>fragmented</a:t>
            </a:r>
            <a:r>
              <a:rPr lang="en-US" sz="1300" b="0">
                <a:solidFill>
                  <a:schemeClr val="accent5"/>
                </a:solidFill>
                <a:latin typeface="CVS Health Sans"/>
                <a:cs typeface="Arial"/>
              </a:rPr>
              <a:t>, with separate pipelines, refresh cadences</a:t>
            </a:r>
            <a:r>
              <a:rPr lang="en-US" sz="1300" b="0">
                <a:solidFill>
                  <a:schemeClr val="accent5"/>
                </a:solidFill>
                <a:latin typeface="CVS Health Sans"/>
                <a:cs typeface="Segoe UI"/>
              </a:rPr>
              <a:t>, </a:t>
            </a:r>
            <a:r>
              <a:rPr lang="en-US" sz="1300" b="0">
                <a:solidFill>
                  <a:schemeClr val="accent5"/>
                </a:solidFill>
                <a:latin typeface="CVS Health Sans"/>
                <a:cs typeface="Arial"/>
              </a:rPr>
              <a:t>and ownership across LOBs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>
                <a:solidFill>
                  <a:schemeClr val="accent5"/>
                </a:solidFill>
                <a:latin typeface="CVS Health Sans"/>
                <a:cs typeface="Arial"/>
              </a:rPr>
              <a:t>The current TE foundation was trained under </a:t>
            </a:r>
            <a:r>
              <a:rPr lang="en-US" sz="1300">
                <a:solidFill>
                  <a:schemeClr val="accent5"/>
                </a:solidFill>
                <a:latin typeface="CVS Health Sans"/>
                <a:cs typeface="Arial"/>
              </a:rPr>
              <a:t>legacy constraints </a:t>
            </a:r>
            <a:r>
              <a:rPr lang="en-US" sz="1300" b="0">
                <a:solidFill>
                  <a:schemeClr val="accent5"/>
                </a:solidFill>
                <a:latin typeface="CVS Health Sans"/>
                <a:cs typeface="Arial"/>
              </a:rPr>
              <a:t>and does not support scalable, governed, cross-LOB adoption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accent5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300" b="0">
              <a:solidFill>
                <a:schemeClr val="accent5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/>
              <a:t>What We’ve Done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>
                <a:solidFill>
                  <a:schemeClr val="accent5"/>
                </a:solidFill>
              </a:rPr>
              <a:t>Established a </a:t>
            </a:r>
            <a:r>
              <a:rPr lang="en-US" sz="1300">
                <a:solidFill>
                  <a:schemeClr val="accent5"/>
                </a:solidFill>
              </a:rPr>
              <a:t>unified “latest” TE access layer</a:t>
            </a:r>
            <a:r>
              <a:rPr lang="en-US" sz="1300" b="0">
                <a:solidFill>
                  <a:schemeClr val="accent5"/>
                </a:solidFill>
              </a:rPr>
              <a:t> across Commercial, Medicaid, and Medicare to unblock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>
                <a:solidFill>
                  <a:schemeClr val="accent5"/>
                </a:solidFill>
              </a:rPr>
              <a:t>Created a </a:t>
            </a:r>
            <a:r>
              <a:rPr lang="en-US" sz="1300">
                <a:solidFill>
                  <a:schemeClr val="accent5"/>
                </a:solidFill>
              </a:rPr>
              <a:t>stable consolidated dataset for downstream users </a:t>
            </a:r>
            <a:r>
              <a:rPr lang="en-US" sz="1300" b="0">
                <a:solidFill>
                  <a:schemeClr val="accent5"/>
                </a:solidFill>
              </a:rPr>
              <a:t>while underlying pipelines remain heterogenous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>
                <a:solidFill>
                  <a:schemeClr val="accent5"/>
                </a:solidFill>
              </a:rPr>
              <a:t>Laid the groundwork for </a:t>
            </a:r>
            <a:r>
              <a:rPr lang="en-US" sz="1300">
                <a:solidFill>
                  <a:schemeClr val="accent5"/>
                </a:solidFill>
              </a:rPr>
              <a:t>retraining on GCP</a:t>
            </a:r>
            <a:r>
              <a:rPr lang="en-US" sz="1300" b="0">
                <a:solidFill>
                  <a:schemeClr val="accent5"/>
                </a:solidFill>
              </a:rPr>
              <a:t>, enabling evaluation, migration planning, and future standardization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b="0">
              <a:solidFill>
                <a:schemeClr val="accent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/>
          </a:p>
        </p:txBody>
      </p:sp>
      <p:sp>
        <p:nvSpPr>
          <p:cNvPr id="5" name="Content Placeholder 4"/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r>
              <a:rPr lang="en-US"/>
              <a:t>What’s Next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5"/>
                </a:solidFill>
              </a:rPr>
              <a:t>Retrain TE model </a:t>
            </a:r>
            <a:r>
              <a:rPr lang="en-US">
                <a:solidFill>
                  <a:schemeClr val="accent5"/>
                </a:solidFill>
              </a:rPr>
              <a:t>on a governed, cross-LOB GCP foundation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5"/>
                </a:solidFill>
              </a:rPr>
              <a:t>Align on </a:t>
            </a:r>
            <a:r>
              <a:rPr lang="en-US" b="1">
                <a:solidFill>
                  <a:schemeClr val="accent5"/>
                </a:solidFill>
              </a:rPr>
              <a:t>inference strategy, refresh cadence, and migration approach </a:t>
            </a:r>
            <a:r>
              <a:rPr lang="en-US">
                <a:solidFill>
                  <a:schemeClr val="accent5"/>
                </a:solidFill>
              </a:rPr>
              <a:t>for downstream models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5"/>
                </a:solidFill>
              </a:rPr>
              <a:t>Partner with downstream teams to </a:t>
            </a:r>
            <a:r>
              <a:rPr lang="en-US" b="1">
                <a:solidFill>
                  <a:schemeClr val="accent5"/>
                </a:solidFill>
              </a:rPr>
              <a:t>validate performance, manage adoption, and sunset legacy embeddings</a:t>
            </a:r>
            <a:endParaRPr lang="en-US">
              <a:solidFill>
                <a:schemeClr val="accent5"/>
              </a:solidFill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accent5"/>
              </a:solidFill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916A34-72E2-C8DB-5EF4-C6DA714C97D3}"/>
              </a:ext>
            </a:extLst>
          </p:cNvPr>
          <p:cNvSpPr txBox="1"/>
          <p:nvPr/>
        </p:nvSpPr>
        <p:spPr>
          <a:xfrm>
            <a:off x="5325942" y="6327649"/>
            <a:ext cx="52160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>
                <a:solidFill>
                  <a:schemeClr val="bg1">
                    <a:lumMod val="65000"/>
                  </a:schemeClr>
                </a:solidFill>
                <a:latin typeface="CVS Health Sans" panose="020B0504020202020204" pitchFamily="34" charset="0"/>
              </a:rPr>
              <a:t>INTERNAL USE</a:t>
            </a:r>
            <a:r>
              <a:rPr lang="en-US" sz="1200" b="0" i="1">
                <a:solidFill>
                  <a:schemeClr val="bg1">
                    <a:lumMod val="65000"/>
                  </a:schemeClr>
                </a:solidFill>
                <a:effectLst/>
                <a:latin typeface="CVS Health Sans" panose="020B0504020202020204" pitchFamily="34" charset="0"/>
              </a:rPr>
              <a:t> AND NOT FOR DISTRIBUTION OR RECIRCULATION</a:t>
            </a:r>
            <a:endParaRPr lang="en-US" sz="1200">
              <a:solidFill>
                <a:schemeClr val="bg1">
                  <a:lumMod val="65000"/>
                </a:schemeClr>
              </a:solidFill>
              <a:latin typeface="CVS Health Sans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486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A89B7-85BE-9E13-F257-9998740E2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Methodology review in TE  explainability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BC59CB-5728-9EA5-F930-C77D99C75776}"/>
              </a:ext>
            </a:extLst>
          </p:cNvPr>
          <p:cNvSpPr txBox="1"/>
          <p:nvPr/>
        </p:nvSpPr>
        <p:spPr>
          <a:xfrm>
            <a:off x="3030168" y="1093380"/>
            <a:ext cx="1800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solidFill>
                  <a:schemeClr val="tx2"/>
                </a:solidFill>
                <a:latin typeface="CVS Health Sans" panose="020B0504020202020204" pitchFamily="34" charset="0"/>
              </a:rPr>
              <a:t>Task-oriented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574408-6E55-2359-F5D3-F2CDD84571E6}"/>
              </a:ext>
            </a:extLst>
          </p:cNvPr>
          <p:cNvSpPr txBox="1"/>
          <p:nvPr/>
        </p:nvSpPr>
        <p:spPr>
          <a:xfrm>
            <a:off x="8868101" y="863147"/>
            <a:ext cx="22073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solidFill>
                  <a:schemeClr val="tx2"/>
                </a:solidFill>
              </a:rPr>
              <a:t>Task-agnostic </a:t>
            </a:r>
          </a:p>
          <a:p>
            <a:pPr algn="ctr"/>
            <a:r>
              <a:rPr lang="en-US" b="1">
                <a:solidFill>
                  <a:schemeClr val="tx2"/>
                </a:solidFill>
              </a:rPr>
              <a:t>(Model behavior)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48CDA0-D9FA-2782-C367-EE988C8A007B}"/>
              </a:ext>
            </a:extLst>
          </p:cNvPr>
          <p:cNvSpPr txBox="1"/>
          <p:nvPr/>
        </p:nvSpPr>
        <p:spPr>
          <a:xfrm>
            <a:off x="595401" y="1743646"/>
            <a:ext cx="2224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tx2"/>
                </a:solidFill>
                <a:latin typeface="CVS Health Sans" panose="020B0504020202020204" pitchFamily="34" charset="0"/>
              </a:rPr>
              <a:t>Semantic meanings of the embedding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41188F-620E-4BB5-DAEF-62ABA4F208DE}"/>
              </a:ext>
            </a:extLst>
          </p:cNvPr>
          <p:cNvSpPr txBox="1"/>
          <p:nvPr/>
        </p:nvSpPr>
        <p:spPr>
          <a:xfrm>
            <a:off x="2903023" y="1743646"/>
            <a:ext cx="2224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tx2"/>
                </a:solidFill>
                <a:latin typeface="CVS Health Sans" panose="020B0504020202020204" pitchFamily="34" charset="0"/>
              </a:rPr>
              <a:t>Primary driver of predictions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FB2C14-B77F-A824-F90B-46DEC1AC4D48}"/>
              </a:ext>
            </a:extLst>
          </p:cNvPr>
          <p:cNvSpPr txBox="1"/>
          <p:nvPr/>
        </p:nvSpPr>
        <p:spPr>
          <a:xfrm>
            <a:off x="8356581" y="1723806"/>
            <a:ext cx="2718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tx2"/>
                </a:solidFill>
                <a:latin typeface="CVS Health Sans" panose="020B0504020202020204" pitchFamily="34" charset="0"/>
              </a:rPr>
              <a:t>Model learning dynamics and concept representations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6A5C49-E903-C855-F11B-34CDC4F57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20" y="4015306"/>
            <a:ext cx="2607957" cy="18158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A01DCD-AC5A-90D0-E92B-2C02C96CB23E}"/>
              </a:ext>
            </a:extLst>
          </p:cNvPr>
          <p:cNvSpPr txBox="1"/>
          <p:nvPr/>
        </p:nvSpPr>
        <p:spPr>
          <a:xfrm>
            <a:off x="557929" y="2335791"/>
            <a:ext cx="2437198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>
                <a:solidFill>
                  <a:schemeClr val="tx2"/>
                </a:solidFill>
                <a:latin typeface="CVS Health Sans" panose="020B0504020202020204" pitchFamily="34" charset="0"/>
              </a:rPr>
              <a:t>Correlation</a:t>
            </a:r>
            <a:r>
              <a:rPr lang="en-US" sz="1300">
                <a:solidFill>
                  <a:schemeClr val="tx2"/>
                </a:solidFill>
                <a:latin typeface="CVS Health Sans" panose="020B0504020202020204" pitchFamily="34" charset="0"/>
              </a:rPr>
              <a:t> between a given TE dimension with traditional features, e.g., emb154 is associated with diabetes in Medicaid; emb186 encodes claims volume and utilization patterns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EC5B50-4198-31C6-448A-561DF9A21E27}"/>
              </a:ext>
            </a:extLst>
          </p:cNvPr>
          <p:cNvSpPr txBox="1"/>
          <p:nvPr/>
        </p:nvSpPr>
        <p:spPr>
          <a:xfrm>
            <a:off x="5366910" y="1723806"/>
            <a:ext cx="2224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tx2"/>
                </a:solidFill>
                <a:latin typeface="CVS Health Sans" panose="020B0504020202020204" pitchFamily="34" charset="0"/>
              </a:rPr>
              <a:t>TCAV + LLM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F67267-D18F-1794-20C0-FF42BFD2F858}"/>
              </a:ext>
            </a:extLst>
          </p:cNvPr>
          <p:cNvSpPr txBox="1"/>
          <p:nvPr/>
        </p:nvSpPr>
        <p:spPr>
          <a:xfrm>
            <a:off x="2954593" y="2335791"/>
            <a:ext cx="252327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solidFill>
                  <a:schemeClr val="tx2"/>
                </a:solidFill>
                <a:latin typeface="CVS Health Sans" panose="020B0504020202020204" pitchFamily="34" charset="0"/>
              </a:rPr>
              <a:t>Identify </a:t>
            </a:r>
            <a:r>
              <a:rPr lang="en-US" sz="1300" b="1">
                <a:solidFill>
                  <a:schemeClr val="tx2"/>
                </a:solidFill>
                <a:latin typeface="CVS Health Sans" panose="020B0504020202020204" pitchFamily="34" charset="0"/>
              </a:rPr>
              <a:t>importance of specific embedding dimensions </a:t>
            </a:r>
            <a:r>
              <a:rPr lang="en-US" sz="1300">
                <a:solidFill>
                  <a:schemeClr val="tx2"/>
                </a:solidFill>
                <a:latin typeface="CVS Health Sans" panose="020B0504020202020204" pitchFamily="34" charset="0"/>
              </a:rPr>
              <a:t>on downstream classification tasks by measuring effects of removing such dimensions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266497-E7FA-81EB-3825-882B37A1F605}"/>
              </a:ext>
            </a:extLst>
          </p:cNvPr>
          <p:cNvSpPr txBox="1"/>
          <p:nvPr/>
        </p:nvSpPr>
        <p:spPr>
          <a:xfrm>
            <a:off x="5391791" y="2335791"/>
            <a:ext cx="255551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solidFill>
                  <a:schemeClr val="tx2"/>
                </a:solidFill>
                <a:latin typeface="CVS Health Sans" panose="020B0504020202020204" pitchFamily="34" charset="0"/>
              </a:rPr>
              <a:t>TO BE EDITED (PRITHA method)</a:t>
            </a:r>
          </a:p>
        </p:txBody>
      </p:sp>
      <p:pic>
        <p:nvPicPr>
          <p:cNvPr id="1026" name="Picture 2" descr="Understanding Shapley Values with Venn ...">
            <a:extLst>
              <a:ext uri="{FF2B5EF4-FFF2-40B4-BE49-F238E27FC236}">
                <a16:creationId xmlns:a16="http://schemas.microsoft.com/office/drawing/2014/main" id="{110E0AF9-6DAD-44C4-D9B5-780EA0827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361" y="4079065"/>
            <a:ext cx="2450504" cy="1292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CA9A6B1-143C-6345-F69E-B4C73CA648B4}"/>
              </a:ext>
            </a:extLst>
          </p:cNvPr>
          <p:cNvSpPr txBox="1"/>
          <p:nvPr/>
        </p:nvSpPr>
        <p:spPr>
          <a:xfrm>
            <a:off x="5727492" y="4736061"/>
            <a:ext cx="2219816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chemeClr val="tx1">
                    <a:lumMod val="75000"/>
                    <a:lumOff val="25000"/>
                  </a:schemeClr>
                </a:solidFill>
                <a:latin typeface="CVS Health Sans" panose="020B0504020202020204" pitchFamily="34" charset="0"/>
                <a:cs typeface="Times New Roman"/>
              </a:rPr>
              <a:t>Gemini</a:t>
            </a:r>
            <a:r>
              <a:rPr lang="en-US" sz="1050">
                <a:solidFill>
                  <a:schemeClr val="tx1">
                    <a:lumMod val="75000"/>
                    <a:lumOff val="25000"/>
                  </a:schemeClr>
                </a:solidFill>
                <a:latin typeface="CVS Health Sans" panose="020B0504020202020204" pitchFamily="34" charset="0"/>
                <a:cs typeface="Times New Roman"/>
              </a:rPr>
              <a:t>: “</a:t>
            </a:r>
            <a:r>
              <a:rPr lang="en-US" sz="1050" i="1">
                <a:solidFill>
                  <a:schemeClr val="tx1">
                    <a:lumMod val="75000"/>
                    <a:lumOff val="25000"/>
                  </a:schemeClr>
                </a:solidFill>
                <a:latin typeface="CVS Health Sans" panose="020B0504020202020204" pitchFamily="34" charset="0"/>
                <a:cs typeface="Times New Roman"/>
              </a:rPr>
              <a:t>The member faces a high likelihood of inpatient admission in the next three months due to several compounding clinical factors…...“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179A28-9DFA-B06E-780E-0DDD06E39951}"/>
              </a:ext>
            </a:extLst>
          </p:cNvPr>
          <p:cNvSpPr txBox="1"/>
          <p:nvPr/>
        </p:nvSpPr>
        <p:spPr>
          <a:xfrm>
            <a:off x="8245438" y="2318570"/>
            <a:ext cx="370707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>
                <a:solidFill>
                  <a:schemeClr val="tx2"/>
                </a:solidFill>
                <a:latin typeface="CVS Health Sans" panose="020B0504020202020204" pitchFamily="34" charset="0"/>
              </a:rPr>
              <a:t>Dissect the transformer model </a:t>
            </a:r>
            <a:r>
              <a:rPr lang="en-US" sz="1300" b="1">
                <a:solidFill>
                  <a:schemeClr val="tx2"/>
                </a:solidFill>
                <a:latin typeface="CVS Health Sans" panose="020B0504020202020204" pitchFamily="34" charset="0"/>
              </a:rPr>
              <a:t>layer-by-layer</a:t>
            </a:r>
            <a:r>
              <a:rPr lang="en-US" sz="1300">
                <a:solidFill>
                  <a:schemeClr val="tx2"/>
                </a:solidFill>
                <a:latin typeface="CVS Health Sans" panose="020B0504020202020204" pitchFamily="34" charset="0"/>
              </a:rPr>
              <a:t> to understand what clinical concepts are learned, where they are encoded, and how the learning information evolves through the network's depth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4A7E0A7-13DE-0252-5C23-DDC750487C60}"/>
              </a:ext>
            </a:extLst>
          </p:cNvPr>
          <p:cNvGrpSpPr/>
          <p:nvPr/>
        </p:nvGrpSpPr>
        <p:grpSpPr>
          <a:xfrm>
            <a:off x="8765286" y="5016377"/>
            <a:ext cx="2144430" cy="1176733"/>
            <a:chOff x="6314993" y="2584927"/>
            <a:chExt cx="5293871" cy="2904958"/>
          </a:xfrm>
        </p:grpSpPr>
        <p:pic>
          <p:nvPicPr>
            <p:cNvPr id="28" name="Picture 27" descr="A graph of different colored lines&#10;&#10;AI-generated content may be incorrect.">
              <a:extLst>
                <a:ext uri="{FF2B5EF4-FFF2-40B4-BE49-F238E27FC236}">
                  <a16:creationId xmlns:a16="http://schemas.microsoft.com/office/drawing/2014/main" id="{52DF1CD1-C5CB-958B-3508-7723E2F5C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21272" y="2584927"/>
              <a:ext cx="5287592" cy="2667785"/>
            </a:xfrm>
            <a:prstGeom prst="rect">
              <a:avLst/>
            </a:prstGeom>
          </p:spPr>
        </p:pic>
        <p:pic>
          <p:nvPicPr>
            <p:cNvPr id="29" name="Picture 28" descr="A white background with black and white clouds&#10;&#10;AI-generated content may be incorrect.">
              <a:extLst>
                <a:ext uri="{FF2B5EF4-FFF2-40B4-BE49-F238E27FC236}">
                  <a16:creationId xmlns:a16="http://schemas.microsoft.com/office/drawing/2014/main" id="{030886F5-5034-2D2C-5B45-F692452A3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14993" y="5233866"/>
              <a:ext cx="5280976" cy="256019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2CB4FE9-AE71-9AB9-482C-F83E3EF492C8}"/>
              </a:ext>
            </a:extLst>
          </p:cNvPr>
          <p:cNvGrpSpPr/>
          <p:nvPr/>
        </p:nvGrpSpPr>
        <p:grpSpPr>
          <a:xfrm>
            <a:off x="8819756" y="3869278"/>
            <a:ext cx="2036366" cy="1053969"/>
            <a:chOff x="433753" y="2551325"/>
            <a:chExt cx="5848042" cy="3026791"/>
          </a:xfrm>
        </p:grpSpPr>
        <p:pic>
          <p:nvPicPr>
            <p:cNvPr id="31" name="Picture 30" descr="A graph with different colored lines and stars&#10;&#10;AI-generated content may be incorrect.">
              <a:extLst>
                <a:ext uri="{FF2B5EF4-FFF2-40B4-BE49-F238E27FC236}">
                  <a16:creationId xmlns:a16="http://schemas.microsoft.com/office/drawing/2014/main" id="{6893340A-377D-DA1D-FA28-A3F64CD2C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9147" y="2551325"/>
              <a:ext cx="5842648" cy="2755745"/>
            </a:xfrm>
            <a:prstGeom prst="rect">
              <a:avLst/>
            </a:prstGeom>
          </p:spPr>
        </p:pic>
        <p:pic>
          <p:nvPicPr>
            <p:cNvPr id="32" name="Picture 31" descr="A white background with black and white clouds&#10;&#10;AI-generated content may be incorrect.">
              <a:extLst>
                <a:ext uri="{FF2B5EF4-FFF2-40B4-BE49-F238E27FC236}">
                  <a16:creationId xmlns:a16="http://schemas.microsoft.com/office/drawing/2014/main" id="{A94C0125-21B5-CF4E-B4E9-986B9F98A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3753" y="5294332"/>
              <a:ext cx="5845530" cy="283784"/>
            </a:xfrm>
            <a:prstGeom prst="rect">
              <a:avLst/>
            </a:prstGeom>
          </p:spPr>
        </p:pic>
      </p:grpSp>
      <p:sp>
        <p:nvSpPr>
          <p:cNvPr id="33" name="Left Brace 32">
            <a:extLst>
              <a:ext uri="{FF2B5EF4-FFF2-40B4-BE49-F238E27FC236}">
                <a16:creationId xmlns:a16="http://schemas.microsoft.com/office/drawing/2014/main" id="{15FBDC68-3B4D-8091-264D-A99FA14A1F34}"/>
              </a:ext>
            </a:extLst>
          </p:cNvPr>
          <p:cNvSpPr/>
          <p:nvPr/>
        </p:nvSpPr>
        <p:spPr>
          <a:xfrm rot="5400000">
            <a:off x="3712018" y="-1885485"/>
            <a:ext cx="369332" cy="6986326"/>
          </a:xfrm>
          <a:prstGeom prst="leftBrace">
            <a:avLst>
              <a:gd name="adj1" fmla="val 8333"/>
              <a:gd name="adj2" fmla="val 49548"/>
            </a:avLst>
          </a:prstGeom>
          <a:ln w="1270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81B86B9C-F523-EA43-03D6-5974D34D565F}"/>
              </a:ext>
            </a:extLst>
          </p:cNvPr>
          <p:cNvSpPr/>
          <p:nvPr/>
        </p:nvSpPr>
        <p:spPr>
          <a:xfrm rot="5400000">
            <a:off x="9657718" y="80982"/>
            <a:ext cx="369332" cy="3081930"/>
          </a:xfrm>
          <a:prstGeom prst="leftBrace">
            <a:avLst>
              <a:gd name="adj1" fmla="val 8333"/>
              <a:gd name="adj2" fmla="val 49548"/>
            </a:avLst>
          </a:prstGeom>
          <a:ln w="12700" cmpd="sng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49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2DA4E-AA48-E100-3CAA-8F0004A27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 explainability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872F3-6F27-A2BD-C59D-4EC3290017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7929" y="1442108"/>
            <a:ext cx="3253648" cy="3524360"/>
          </a:xfrm>
        </p:spPr>
        <p:txBody>
          <a:bodyPr>
            <a:normAutofit/>
          </a:bodyPr>
          <a:lstStyle/>
          <a:p>
            <a:r>
              <a:rPr lang="en-US" sz="1600"/>
              <a:t>What stakeholders really want to understand?</a:t>
            </a:r>
          </a:p>
          <a:p>
            <a:pPr lvl="2"/>
            <a:r>
              <a:rPr lang="en-US"/>
              <a:t>Semantic meanings of the embedding dimensions and the impact of each dimension on the downstream classification tasks</a:t>
            </a:r>
          </a:p>
          <a:p>
            <a:pPr lvl="2"/>
            <a:r>
              <a:rPr lang="en-US"/>
              <a:t>TE learning progression and how it builds the clinical understanding internally</a:t>
            </a:r>
          </a:p>
          <a:p>
            <a:pPr lvl="2"/>
            <a:r>
              <a:rPr lang="en-US"/>
              <a:t>The ”explainability” means differently to DS to CM; extra efforts are needed when communicating with CMs.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38B94-05DA-189E-FEC3-2D78B1FE3DB4}"/>
              </a:ext>
            </a:extLst>
          </p:cNvPr>
          <p:cNvSpPr txBox="1">
            <a:spLocks/>
          </p:cNvSpPr>
          <p:nvPr/>
        </p:nvSpPr>
        <p:spPr>
          <a:xfrm>
            <a:off x="4376657" y="1434846"/>
            <a:ext cx="3577711" cy="3988308"/>
          </a:xfrm>
          <a:prstGeom prst="rect">
            <a:avLst/>
          </a:prstGeom>
        </p:spPr>
        <p:txBody>
          <a:bodyPr/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3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429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CVS Health Sans"/>
              <a:buChar char="–"/>
              <a:defRPr sz="1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/>
              <a:t>What principles we should follow?</a:t>
            </a:r>
          </a:p>
          <a:p>
            <a:pPr marL="171450" marR="0" lvl="2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1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Faithfulnes</a:t>
            </a:r>
            <a:r>
              <a:rPr lang="en-US" b="1">
                <a:solidFill>
                  <a:srgbClr val="3F3F3F"/>
                </a:solidFill>
                <a:latin typeface="CVS Health Sans"/>
              </a:rPr>
              <a:t>s</a:t>
            </a:r>
            <a:r>
              <a:rPr lang="en-US">
                <a:solidFill>
                  <a:srgbClr val="3F3F3F"/>
                </a:solidFill>
                <a:latin typeface="CVS Health Sans"/>
              </a:rPr>
              <a:t>: The explanation should accurately reflect the models’ true behavior, not post-hoc rationalization; and align with domain knowledge and expectations</a:t>
            </a:r>
          </a:p>
          <a:p>
            <a:pPr marL="171450" marR="0" lvl="2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Consistency</a:t>
            </a:r>
            <a:r>
              <a:rPr lang="en-US">
                <a:solidFill>
                  <a:srgbClr val="3F3F3F"/>
                </a:solidFill>
                <a:latin typeface="CVS Health Sans"/>
              </a:rPr>
              <a:t>: The same inputs yield the same explanations across contexts (i.e., cross population, upstream-downstream)</a:t>
            </a:r>
          </a:p>
          <a:p>
            <a:pPr marL="171450" marR="0" lvl="2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solidFill>
                  <a:srgbClr val="3F3F3F"/>
                </a:solidFill>
                <a:latin typeface="CVS Health Sans"/>
              </a:rPr>
              <a:t> </a:t>
            </a:r>
            <a:r>
              <a:rPr lang="en-US" b="1">
                <a:solidFill>
                  <a:srgbClr val="3F3F3F"/>
                </a:solidFill>
                <a:latin typeface="CVS Health Sans"/>
              </a:rPr>
              <a:t>Transparency</a:t>
            </a:r>
            <a:r>
              <a:rPr lang="en-US">
                <a:solidFill>
                  <a:srgbClr val="3F3F3F"/>
                </a:solidFill>
                <a:latin typeface="CVS Health Sans"/>
              </a:rPr>
              <a:t>: The transparency should be operated at three levels, i.e., algorithm, procedure and limitations; caution on LLM-based explanation</a:t>
            </a:r>
          </a:p>
          <a:p>
            <a:pPr marL="171450" marR="0" lvl="2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Completeness</a:t>
            </a:r>
            <a:r>
              <a:rPr lang="en-US">
                <a:solidFill>
                  <a:srgbClr val="3F3F3F"/>
                </a:solidFill>
                <a:latin typeface="CVS Health Sans"/>
              </a:rPr>
              <a:t>: Explanations should capture a sufficient portion of the outputs and model behaviors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VS Health Sans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9BB1CF-3577-E6D5-3801-4DA16316E8B1}"/>
              </a:ext>
            </a:extLst>
          </p:cNvPr>
          <p:cNvSpPr txBox="1">
            <a:spLocks/>
          </p:cNvSpPr>
          <p:nvPr/>
        </p:nvSpPr>
        <p:spPr>
          <a:xfrm>
            <a:off x="8172039" y="1434846"/>
            <a:ext cx="3434085" cy="3988308"/>
          </a:xfrm>
          <a:prstGeom prst="rect">
            <a:avLst/>
          </a:prstGeom>
        </p:spPr>
        <p:txBody>
          <a:bodyPr/>
          <a:lstStyle>
            <a:lvl1pPr marL="0" indent="0" algn="l" defTabSz="457200" rtl="0" eaLnBrk="1" fontAlgn="ctr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/>
              <a:buNone/>
              <a:defRPr sz="13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71450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buClrTx/>
              <a:buFont typeface="Arial"/>
              <a:buChar char="•"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429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CVS Health Sans"/>
              <a:buChar char="–"/>
              <a:defRPr sz="1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143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8580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857250" indent="-17145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287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06500" indent="-1778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/>
              <a:buChar char="•"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371600" indent="-165100" algn="l" defTabSz="457200" rtl="0" eaLnBrk="1" fontAlgn="ctr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–"/>
              <a:defRPr sz="1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/>
              <a:t>What methods we need?</a:t>
            </a:r>
          </a:p>
          <a:p>
            <a:pPr marL="171450" marR="0" lvl="2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Simple correlation with traditional features with directional check</a:t>
            </a:r>
          </a:p>
          <a:p>
            <a:pPr marL="171450" marR="0" lvl="2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Task-driven methods include Shapley value, LIME</a:t>
            </a:r>
          </a:p>
          <a:p>
            <a:pPr marL="171450" marR="0" lvl="2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VS Health Sans"/>
                <a:ea typeface="+mn-ea"/>
                <a:cs typeface="+mn-cs"/>
              </a:rPr>
              <a:t>Model behaviors methods include test with concept activation vector (TCAV), linear probing, attention mechanism visualization</a:t>
            </a:r>
          </a:p>
          <a:p>
            <a:pPr marL="171450" marR="0" lvl="2" indent="-171450" algn="l" defTabSz="457200" rtl="0" eaLnBrk="1" fontAlgn="ctr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solidFill>
                  <a:srgbClr val="3F3F3F"/>
                </a:solidFill>
                <a:latin typeface="CVS Health Sans"/>
              </a:rPr>
              <a:t>Experts’ generated meaning clinical concepts and ground truth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VS Health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8810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A2637-E48F-4A05-A4AB-BE9B833F8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the framework creates reliable dimension labels</a:t>
            </a:r>
          </a:p>
        </p:txBody>
      </p:sp>
      <p:graphicFrame>
        <p:nvGraphicFramePr>
          <p:cNvPr id="5" name="Table 6" descr="Default Table Style 1 layout example.">
            <a:extLst>
              <a:ext uri="{FF2B5EF4-FFF2-40B4-BE49-F238E27FC236}">
                <a16:creationId xmlns:a16="http://schemas.microsoft.com/office/drawing/2014/main" id="{E6440BB8-5CC7-40BB-96EE-6351EA3E93D6}"/>
              </a:ext>
            </a:extLst>
          </p:cNvPr>
          <p:cNvGraphicFramePr>
            <a:graphicFrameLocks noGrp="1"/>
          </p:cNvGraphicFramePr>
          <p:nvPr/>
        </p:nvGraphicFramePr>
        <p:xfrm>
          <a:off x="557929" y="1047641"/>
          <a:ext cx="10991816" cy="4812362"/>
        </p:xfrm>
        <a:graphic>
          <a:graphicData uri="http://schemas.openxmlformats.org/drawingml/2006/table">
            <a:tbl>
              <a:tblPr firstRow="1" bandRow="1"/>
              <a:tblGrid>
                <a:gridCol w="2747954">
                  <a:extLst>
                    <a:ext uri="{9D8B030D-6E8A-4147-A177-3AD203B41FA5}">
                      <a16:colId xmlns:a16="http://schemas.microsoft.com/office/drawing/2014/main" val="2831225325"/>
                    </a:ext>
                  </a:extLst>
                </a:gridCol>
                <a:gridCol w="2747954">
                  <a:extLst>
                    <a:ext uri="{9D8B030D-6E8A-4147-A177-3AD203B41FA5}">
                      <a16:colId xmlns:a16="http://schemas.microsoft.com/office/drawing/2014/main" val="4290954668"/>
                    </a:ext>
                  </a:extLst>
                </a:gridCol>
                <a:gridCol w="2747954">
                  <a:extLst>
                    <a:ext uri="{9D8B030D-6E8A-4147-A177-3AD203B41FA5}">
                      <a16:colId xmlns:a16="http://schemas.microsoft.com/office/drawing/2014/main" val="1661075457"/>
                    </a:ext>
                  </a:extLst>
                </a:gridCol>
                <a:gridCol w="2747954">
                  <a:extLst>
                    <a:ext uri="{9D8B030D-6E8A-4147-A177-3AD203B41FA5}">
                      <a16:colId xmlns:a16="http://schemas.microsoft.com/office/drawing/2014/main" val="223144812"/>
                    </a:ext>
                  </a:extLst>
                </a:gridCol>
              </a:tblGrid>
              <a:tr h="514682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2"/>
                          </a:solidFill>
                          <a:latin typeface="+mn-lt"/>
                        </a:rPr>
                        <a:t>Design Choice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2"/>
                          </a:solidFill>
                          <a:latin typeface="+mn-lt"/>
                        </a:rPr>
                        <a:t>What We 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2"/>
                          </a:solidFill>
                          <a:latin typeface="+mn-lt"/>
                        </a:rPr>
                        <a:t>Why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2"/>
                          </a:solidFill>
                          <a:latin typeface="+mn-lt"/>
                        </a:rPr>
                        <a:t>What Happens Without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9545525"/>
                  </a:ext>
                </a:extLst>
              </a:tr>
              <a:tr h="488991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2"/>
                          </a:solidFill>
                          <a:latin typeface="+mn-lt"/>
                        </a:rPr>
                        <a:t>Define Concepts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2"/>
                          </a:solidFill>
                          <a:latin typeface="+mn-lt"/>
                        </a:rPr>
                        <a:t>Curate claims-based HPD, utilization, behavioral concepts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2"/>
                          </a:solidFill>
                          <a:latin typeface="+mn-lt"/>
                        </a:rPr>
                        <a:t>Gives the framework meaningful labels to test against the embedding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2"/>
                          </a:solidFill>
                          <a:latin typeface="+mn-lt"/>
                        </a:rPr>
                        <a:t>Poor concept definitions create misleading explanations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6967257"/>
                  </a:ext>
                </a:extLst>
              </a:tr>
              <a:tr h="488991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2"/>
                          </a:solidFill>
                          <a:latin typeface="+mn-lt"/>
                        </a:rPr>
                        <a:t>Matched Cohorts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2"/>
                          </a:solidFill>
                          <a:latin typeface="+mn-lt"/>
                        </a:rPr>
                        <a:t>Match positives to controls on age, gender, LOB, chronic conditions, and utilization intensity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2"/>
                          </a:solidFill>
                          <a:latin typeface="+mn-lt"/>
                        </a:rPr>
                        <a:t>Isolates the clinical signal by reducing demographic and comorbidity confounding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2"/>
                          </a:solidFill>
                          <a:latin typeface="+mn-lt"/>
                        </a:rPr>
                        <a:t>A diabetes probe learns “old + high utilization = diabetic”. You get a demographic classifier, not a clinical 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041863"/>
                  </a:ext>
                </a:extLst>
              </a:tr>
              <a:tr h="488991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2"/>
                          </a:solidFill>
                          <a:latin typeface="+mn-lt"/>
                        </a:rPr>
                        <a:t>Bootstrap Probes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2"/>
                          </a:solidFill>
                          <a:latin typeface="+mn-lt"/>
                        </a:rPr>
                        <a:t>Train repeated  L2-regularized logistic regression probes on resampled matched cohorts; keep stable associations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2"/>
                          </a:solidFill>
                          <a:latin typeface="+mn-lt"/>
                        </a:rPr>
                        <a:t>Separates reproducible signal from sampling noise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2"/>
                          </a:solidFill>
                          <a:latin typeface="+mn-lt"/>
                        </a:rPr>
                        <a:t>One-off noisy dimension labels enter the dictionary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4679584"/>
                  </a:ext>
                </a:extLst>
              </a:tr>
              <a:tr h="488991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2"/>
                          </a:solidFill>
                          <a:latin typeface="+mn-lt"/>
                        </a:rPr>
                        <a:t>Rank &amp; Assign Concepts to Dimensions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2"/>
                          </a:solidFill>
                          <a:latin typeface="+mn-lt"/>
                        </a:rPr>
                        <a:t>Percentile-rank dimension importance within each concept; assign top stable concepts per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2"/>
                          </a:solidFill>
                          <a:latin typeface="+mn-lt"/>
                        </a:rPr>
                        <a:t>Creates a reusable dimension dictionary without comparing raw weights across concept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2"/>
                          </a:solidFill>
                          <a:latin typeface="+mn-lt"/>
                        </a:rPr>
                        <a:t>Misleading comparisons across concepts with different prevalence, cohorts, and scales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317178"/>
                  </a:ext>
                </a:extLst>
              </a:tr>
              <a:tr h="488991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2"/>
                          </a:solidFill>
                          <a:latin typeface="+mn-lt"/>
                        </a:rPr>
                        <a:t>Generate Narratives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2"/>
                          </a:solidFill>
                          <a:latin typeface="+mn-lt"/>
                        </a:rPr>
                        <a:t>Rule-based stability and coherence tiers + Gemini-generated clinical summaries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2"/>
                          </a:solidFill>
                          <a:latin typeface="+mn-lt"/>
                        </a:rPr>
                        <a:t>Makes the dictionary understandable and usable by downstream teams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2"/>
                          </a:solidFill>
                          <a:latin typeface="+mn-lt"/>
                        </a:rPr>
                        <a:t>Users see technical labels without enough clinical concept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9430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953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B5C740C5-5680-4777-BE52-84E2BD796FE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176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6" imgH="416" progId="TCLayout.ActiveDocument.1">
                  <p:embed/>
                </p:oleObj>
              </mc:Choice>
              <mc:Fallback>
                <p:oleObj name="think-cell Slide" r:id="rId3" imgW="416" imgH="41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B5C740C5-5680-4777-BE52-84E2BD796F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6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8234D7D9-2121-4C48-B73D-AF96D6D6A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899152" y="2649212"/>
            <a:ext cx="393699" cy="1559576"/>
            <a:chOff x="5897563" y="2649212"/>
            <a:chExt cx="393699" cy="1559576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6C407EC-732B-4543-8411-91439666E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5897563" y="2649212"/>
              <a:ext cx="393699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4AA9187-83F0-4591-8484-213A8E42D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5897563" y="4208788"/>
              <a:ext cx="393699" cy="0"/>
            </a:xfrm>
            <a:prstGeom prst="line">
              <a:avLst/>
            </a:prstGeom>
            <a:ln w="25400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2C5FA8AD-2FB0-4B29-B188-D6F5C7A9307F}"/>
              </a:ext>
            </a:extLst>
          </p:cNvPr>
          <p:cNvSpPr txBox="1">
            <a:spLocks/>
          </p:cNvSpPr>
          <p:nvPr/>
        </p:nvSpPr>
        <p:spPr>
          <a:xfrm>
            <a:off x="2439353" y="2402255"/>
            <a:ext cx="7313294" cy="226249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VS Health Sans"/>
                <a:ea typeface="+mj-ea"/>
                <a:cs typeface="+mj-cs"/>
              </a:rPr>
              <a:t>Appendix</a:t>
            </a:r>
            <a:endParaRPr kumimoji="0" lang="en-US" sz="255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VS Health Sans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81043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Transformer Embeddings (and why we use them)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300" b="0">
                <a:solidFill>
                  <a:schemeClr val="accent5"/>
                </a:solidFill>
              </a:rPr>
              <a:t>Transformer Embeddings (TE) </a:t>
            </a:r>
            <a:r>
              <a:rPr lang="en-US" sz="1300">
                <a:solidFill>
                  <a:schemeClr val="accent5"/>
                </a:solidFill>
              </a:rPr>
              <a:t>summarize a member’s entire medical history</a:t>
            </a:r>
            <a:r>
              <a:rPr lang="en-US" sz="1300" b="0">
                <a:solidFill>
                  <a:schemeClr val="accent5"/>
                </a:solidFill>
              </a:rPr>
              <a:t> into a single, dense representation that models sequence, timing, and context – not just counts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>
                <a:solidFill>
                  <a:schemeClr val="accent5"/>
                </a:solidFill>
              </a:rPr>
              <a:t>Medical events are treated as a </a:t>
            </a:r>
            <a:r>
              <a:rPr lang="en-US" sz="1300">
                <a:solidFill>
                  <a:schemeClr val="accent5"/>
                </a:solidFill>
              </a:rPr>
              <a:t>time-ordered sequence</a:t>
            </a:r>
            <a:r>
              <a:rPr lang="en-US" sz="1300" b="0">
                <a:solidFill>
                  <a:schemeClr val="accent5"/>
                </a:solidFill>
              </a:rPr>
              <a:t>, not independent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>
                <a:solidFill>
                  <a:schemeClr val="accent5"/>
                </a:solidFill>
              </a:rPr>
              <a:t>The model learns </a:t>
            </a:r>
            <a:r>
              <a:rPr lang="en-US" sz="1300">
                <a:solidFill>
                  <a:schemeClr val="accent5"/>
                </a:solidFill>
              </a:rPr>
              <a:t>relationships across diagnoses, procedures, settings, and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>
                <a:solidFill>
                  <a:schemeClr val="accent5"/>
                </a:solidFill>
              </a:rPr>
              <a:t>More recent and more relevant events naturally matter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accent5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300" b="0">
              <a:solidFill>
                <a:schemeClr val="accent5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/>
              <a:t>Why this is better than traditional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/>
              <a:t>Captures </a:t>
            </a:r>
            <a:r>
              <a:rPr lang="en-US" sz="1300"/>
              <a:t>order and timing</a:t>
            </a:r>
            <a:r>
              <a:rPr lang="en-US" sz="1300" b="0"/>
              <a:t>, not just 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/>
              <a:t>Handles </a:t>
            </a:r>
            <a:r>
              <a:rPr lang="en-US" sz="1300"/>
              <a:t>irregular, sparse medical data </a:t>
            </a:r>
            <a:r>
              <a:rPr lang="en-US" sz="1300" b="0"/>
              <a:t>naturally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/>
              <a:t>Reduces hundreds of hand-crafted features into a </a:t>
            </a:r>
            <a:r>
              <a:rPr lang="en-US" sz="1300"/>
              <a:t>single reusable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/>
              <a:t>Improves performance across </a:t>
            </a:r>
            <a:r>
              <a:rPr lang="en-US" sz="1300"/>
              <a:t>many downstream models</a:t>
            </a:r>
            <a:r>
              <a:rPr lang="en-US" sz="1300" b="0"/>
              <a:t>, not just one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 b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457E855-3F38-BB80-1700-6B9A97DAB42C}"/>
              </a:ext>
            </a:extLst>
          </p:cNvPr>
          <p:cNvPicPr>
            <a:picLocks noGrp="1" noChangeAspect="1"/>
          </p:cNvPicPr>
          <p:nvPr>
            <p:ph sz="half" idx="11"/>
          </p:nvPr>
        </p:nvPicPr>
        <p:blipFill>
          <a:blip r:embed="rId2"/>
          <a:stretch>
            <a:fillRect/>
          </a:stretch>
        </p:blipFill>
        <p:spPr>
          <a:xfrm>
            <a:off x="7358611" y="2226365"/>
            <a:ext cx="4619698" cy="168018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BFB356-B128-8765-1AAB-3D2281B10A0D}"/>
              </a:ext>
            </a:extLst>
          </p:cNvPr>
          <p:cNvSpPr txBox="1"/>
          <p:nvPr/>
        </p:nvSpPr>
        <p:spPr>
          <a:xfrm>
            <a:off x="5325942" y="6327649"/>
            <a:ext cx="52160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>
                <a:solidFill>
                  <a:schemeClr val="bg1">
                    <a:lumMod val="65000"/>
                  </a:schemeClr>
                </a:solidFill>
                <a:latin typeface="CVS Health Sans" panose="020B0504020202020204" pitchFamily="34" charset="0"/>
              </a:rPr>
              <a:t>INTERNAL USE</a:t>
            </a:r>
            <a:r>
              <a:rPr lang="en-US" sz="1200" b="0" i="1">
                <a:solidFill>
                  <a:schemeClr val="bg1">
                    <a:lumMod val="65000"/>
                  </a:schemeClr>
                </a:solidFill>
                <a:effectLst/>
                <a:latin typeface="CVS Health Sans" panose="020B0504020202020204" pitchFamily="34" charset="0"/>
              </a:rPr>
              <a:t> AND NOT FOR DISTRIBUTION OR RECIRCULATION</a:t>
            </a:r>
            <a:endParaRPr lang="en-US" sz="1200">
              <a:solidFill>
                <a:schemeClr val="bg1">
                  <a:lumMod val="65000"/>
                </a:schemeClr>
              </a:solidFill>
              <a:latin typeface="CVS Health Sans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635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Retraining Is Necessary: Rebuilding the Embedding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Core Reasons for Retraining</a:t>
            </a:r>
          </a:p>
          <a:p>
            <a:pPr lvl="1"/>
            <a:r>
              <a:rPr lang="en-US"/>
              <a:t>Retaining is not a routine model refresh – it is required to rebuild transformer embeddings on a governed, scalable GCP foundation that supports long-term enterprise use</a:t>
            </a:r>
          </a:p>
          <a:p>
            <a:pPr lvl="2"/>
            <a:r>
              <a:rPr lang="en-US" b="1"/>
              <a:t>Establish a governed and reusable foundation</a:t>
            </a:r>
          </a:p>
          <a:p>
            <a:pPr lvl="3"/>
            <a:r>
              <a:rPr lang="en-US"/>
              <a:t>Current embeddings were trained on </a:t>
            </a:r>
            <a:r>
              <a:rPr lang="en-US" b="1"/>
              <a:t>legacy, undocumented pipelines</a:t>
            </a:r>
          </a:p>
          <a:p>
            <a:pPr lvl="3"/>
            <a:r>
              <a:rPr lang="en-US"/>
              <a:t>Training data lineage was not preserved during migration to GCP</a:t>
            </a:r>
          </a:p>
          <a:p>
            <a:pPr lvl="2"/>
            <a:r>
              <a:rPr lang="en-US" b="1"/>
              <a:t>Improve coverage and population representativeness</a:t>
            </a:r>
          </a:p>
          <a:p>
            <a:pPr lvl="3"/>
            <a:r>
              <a:rPr lang="en-US"/>
              <a:t>Inclusion of </a:t>
            </a:r>
            <a:r>
              <a:rPr lang="en-US" b="1"/>
              <a:t>Medicaid</a:t>
            </a:r>
            <a:r>
              <a:rPr lang="en-US"/>
              <a:t> for full population representation</a:t>
            </a:r>
          </a:p>
          <a:p>
            <a:pPr lvl="3"/>
            <a:r>
              <a:rPr lang="en-US"/>
              <a:t>Better generalization across </a:t>
            </a:r>
            <a:r>
              <a:rPr lang="en-US" b="1"/>
              <a:t>diverse member cohorts</a:t>
            </a:r>
          </a:p>
          <a:p>
            <a:pPr lvl="3"/>
            <a:r>
              <a:rPr lang="en-US"/>
              <a:t>Alignment with </a:t>
            </a:r>
            <a:r>
              <a:rPr lang="en-US" b="1"/>
              <a:t>current utilization patterns</a:t>
            </a:r>
            <a:r>
              <a:rPr lang="en-US"/>
              <a:t>, not legacy behavior</a:t>
            </a:r>
            <a:endParaRPr lang="en-US" b="1">
              <a:solidFill>
                <a:schemeClr val="tx2"/>
              </a:solidFill>
            </a:endParaRPr>
          </a:p>
          <a:p>
            <a:pPr lvl="3"/>
            <a:endParaRPr lang="en-US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B01F5B3D-B4BF-62D8-1BEE-273A35EFDF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2221272"/>
              </p:ext>
            </p:extLst>
          </p:nvPr>
        </p:nvGraphicFramePr>
        <p:xfrm>
          <a:off x="6395595" y="1698113"/>
          <a:ext cx="5030430" cy="39017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810">
                  <a:extLst>
                    <a:ext uri="{9D8B030D-6E8A-4147-A177-3AD203B41FA5}">
                      <a16:colId xmlns:a16="http://schemas.microsoft.com/office/drawing/2014/main" val="2759490236"/>
                    </a:ext>
                  </a:extLst>
                </a:gridCol>
                <a:gridCol w="1676810">
                  <a:extLst>
                    <a:ext uri="{9D8B030D-6E8A-4147-A177-3AD203B41FA5}">
                      <a16:colId xmlns:a16="http://schemas.microsoft.com/office/drawing/2014/main" val="1630163960"/>
                    </a:ext>
                  </a:extLst>
                </a:gridCol>
                <a:gridCol w="1676810">
                  <a:extLst>
                    <a:ext uri="{9D8B030D-6E8A-4147-A177-3AD203B41FA5}">
                      <a16:colId xmlns:a16="http://schemas.microsoft.com/office/drawing/2014/main" val="1854313491"/>
                    </a:ext>
                  </a:extLst>
                </a:gridCol>
              </a:tblGrid>
              <a:tr h="415080">
                <a:tc>
                  <a:txBody>
                    <a:bodyPr/>
                    <a:lstStyle/>
                    <a:p>
                      <a:r>
                        <a:rPr lang="en-US" sz="1300" b="1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Dimension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Current State (V2)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Retrained State (V3)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048451"/>
                  </a:ext>
                </a:extLst>
              </a:tr>
              <a:tr h="913175">
                <a:tc>
                  <a:txBody>
                    <a:bodyPr/>
                    <a:lstStyle/>
                    <a:p>
                      <a:r>
                        <a:rPr lang="en-US" sz="1300" b="1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Data Coverage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Commercial, Medicare from 2016</a:t>
                      </a:r>
                      <a:endParaRPr lang="en-US" sz="1300" b="1">
                        <a:ln>
                          <a:noFill/>
                        </a:ln>
                        <a:solidFill>
                          <a:schemeClr val="tx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All LOBs – Commercial, Medicare, Medicaid from 2023</a:t>
                      </a:r>
                      <a:endParaRPr lang="en-US" sz="1300" b="1">
                        <a:ln>
                          <a:noFill/>
                        </a:ln>
                        <a:solidFill>
                          <a:schemeClr val="tx2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950113"/>
                  </a:ext>
                </a:extLst>
              </a:tr>
              <a:tr h="74714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300" b="1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Infrastructure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Legacy Hadoop, undocumented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Fully migrated and governed on GCP</a:t>
                      </a:r>
                    </a:p>
                    <a:p>
                      <a:endParaRPr lang="en-US" sz="1300">
                        <a:ln>
                          <a:noFill/>
                        </a:ln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897789"/>
                  </a:ext>
                </a:extLst>
              </a:tr>
              <a:tr h="1079207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300" b="1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Coverage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300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Limited data sources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300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Expanded to include GPI, DRG and National Provider Taxonomy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427110"/>
                  </a:ext>
                </a:extLst>
              </a:tr>
              <a:tr h="74714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300" b="1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Governance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300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300">
                          <a:ln>
                            <a:noFill/>
                          </a:ln>
                          <a:solidFill>
                            <a:schemeClr val="tx2"/>
                          </a:solidFill>
                        </a:rPr>
                        <a:t>Full lineage, reproducibility, and metadata tracking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03669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F1BBF7C-C32D-8AF1-16F9-5807C295C136}"/>
              </a:ext>
            </a:extLst>
          </p:cNvPr>
          <p:cNvSpPr txBox="1"/>
          <p:nvPr/>
        </p:nvSpPr>
        <p:spPr>
          <a:xfrm>
            <a:off x="652507" y="5875665"/>
            <a:ext cx="10415707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300" b="1">
                <a:solidFill>
                  <a:schemeClr val="tx2"/>
                </a:solidFill>
              </a:rPr>
              <a:t>Key Takeaway: </a:t>
            </a:r>
            <a:r>
              <a:rPr lang="en-US" sz="1300">
                <a:solidFill>
                  <a:schemeClr val="tx2"/>
                </a:solidFill>
              </a:rPr>
              <a:t>To move from a shared access layer to a true shared product, retraining is required to ensure governance, representativeness, and long-term scalability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9DD70F-C85A-9C02-977A-289252C9819F}"/>
              </a:ext>
            </a:extLst>
          </p:cNvPr>
          <p:cNvSpPr txBox="1"/>
          <p:nvPr/>
        </p:nvSpPr>
        <p:spPr>
          <a:xfrm>
            <a:off x="5325942" y="6327649"/>
            <a:ext cx="52160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>
                <a:solidFill>
                  <a:schemeClr val="bg1">
                    <a:lumMod val="65000"/>
                  </a:schemeClr>
                </a:solidFill>
                <a:latin typeface="CVS Health Sans" panose="020B0504020202020204" pitchFamily="34" charset="0"/>
              </a:rPr>
              <a:t>INTERNAL USE</a:t>
            </a:r>
            <a:r>
              <a:rPr lang="en-US" sz="1200" b="0" i="1">
                <a:solidFill>
                  <a:schemeClr val="bg1">
                    <a:lumMod val="65000"/>
                  </a:schemeClr>
                </a:solidFill>
                <a:effectLst/>
                <a:latin typeface="CVS Health Sans" panose="020B0504020202020204" pitchFamily="34" charset="0"/>
              </a:rPr>
              <a:t> AND NOT FOR DISTRIBUTION OR RECIRCULATION</a:t>
            </a:r>
            <a:endParaRPr lang="en-US" sz="1200">
              <a:solidFill>
                <a:schemeClr val="bg1">
                  <a:lumMod val="65000"/>
                </a:schemeClr>
              </a:solidFill>
              <a:latin typeface="CVS Health Sans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4162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33X7ihWg7eo5HGwAv4S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VS_Health_PPT_Everyday_Widescreen_Template">
  <a:themeElements>
    <a:clrScheme name="CVS Health">
      <a:dk1>
        <a:srgbClr val="000000"/>
      </a:dk1>
      <a:lt1>
        <a:sysClr val="window" lastClr="FFFFFF"/>
      </a:lt1>
      <a:dk2>
        <a:srgbClr val="3F3F3F"/>
      </a:dk2>
      <a:lt2>
        <a:srgbClr val="C0C0C0"/>
      </a:lt2>
      <a:accent1>
        <a:srgbClr val="9E0000"/>
      </a:accent1>
      <a:accent2>
        <a:srgbClr val="CC0000"/>
      </a:accent2>
      <a:accent3>
        <a:srgbClr val="E94D4D"/>
      </a:accent3>
      <a:accent4>
        <a:srgbClr val="F7978D"/>
      </a:accent4>
      <a:accent5>
        <a:srgbClr val="646464"/>
      </a:accent5>
      <a:accent6>
        <a:srgbClr val="868686"/>
      </a:accent6>
      <a:hlink>
        <a:srgbClr val="3F3F3F"/>
      </a:hlink>
      <a:folHlink>
        <a:srgbClr val="A5A5A5"/>
      </a:folHlink>
    </a:clrScheme>
    <a:fontScheme name="CVS Fonts">
      <a:majorFont>
        <a:latin typeface="CVS Health Sans"/>
        <a:ea typeface=""/>
        <a:cs typeface=""/>
      </a:majorFont>
      <a:minorFont>
        <a:latin typeface="CVS Health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5"/>
        </a:solidFill>
        <a:ln>
          <a:noFill/>
          <a:miter lim="800000"/>
        </a:ln>
        <a:effectLst/>
      </a:spPr>
      <a:bodyPr rtlCol="0" anchor="ctr"/>
      <a:lstStyle>
        <a:defPPr algn="ctr">
          <a:defRPr sz="1500" b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500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CVS Health Red">
      <a:srgbClr val="CC0000"/>
    </a:custClr>
    <a:custClr name="PPT Red Dark">
      <a:srgbClr val="9E0000"/>
    </a:custClr>
    <a:custClr name="Gray Extralight">
      <a:srgbClr val="E9E9E9"/>
    </a:custClr>
    <a:custClr name="PPT Gray Light">
      <a:srgbClr val="C0C0C0"/>
    </a:custClr>
    <a:custClr name="PPT Gray Medium">
      <a:srgbClr val="868686"/>
    </a:custClr>
    <a:custClr name="PPT Gray Dark">
      <a:srgbClr val="646464"/>
    </a:custClr>
    <a:custClr name="Aetna Violet">
      <a:srgbClr val="7D3F98"/>
    </a:custClr>
    <a:custClr name="PPT Violet Dark">
      <a:srgbClr val="563D82"/>
    </a:custClr>
    <a:custClr name="Navy Light">
      <a:srgbClr val="0A4B8C"/>
    </a:custClr>
    <a:custClr name="Navy">
      <a:srgbClr val="0B315E"/>
    </a:custClr>
    <a:custClr name="Navy Light">
      <a:srgbClr val="0A4B8C"/>
    </a:custClr>
    <a:custClr name="PPT Blue Dark">
      <a:srgbClr val="267AC0"/>
    </a:custClr>
    <a:custClr name="PPT Teal Extradark">
      <a:srgbClr val="00787E"/>
    </a:custClr>
    <a:custClr name="Teal Dark">
      <a:srgbClr val="00A78E"/>
    </a:custClr>
    <a:custClr name="PPT Gray Dark">
      <a:srgbClr val="646464"/>
    </a:custClr>
    <a:custClr name="PPT Gray Medium">
      <a:srgbClr val="868686"/>
    </a:custClr>
    <a:custClr name="PPT Green Extradark">
      <a:srgbClr val="487A10"/>
    </a:custClr>
    <a:custClr name="Green Dark">
      <a:srgbClr val="61A515"/>
    </a:custClr>
    <a:custClr name="PPT Orange Extradark">
      <a:srgbClr val="CE430C"/>
    </a:custClr>
    <a:custClr name="Orange Dark">
      <a:srgbClr val="F4642A"/>
    </a:custClr>
  </a:custClrLst>
  <a:extLst>
    <a:ext uri="{05A4C25C-085E-4340-85A3-A5531E510DB2}">
      <thm15:themeFamily xmlns:thm15="http://schemas.microsoft.com/office/thememl/2012/main" name="CVS_Health_Everyday_Widescreen_Template_01_2023_R2.pptx" id="{B1F229F8-D883-40C2-8387-AFA3CFD9D173}" vid="{FB1F80EB-D8E6-4446-9FF0-8C980C72DA32}"/>
    </a:ext>
  </a:extLst>
</a:theme>
</file>

<file path=ppt/theme/theme2.xml><?xml version="1.0" encoding="utf-8"?>
<a:theme xmlns:a="http://schemas.openxmlformats.org/drawingml/2006/main" name="CVS_Health_PPT_Executive_Template">
  <a:themeElements>
    <a:clrScheme name="CVS Health">
      <a:dk1>
        <a:srgbClr val="000000"/>
      </a:dk1>
      <a:lt1>
        <a:srgbClr val="FFFFFF"/>
      </a:lt1>
      <a:dk2>
        <a:srgbClr val="3F3F3F"/>
      </a:dk2>
      <a:lt2>
        <a:srgbClr val="C0C0C0"/>
      </a:lt2>
      <a:accent1>
        <a:srgbClr val="9E0000"/>
      </a:accent1>
      <a:accent2>
        <a:srgbClr val="CC0000"/>
      </a:accent2>
      <a:accent3>
        <a:srgbClr val="E94D4D"/>
      </a:accent3>
      <a:accent4>
        <a:srgbClr val="F7978D"/>
      </a:accent4>
      <a:accent5>
        <a:srgbClr val="646464"/>
      </a:accent5>
      <a:accent6>
        <a:srgbClr val="868686"/>
      </a:accent6>
      <a:hlink>
        <a:srgbClr val="3F3F3F"/>
      </a:hlink>
      <a:folHlink>
        <a:srgbClr val="A5A5A5"/>
      </a:folHlink>
    </a:clrScheme>
    <a:fontScheme name="CVS Fonts">
      <a:majorFont>
        <a:latin typeface="CVS Health Sans"/>
        <a:ea typeface=""/>
        <a:cs typeface=""/>
      </a:majorFont>
      <a:minorFont>
        <a:latin typeface="CVS Health Sans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5"/>
        </a:solidFill>
        <a:ln>
          <a:noFill/>
          <a:miter lim="800000"/>
        </a:ln>
        <a:effectLst/>
      </a:spPr>
      <a:bodyPr rtlCol="0" anchor="ctr"/>
      <a:lstStyle>
        <a:defPPr algn="ctr">
          <a:defRPr sz="1500" b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CVS Health Red">
      <a:srgbClr val="CC0000"/>
    </a:custClr>
    <a:custClr name="PPT Red Dark">
      <a:srgbClr val="9E0000"/>
    </a:custClr>
    <a:custClr name="Gray Extralight">
      <a:srgbClr val="E9E9E9"/>
    </a:custClr>
    <a:custClr name="PPT Gray Light">
      <a:srgbClr val="C0C0C0"/>
    </a:custClr>
    <a:custClr name="PPT Gray Medium">
      <a:srgbClr val="868686"/>
    </a:custClr>
    <a:custClr name="PPT Gray Dark">
      <a:srgbClr val="646464"/>
    </a:custClr>
    <a:custClr name="Aetna Violet">
      <a:srgbClr val="7D3F98"/>
    </a:custClr>
    <a:custClr name="PPT Violet Dark">
      <a:srgbClr val="563D82"/>
    </a:custClr>
    <a:custClr name="Navy Light">
      <a:srgbClr val="0A4B8C"/>
    </a:custClr>
    <a:custClr name="Navy">
      <a:srgbClr val="0B315E"/>
    </a:custClr>
    <a:custClr name="Navy Light">
      <a:srgbClr val="0A4B8C"/>
    </a:custClr>
    <a:custClr name="PPT Blue Dark">
      <a:srgbClr val="267AC0"/>
    </a:custClr>
    <a:custClr name="PPT Teal Extradark">
      <a:srgbClr val="00787E"/>
    </a:custClr>
    <a:custClr name="Teal Dark">
      <a:srgbClr val="00A78E"/>
    </a:custClr>
    <a:custClr name="PPT Gray Dark">
      <a:srgbClr val="646464"/>
    </a:custClr>
    <a:custClr name="PPT Gray Medium">
      <a:srgbClr val="868686"/>
    </a:custClr>
    <a:custClr name="PPT Green Extradark">
      <a:srgbClr val="487A10"/>
    </a:custClr>
    <a:custClr name="Green Dark">
      <a:srgbClr val="61A515"/>
    </a:custClr>
    <a:custClr name="PPT Orange Extradark">
      <a:srgbClr val="CE430C"/>
    </a:custClr>
    <a:custClr name="Orange Dark">
      <a:srgbClr val="F4642A"/>
    </a:custClr>
  </a:custClrLst>
  <a:extLst>
    <a:ext uri="{05A4C25C-085E-4340-85A3-A5531E510DB2}">
      <thm15:themeFamily xmlns:thm15="http://schemas.microsoft.com/office/thememl/2012/main" name="CVS Executive template 2023.potx" id="{8E81BCAE-FA9B-488F-8A76-7EC439D4B5DC}" vid="{B144F97D-59C4-4AD6-A254-5D78FF86B0FE}"/>
    </a:ext>
  </a:extLst>
</a:theme>
</file>

<file path=ppt/theme/theme3.xml><?xml version="1.0" encoding="utf-8"?>
<a:theme xmlns:a="http://schemas.openxmlformats.org/drawingml/2006/main" name="1_CVS_Health_PPT_Everyday_Widescreen_Template">
  <a:themeElements>
    <a:clrScheme name="CVS BLUE">
      <a:dk1>
        <a:srgbClr val="0B315E"/>
      </a:dk1>
      <a:lt1>
        <a:srgbClr val="FFFFFF"/>
      </a:lt1>
      <a:dk2>
        <a:srgbClr val="0A4B8C"/>
      </a:dk2>
      <a:lt2>
        <a:srgbClr val="FFFFFF"/>
      </a:lt2>
      <a:accent1>
        <a:srgbClr val="267AC0"/>
      </a:accent1>
      <a:accent2>
        <a:srgbClr val="6AB2E6"/>
      </a:accent2>
      <a:accent3>
        <a:srgbClr val="A7D2F4"/>
      </a:accent3>
      <a:accent4>
        <a:srgbClr val="000000"/>
      </a:accent4>
      <a:accent5>
        <a:srgbClr val="3F3F3F"/>
      </a:accent5>
      <a:accent6>
        <a:srgbClr val="646464"/>
      </a:accent6>
      <a:hlink>
        <a:srgbClr val="9454C3"/>
      </a:hlink>
      <a:folHlink>
        <a:srgbClr val="3EBBF0"/>
      </a:folHlink>
    </a:clrScheme>
    <a:fontScheme name="CVS Fonts">
      <a:majorFont>
        <a:latin typeface="CVS Health Sans"/>
        <a:ea typeface=""/>
        <a:cs typeface=""/>
      </a:majorFont>
      <a:minorFont>
        <a:latin typeface="CVS Health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5"/>
        </a:solidFill>
        <a:ln>
          <a:noFill/>
          <a:miter lim="800000"/>
        </a:ln>
        <a:effectLst/>
      </a:spPr>
      <a:bodyPr rtlCol="0" anchor="ctr"/>
      <a:lstStyle>
        <a:defPPr algn="ctr">
          <a:defRPr sz="1500" b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500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CVS Health Red">
      <a:srgbClr val="CC0000"/>
    </a:custClr>
    <a:custClr name="PPT Red Dark">
      <a:srgbClr val="9E0000"/>
    </a:custClr>
    <a:custClr name="Gray Extralight">
      <a:srgbClr val="E9E9E9"/>
    </a:custClr>
    <a:custClr name="PPT Gray Light">
      <a:srgbClr val="C0C0C0"/>
    </a:custClr>
    <a:custClr name="PPT Gray Medium">
      <a:srgbClr val="868686"/>
    </a:custClr>
    <a:custClr name="PPT Gray Dark">
      <a:srgbClr val="646464"/>
    </a:custClr>
    <a:custClr name="Aetna Violet">
      <a:srgbClr val="7D3F98"/>
    </a:custClr>
    <a:custClr name="PPT Violet Dark">
      <a:srgbClr val="563D82"/>
    </a:custClr>
    <a:custClr name="Navy Light">
      <a:srgbClr val="0A4B8C"/>
    </a:custClr>
    <a:custClr name="Navy">
      <a:srgbClr val="0B315E"/>
    </a:custClr>
    <a:custClr name="Navy Light">
      <a:srgbClr val="0A4B8C"/>
    </a:custClr>
    <a:custClr name="PPT Blue Dark">
      <a:srgbClr val="267AC0"/>
    </a:custClr>
    <a:custClr name="PPT Teal Extradark">
      <a:srgbClr val="00787E"/>
    </a:custClr>
    <a:custClr name="Teal Dark">
      <a:srgbClr val="00A78E"/>
    </a:custClr>
    <a:custClr name="PPT Gray Dark">
      <a:srgbClr val="646464"/>
    </a:custClr>
    <a:custClr name="PPT Gray Medium">
      <a:srgbClr val="868686"/>
    </a:custClr>
    <a:custClr name="PPT Green Extradark">
      <a:srgbClr val="487A10"/>
    </a:custClr>
    <a:custClr name="Green Dark">
      <a:srgbClr val="61A515"/>
    </a:custClr>
    <a:custClr name="PPT Orange Extradark">
      <a:srgbClr val="CE430C"/>
    </a:custClr>
    <a:custClr name="Orange Dark">
      <a:srgbClr val="F4642A"/>
    </a:custClr>
  </a:custClrLst>
  <a:extLst>
    <a:ext uri="{05A4C25C-085E-4340-85A3-A5531E510DB2}">
      <thm15:themeFamily xmlns:thm15="http://schemas.microsoft.com/office/thememl/2012/main" name="Blue- CVS Everyday template.potx" id="{4072AD09-2737-497A-8FB6-6EC13CD22860}" vid="{3E818F4B-AA4B-46E8-AC9C-B09B2313148D}"/>
    </a:ext>
  </a:extLst>
</a:theme>
</file>

<file path=ppt/theme/theme4.xml><?xml version="1.0" encoding="utf-8"?>
<a:theme xmlns:a="http://schemas.openxmlformats.org/drawingml/2006/main" name="1_CVS_Health_PPT_Executive_Template">
  <a:themeElements>
    <a:clrScheme name="CVS Health">
      <a:dk1>
        <a:srgbClr val="000000"/>
      </a:dk1>
      <a:lt1>
        <a:srgbClr val="FFFFFF"/>
      </a:lt1>
      <a:dk2>
        <a:srgbClr val="3F3F3F"/>
      </a:dk2>
      <a:lt2>
        <a:srgbClr val="C0C0C0"/>
      </a:lt2>
      <a:accent1>
        <a:srgbClr val="9E0000"/>
      </a:accent1>
      <a:accent2>
        <a:srgbClr val="CC0000"/>
      </a:accent2>
      <a:accent3>
        <a:srgbClr val="E94D4D"/>
      </a:accent3>
      <a:accent4>
        <a:srgbClr val="F7978D"/>
      </a:accent4>
      <a:accent5>
        <a:srgbClr val="646464"/>
      </a:accent5>
      <a:accent6>
        <a:srgbClr val="868686"/>
      </a:accent6>
      <a:hlink>
        <a:srgbClr val="3F3F3F"/>
      </a:hlink>
      <a:folHlink>
        <a:srgbClr val="A5A5A5"/>
      </a:folHlink>
    </a:clrScheme>
    <a:fontScheme name="CVS Fonts">
      <a:majorFont>
        <a:latin typeface="CVS Health Sans"/>
        <a:ea typeface=""/>
        <a:cs typeface=""/>
      </a:majorFont>
      <a:minorFont>
        <a:latin typeface="CVS Health Sans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5"/>
        </a:solidFill>
        <a:ln>
          <a:noFill/>
          <a:miter lim="800000"/>
        </a:ln>
        <a:effectLst/>
      </a:spPr>
      <a:bodyPr rtlCol="0" anchor="ctr"/>
      <a:lstStyle>
        <a:defPPr algn="ctr">
          <a:defRPr sz="1500" b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CVS Health Red">
      <a:srgbClr val="CC0000"/>
    </a:custClr>
    <a:custClr name="PPT Red Dark">
      <a:srgbClr val="9E0000"/>
    </a:custClr>
    <a:custClr name="Gray Extralight">
      <a:srgbClr val="E9E9E9"/>
    </a:custClr>
    <a:custClr name="PPT Gray Light">
      <a:srgbClr val="C0C0C0"/>
    </a:custClr>
    <a:custClr name="PPT Gray Medium">
      <a:srgbClr val="868686"/>
    </a:custClr>
    <a:custClr name="PPT Gray Dark">
      <a:srgbClr val="646464"/>
    </a:custClr>
    <a:custClr name="Aetna Violet">
      <a:srgbClr val="7D3F98"/>
    </a:custClr>
    <a:custClr name="PPT Violet Dark">
      <a:srgbClr val="563D82"/>
    </a:custClr>
    <a:custClr name="Navy Light">
      <a:srgbClr val="0A4B8C"/>
    </a:custClr>
    <a:custClr name="Navy">
      <a:srgbClr val="0B315E"/>
    </a:custClr>
    <a:custClr name="Navy Light">
      <a:srgbClr val="0A4B8C"/>
    </a:custClr>
    <a:custClr name="PPT Blue Dark">
      <a:srgbClr val="267AC0"/>
    </a:custClr>
    <a:custClr name="PPT Teal Extradark">
      <a:srgbClr val="00787E"/>
    </a:custClr>
    <a:custClr name="Teal Dark">
      <a:srgbClr val="00A78E"/>
    </a:custClr>
    <a:custClr name="PPT Gray Dark">
      <a:srgbClr val="646464"/>
    </a:custClr>
    <a:custClr name="PPT Gray Medium">
      <a:srgbClr val="868686"/>
    </a:custClr>
    <a:custClr name="PPT Green Extradark">
      <a:srgbClr val="487A10"/>
    </a:custClr>
    <a:custClr name="Green Dark">
      <a:srgbClr val="61A515"/>
    </a:custClr>
    <a:custClr name="PPT Orange Extradark">
      <a:srgbClr val="CE430C"/>
    </a:custClr>
    <a:custClr name="Orange Dark">
      <a:srgbClr val="F4642A"/>
    </a:custClr>
  </a:custClrLst>
  <a:extLst>
    <a:ext uri="{05A4C25C-085E-4340-85A3-A5531E510DB2}">
      <thm15:themeFamily xmlns:thm15="http://schemas.microsoft.com/office/thememl/2012/main" name="CVS_Health_Executive_Widescreen_Template_01_2025.pptx" id="{0CFAC41B-D437-4648-BFE8-CAE5DD42459E}" vid="{670D7D19-FB7C-4763-8D71-B2E6621812A8}"/>
    </a:ext>
  </a:extLst>
</a:theme>
</file>

<file path=ppt/theme/theme5.xml><?xml version="1.0" encoding="utf-8"?>
<a:theme xmlns:a="http://schemas.openxmlformats.org/drawingml/2006/main" name="2_CVS_Health_PPT_Everyday_Widescreen_Template">
  <a:themeElements>
    <a:clrScheme name="CVS Health">
      <a:dk1>
        <a:srgbClr val="000000"/>
      </a:dk1>
      <a:lt1>
        <a:sysClr val="window" lastClr="FFFFFF"/>
      </a:lt1>
      <a:dk2>
        <a:srgbClr val="3F3F3F"/>
      </a:dk2>
      <a:lt2>
        <a:srgbClr val="C0C0C0"/>
      </a:lt2>
      <a:accent1>
        <a:srgbClr val="9E0000"/>
      </a:accent1>
      <a:accent2>
        <a:srgbClr val="CC0000"/>
      </a:accent2>
      <a:accent3>
        <a:srgbClr val="E94D4D"/>
      </a:accent3>
      <a:accent4>
        <a:srgbClr val="F7978D"/>
      </a:accent4>
      <a:accent5>
        <a:srgbClr val="646464"/>
      </a:accent5>
      <a:accent6>
        <a:srgbClr val="868686"/>
      </a:accent6>
      <a:hlink>
        <a:srgbClr val="3F3F3F"/>
      </a:hlink>
      <a:folHlink>
        <a:srgbClr val="A5A5A5"/>
      </a:folHlink>
    </a:clrScheme>
    <a:fontScheme name="CVS Fonts">
      <a:majorFont>
        <a:latin typeface="CVS Health Sans"/>
        <a:ea typeface=""/>
        <a:cs typeface=""/>
      </a:majorFont>
      <a:minorFont>
        <a:latin typeface="CVS Health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5"/>
        </a:solidFill>
        <a:ln>
          <a:noFill/>
          <a:miter lim="800000"/>
        </a:ln>
        <a:effectLst/>
      </a:spPr>
      <a:bodyPr rtlCol="0" anchor="ctr"/>
      <a:lstStyle>
        <a:defPPr algn="ctr">
          <a:defRPr sz="1500" b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500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CVS Health Red">
      <a:srgbClr val="CC0000"/>
    </a:custClr>
    <a:custClr name="PPT Red Dark">
      <a:srgbClr val="9E0000"/>
    </a:custClr>
    <a:custClr name="Gray Extralight">
      <a:srgbClr val="E9E9E9"/>
    </a:custClr>
    <a:custClr name="PPT Gray Light">
      <a:srgbClr val="C0C0C0"/>
    </a:custClr>
    <a:custClr name="PPT Gray Medium">
      <a:srgbClr val="868686"/>
    </a:custClr>
    <a:custClr name="PPT Gray Dark">
      <a:srgbClr val="646464"/>
    </a:custClr>
    <a:custClr name="Aetna Violet">
      <a:srgbClr val="7D3F98"/>
    </a:custClr>
    <a:custClr name="PPT Violet Dark">
      <a:srgbClr val="563D82"/>
    </a:custClr>
    <a:custClr name="Navy Light">
      <a:srgbClr val="0A4B8C"/>
    </a:custClr>
    <a:custClr name="Navy">
      <a:srgbClr val="0B315E"/>
    </a:custClr>
    <a:custClr name="Navy Light">
      <a:srgbClr val="0A4B8C"/>
    </a:custClr>
    <a:custClr name="PPT Blue Dark">
      <a:srgbClr val="267AC0"/>
    </a:custClr>
    <a:custClr name="PPT Teal Extradark">
      <a:srgbClr val="00787E"/>
    </a:custClr>
    <a:custClr name="Teal Dark">
      <a:srgbClr val="00A78E"/>
    </a:custClr>
    <a:custClr name="PPT Gray Dark">
      <a:srgbClr val="646464"/>
    </a:custClr>
    <a:custClr name="PPT Gray Medium">
      <a:srgbClr val="868686"/>
    </a:custClr>
    <a:custClr name="PPT Green Extradark">
      <a:srgbClr val="487A10"/>
    </a:custClr>
    <a:custClr name="Green Dark">
      <a:srgbClr val="61A515"/>
    </a:custClr>
    <a:custClr name="PPT Orange Extradark">
      <a:srgbClr val="CE430C"/>
    </a:custClr>
    <a:custClr name="Orange Dark">
      <a:srgbClr val="F4642A"/>
    </a:custClr>
  </a:custClrLst>
  <a:extLst>
    <a:ext uri="{05A4C25C-085E-4340-85A3-A5531E510DB2}">
      <thm15:themeFamily xmlns:thm15="http://schemas.microsoft.com/office/thememl/2012/main" name="CVS_Health_Everyday_Widescreen_Template_01_2024.pptx" id="{5CA5D1FB-423B-4DB9-AA4A-1D74D36661A3}" vid="{1C619D71-CCC8-452F-82D4-26D04016AD60}"/>
    </a:ext>
  </a:extLst>
</a:theme>
</file>

<file path=ppt/theme/theme6.xml><?xml version="1.0" encoding="utf-8"?>
<a:theme xmlns:a="http://schemas.openxmlformats.org/drawingml/2006/main" name="3_CVS_Health_PPT_Everyday_Widescreen_Template">
  <a:themeElements>
    <a:clrScheme name="CVS Health">
      <a:dk1>
        <a:srgbClr val="000000"/>
      </a:dk1>
      <a:lt1>
        <a:sysClr val="window" lastClr="FFFFFF"/>
      </a:lt1>
      <a:dk2>
        <a:srgbClr val="3F3F3F"/>
      </a:dk2>
      <a:lt2>
        <a:srgbClr val="C0C0C0"/>
      </a:lt2>
      <a:accent1>
        <a:srgbClr val="9E0000"/>
      </a:accent1>
      <a:accent2>
        <a:srgbClr val="CC0000"/>
      </a:accent2>
      <a:accent3>
        <a:srgbClr val="E94D4D"/>
      </a:accent3>
      <a:accent4>
        <a:srgbClr val="F7978D"/>
      </a:accent4>
      <a:accent5>
        <a:srgbClr val="646464"/>
      </a:accent5>
      <a:accent6>
        <a:srgbClr val="868686"/>
      </a:accent6>
      <a:hlink>
        <a:srgbClr val="3F3F3F"/>
      </a:hlink>
      <a:folHlink>
        <a:srgbClr val="A5A5A5"/>
      </a:folHlink>
    </a:clrScheme>
    <a:fontScheme name="CVS Fonts">
      <a:majorFont>
        <a:latin typeface="CVS Health Sans"/>
        <a:ea typeface=""/>
        <a:cs typeface=""/>
      </a:majorFont>
      <a:minorFont>
        <a:latin typeface="CVS Health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5"/>
        </a:solidFill>
        <a:ln>
          <a:noFill/>
          <a:miter lim="800000"/>
        </a:ln>
        <a:effectLst/>
      </a:spPr>
      <a:bodyPr rtlCol="0" anchor="ctr"/>
      <a:lstStyle>
        <a:defPPr algn="ctr">
          <a:defRPr sz="1500" b="1" dirty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500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CVS Health Red">
      <a:srgbClr val="CC0000"/>
    </a:custClr>
    <a:custClr name="PPT Red Dark">
      <a:srgbClr val="9E0000"/>
    </a:custClr>
    <a:custClr name="Gray Extralight">
      <a:srgbClr val="E9E9E9"/>
    </a:custClr>
    <a:custClr name="PPT Gray Light">
      <a:srgbClr val="C0C0C0"/>
    </a:custClr>
    <a:custClr name="PPT Gray Medium">
      <a:srgbClr val="868686"/>
    </a:custClr>
    <a:custClr name="PPT Gray Dark">
      <a:srgbClr val="646464"/>
    </a:custClr>
    <a:custClr name="Aetna Violet">
      <a:srgbClr val="7D3F98"/>
    </a:custClr>
    <a:custClr name="PPT Violet Dark">
      <a:srgbClr val="563D82"/>
    </a:custClr>
    <a:custClr name="Navy Light">
      <a:srgbClr val="0A4B8C"/>
    </a:custClr>
    <a:custClr name="Navy">
      <a:srgbClr val="0B315E"/>
    </a:custClr>
    <a:custClr name="Navy Light">
      <a:srgbClr val="0A4B8C"/>
    </a:custClr>
    <a:custClr name="PPT Blue Dark">
      <a:srgbClr val="267AC0"/>
    </a:custClr>
    <a:custClr name="PPT Teal Extradark">
      <a:srgbClr val="00787E"/>
    </a:custClr>
    <a:custClr name="Teal Dark">
      <a:srgbClr val="00A78E"/>
    </a:custClr>
    <a:custClr name="PPT Gray Dark">
      <a:srgbClr val="646464"/>
    </a:custClr>
    <a:custClr name="PPT Gray Medium">
      <a:srgbClr val="868686"/>
    </a:custClr>
    <a:custClr name="PPT Green Extradark">
      <a:srgbClr val="487A10"/>
    </a:custClr>
    <a:custClr name="Green Dark">
      <a:srgbClr val="61A515"/>
    </a:custClr>
    <a:custClr name="PPT Orange Extradark">
      <a:srgbClr val="CE430C"/>
    </a:custClr>
    <a:custClr name="Orange Dark">
      <a:srgbClr val="F4642A"/>
    </a:custClr>
  </a:custClrLst>
  <a:extLst>
    <a:ext uri="{05A4C25C-085E-4340-85A3-A5531E510DB2}">
      <thm15:themeFamily xmlns:thm15="http://schemas.microsoft.com/office/thememl/2012/main" name="CVS_Health_Everyday_Widescreen_Template_01_2025.pptx" id="{965E7A82-97CE-4958-94B6-95E4D04BF809}" vid="{7CFD6575-9900-483B-BFB7-56CF4CAD7DAD}"/>
    </a:ext>
  </a:extLst>
</a:theme>
</file>

<file path=ppt/theme/theme7.xml><?xml version="1.0" encoding="utf-8"?>
<a:theme xmlns:a="http://schemas.openxmlformats.org/drawingml/2006/main" name="4_CVS_Health_PPT_Everyday_Widescreen_Template">
  <a:themeElements>
    <a:clrScheme name="Custom 17">
      <a:dk1>
        <a:srgbClr val="000000"/>
      </a:dk1>
      <a:lt1>
        <a:sysClr val="window" lastClr="FFFFFF"/>
      </a:lt1>
      <a:dk2>
        <a:srgbClr val="3F3F3F"/>
      </a:dk2>
      <a:lt2>
        <a:srgbClr val="C0C0C0"/>
      </a:lt2>
      <a:accent1>
        <a:srgbClr val="9E0000"/>
      </a:accent1>
      <a:accent2>
        <a:srgbClr val="CC0000"/>
      </a:accent2>
      <a:accent3>
        <a:srgbClr val="E94D4D"/>
      </a:accent3>
      <a:accent4>
        <a:srgbClr val="F7978D"/>
      </a:accent4>
      <a:accent5>
        <a:srgbClr val="646464"/>
      </a:accent5>
      <a:accent6>
        <a:srgbClr val="868686"/>
      </a:accent6>
      <a:hlink>
        <a:srgbClr val="267AC0"/>
      </a:hlink>
      <a:folHlink>
        <a:srgbClr val="A5A5A5"/>
      </a:folHlink>
    </a:clrScheme>
    <a:fontScheme name="Custom 2">
      <a:majorFont>
        <a:latin typeface="CVS Health Sans"/>
        <a:ea typeface=""/>
        <a:cs typeface=""/>
      </a:majorFont>
      <a:minorFont>
        <a:latin typeface="CVS Health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CC0000"/>
        </a:solidFill>
        <a:ln>
          <a:noFill/>
          <a:miter lim="800000"/>
        </a:ln>
        <a:effectLst/>
      </a:spPr>
      <a:bodyPr rtlCol="0" anchor="ctr"/>
      <a:lstStyle>
        <a:defPPr algn="ctr">
          <a:defRPr b="1" dirty="0" smtClean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3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VS_Health_Everyday_Widescreen_Template_01_2021.pptx" id="{5C385F0D-39DD-4748-8307-E551DF2AADF8}" vid="{79957AE9-C03F-4119-811A-6E9EA433A92D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226E6AE6824B47A00913C230C90B35" ma:contentTypeVersion="20" ma:contentTypeDescription="Create a new document." ma:contentTypeScope="" ma:versionID="5d89c7d9daa74c2cd7277d1e7a7a325f">
  <xsd:schema xmlns:xsd="http://www.w3.org/2001/XMLSchema" xmlns:xs="http://www.w3.org/2001/XMLSchema" xmlns:p="http://schemas.microsoft.com/office/2006/metadata/properties" xmlns:ns2="db2f7ed0-1c81-484c-a509-916babef4800" xmlns:ns3="7111535b-8275-4037-8172-0c5364d5ddee" targetNamespace="http://schemas.microsoft.com/office/2006/metadata/properties" ma:root="true" ma:fieldsID="23b4aef22725eba70df636b6daed6378" ns2:_="" ns3:_="">
    <xsd:import namespace="db2f7ed0-1c81-484c-a509-916babef4800"/>
    <xsd:import namespace="7111535b-8275-4037-8172-0c5364d5dd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TaxKeywordTaxHTField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2f7ed0-1c81-484c-a509-916babef48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773e5d3-86f4-436a-b35a-a9b626cf631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11535b-8275-4037-8172-0c5364d5dde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KeywordTaxHTField" ma:index="20" nillable="true" ma:taxonomy="true" ma:internalName="TaxKeywordTaxHTField" ma:taxonomyFieldName="TaxKeyword" ma:displayName="Enterprise Keywords" ma:fieldId="{23f27201-bee3-471e-b2e7-b64fd8b7ca38}" ma:taxonomyMulti="true" ma:sspId="3773e5d3-86f4-436a-b35a-a9b626cf6315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21" nillable="true" ma:displayName="Taxonomy Catch All Column" ma:hidden="true" ma:list="{4dd555b0-ad51-4d5f-b42d-a9d066e4a86d}" ma:internalName="TaxCatchAll" ma:showField="CatchAllData" ma:web="7111535b-8275-4037-8172-0c5364d5dd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2f7ed0-1c81-484c-a509-916babef4800">
      <Terms xmlns="http://schemas.microsoft.com/office/infopath/2007/PartnerControls"/>
    </lcf76f155ced4ddcb4097134ff3c332f>
    <TaxCatchAll xmlns="7111535b-8275-4037-8172-0c5364d5ddee" xsi:nil="true"/>
    <TaxKeywordTaxHTField xmlns="7111535b-8275-4037-8172-0c5364d5ddee">
      <Terms xmlns="http://schemas.microsoft.com/office/infopath/2007/PartnerControls"/>
    </TaxKeywordTaxHTField>
  </documentManagement>
</p:properties>
</file>

<file path=customXml/itemProps1.xml><?xml version="1.0" encoding="utf-8"?>
<ds:datastoreItem xmlns:ds="http://schemas.openxmlformats.org/officeDocument/2006/customXml" ds:itemID="{15C29704-49E5-451E-A7E0-37CCB108AD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35DF9CC-D308-4138-90C8-76225D06EA7C}">
  <ds:schemaRefs>
    <ds:schemaRef ds:uri="7111535b-8275-4037-8172-0c5364d5ddee"/>
    <ds:schemaRef ds:uri="db2f7ed0-1c81-484c-a509-916babef480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294AA51-8FE3-41E2-8A48-AF4C4DDB829D}">
  <ds:schemaRefs>
    <ds:schemaRef ds:uri="http://schemas.microsoft.com/office/2006/documentManagement/types"/>
    <ds:schemaRef ds:uri="http://www.w3.org/XML/1998/namespace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purl.org/dc/elements/1.1/"/>
    <ds:schemaRef ds:uri="7111535b-8275-4037-8172-0c5364d5ddee"/>
    <ds:schemaRef ds:uri="db2f7ed0-1c81-484c-a509-916babef4800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1528</Words>
  <Application>Microsoft Macintosh PowerPoint</Application>
  <PresentationFormat>Widescreen</PresentationFormat>
  <Paragraphs>198</Paragraphs>
  <Slides>13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8" baseType="lpstr">
      <vt:lpstr>Aptos</vt:lpstr>
      <vt:lpstr>Arial</vt:lpstr>
      <vt:lpstr>Calibri</vt:lpstr>
      <vt:lpstr>CVS Health Sans</vt:lpstr>
      <vt:lpstr>CVS Health Sans Light</vt:lpstr>
      <vt:lpstr>CVS Health Sans Medium</vt:lpstr>
      <vt:lpstr>Lucida Grande</vt:lpstr>
      <vt:lpstr>CVS_Health_PPT_Everyday_Widescreen_Template</vt:lpstr>
      <vt:lpstr>CVS_Health_PPT_Executive_Template</vt:lpstr>
      <vt:lpstr>1_CVS_Health_PPT_Everyday_Widescreen_Template</vt:lpstr>
      <vt:lpstr>1_CVS_Health_PPT_Executive_Template</vt:lpstr>
      <vt:lpstr>2_CVS_Health_PPT_Everyday_Widescreen_Template</vt:lpstr>
      <vt:lpstr>3_CVS_Health_PPT_Everyday_Widescreen_Template</vt:lpstr>
      <vt:lpstr>4_CVS_Health_PPT_Everyday_Widescreen_Template</vt:lpstr>
      <vt:lpstr>think-cell Slide</vt:lpstr>
      <vt:lpstr>Transformer Embeddings </vt:lpstr>
      <vt:lpstr>PowerPoint Presentation</vt:lpstr>
      <vt:lpstr>Executive Summary</vt:lpstr>
      <vt:lpstr>Model Architecture &amp; Refactoring</vt:lpstr>
      <vt:lpstr>Mixture of Expert (MoE): right idea, wrong scale</vt:lpstr>
      <vt:lpstr>PowerPoint Presentation</vt:lpstr>
      <vt:lpstr>Making Transformer Embeddings Clinically Interpretable</vt:lpstr>
      <vt:lpstr>Methodology review in TE  explainability</vt:lpstr>
      <vt:lpstr>TE explainability framework</vt:lpstr>
      <vt:lpstr>How the framework creates reliable dimension labels</vt:lpstr>
      <vt:lpstr>PowerPoint Presentation</vt:lpstr>
      <vt:lpstr>What Are Transformer Embeddings (and why we use them)</vt:lpstr>
      <vt:lpstr>Why Retraining Is Necessary: Rebuilding the Embedding Foundation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Xing, Daniel</cp:lastModifiedBy>
  <cp:revision>2</cp:revision>
  <dcterms:created xsi:type="dcterms:W3CDTF">2026-01-05T19:52:33Z</dcterms:created>
  <dcterms:modified xsi:type="dcterms:W3CDTF">2026-05-18T05:46:05Z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axKeyword">
    <vt:lpwstr/>
  </property>
  <property fmtid="{D5CDD505-2E9C-101B-9397-08002B2CF9AE}" pid="3" name="ContentTypeId">
    <vt:lpwstr>0x010100F1226E6AE6824B47A00913C230C90B35</vt:lpwstr>
  </property>
  <property fmtid="{D5CDD505-2E9C-101B-9397-08002B2CF9AE}" pid="4" name="MSIP_Label_1ecdf243-b9b0-4f63-8694-76742e4201b7_Enabled">
    <vt:lpwstr>true</vt:lpwstr>
  </property>
  <property fmtid="{D5CDD505-2E9C-101B-9397-08002B2CF9AE}" pid="5" name="MSIP_Label_1ecdf243-b9b0-4f63-8694-76742e4201b7_SetDate">
    <vt:lpwstr>2026-01-05T19:52:51Z</vt:lpwstr>
  </property>
  <property fmtid="{D5CDD505-2E9C-101B-9397-08002B2CF9AE}" pid="6" name="MSIP_Label_1ecdf243-b9b0-4f63-8694-76742e4201b7_Method">
    <vt:lpwstr>Standard</vt:lpwstr>
  </property>
  <property fmtid="{D5CDD505-2E9C-101B-9397-08002B2CF9AE}" pid="7" name="MSIP_Label_1ecdf243-b9b0-4f63-8694-76742e4201b7_Name">
    <vt:lpwstr>Proprietary general</vt:lpwstr>
  </property>
  <property fmtid="{D5CDD505-2E9C-101B-9397-08002B2CF9AE}" pid="8" name="MSIP_Label_1ecdf243-b9b0-4f63-8694-76742e4201b7_SiteId">
    <vt:lpwstr>fabb61b8-3afe-4e75-b934-a47f782b8cd7</vt:lpwstr>
  </property>
  <property fmtid="{D5CDD505-2E9C-101B-9397-08002B2CF9AE}" pid="9" name="MSIP_Label_1ecdf243-b9b0-4f63-8694-76742e4201b7_ActionId">
    <vt:lpwstr>e8b4c9a5-c468-44a1-b52b-ff40221c3bad</vt:lpwstr>
  </property>
  <property fmtid="{D5CDD505-2E9C-101B-9397-08002B2CF9AE}" pid="10" name="MSIP_Label_1ecdf243-b9b0-4f63-8694-76742e4201b7_ContentBits">
    <vt:lpwstr>0</vt:lpwstr>
  </property>
  <property fmtid="{D5CDD505-2E9C-101B-9397-08002B2CF9AE}" pid="11" name="MSIP_Label_1ecdf243-b9b0-4f63-8694-76742e4201b7_Tag">
    <vt:lpwstr>10, 3, 0, 2</vt:lpwstr>
  </property>
  <property fmtid="{D5CDD505-2E9C-101B-9397-08002B2CF9AE}" pid="12" name="MediaServiceImageTags">
    <vt:lpwstr/>
  </property>
</Properties>
</file>