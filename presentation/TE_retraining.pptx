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/>
    <p:restoredTop sz="94658"/>
  </p:normalViewPr>
  <p:slideViewPr>
    <p:cSldViewPr snapToGrid="0">
      <p:cViewPr varScale="1">
        <p:scale>
          <a:sx n="120" d="100"/>
          <a:sy n="120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AF30-8616-EC6E-BF6A-CA5043E0E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C1D07-65DB-3FFB-AC7C-8C5D222A8E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F64A1-F0C7-C734-C0EE-D2D486EDB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6FE09-AA15-A437-AB65-0EC6B38C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8B2F5-76C5-332E-521B-D68D397A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2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E3D3-0FF1-629A-6A8C-ECBF41AE8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D8A4B-6865-5115-A027-BACEDC5AA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29D6F-4AA8-F49D-2888-9712F684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97AD9-D7C7-9809-8956-B39DB6218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BE4D0-B20B-3683-F515-F9131C3E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A374-DFE6-61A2-6586-87A9B159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24377-DC55-A131-2149-45AF402B1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9979C-375F-622E-6A64-FFE5097D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B2063-8537-1AEB-B723-D8306904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D641A-9293-ACBE-F7BD-DB0467CE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0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FFAAC-2AD7-FAEF-B190-EF9AE02E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FACA-E137-8CDE-6FEA-5BDA59790E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2951A-A4A9-AA1C-0E87-38D6E0A04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0A846-BCD5-0FE0-9AC2-AC9C81F3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CBC2C-684E-88A1-8FE6-ADA4B85A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0823D-6E3D-1924-3A48-9FD6491E9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192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8BDC-464C-AA75-F2B2-E6A68613D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2DADA-8461-9197-E963-112C464380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E37C0A-DED3-40C7-D2CB-B1E6FD68D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7B8DB8-EFEB-1416-0C5F-1698066B18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EB2BE3-D3F5-A189-670C-361EEEA781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56566A-F695-E5A6-B8D4-D710CC5A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FA7CB-F13C-6C7B-50B7-D42F8AC8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6408C-1A59-FB40-8925-81EC1F395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78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9B55-4893-FAC7-57CE-F8BC05643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89416D-83CE-8865-6B30-1F24D0E3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49F720-F454-808E-A3AB-DB7C5523A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9D834-1FB8-C221-01C2-21F42DF44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5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FD2CB2-7D01-C7CF-A23A-10EBF89B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EF00F-65A1-A249-1EDB-603FFF07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60504-E732-9083-4A4F-9B89A916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41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C83B-0159-E06D-0A3A-B18BCD799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CACC7-F31E-22AA-CEB6-D0ED7ED0E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A0A0D-9D8A-F1FD-5D19-7DAF61B48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026B3-AC9C-50C9-0B53-8A0A7CC67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82A53-B8B5-DD63-03D6-01994A63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16107-0F37-0AC8-69A2-8F7B7FC0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599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90C55-23F4-CC4B-5A1B-1223A9DC3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60D31-EDEC-2A5B-18B8-AD7337EF6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726E6-A56F-6629-483B-9B2476DBC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72B21-E332-B309-968C-82FE6B31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A86D3-91B4-621F-AEC2-76776C03F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F4558-AB53-DBDE-0E56-D4E9C6A5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3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50A7-CD3A-F9D2-AF1A-D807D139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88BE1-02AF-780E-5A39-9FCDDB4CD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582DF-B2AA-BC33-6CB2-95B0D2DB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413B2-B6A1-BBBE-A30D-1C102577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185D2-152D-30C4-6192-43F5C0781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7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63D47D-16D9-BE8E-84C6-2686C4225C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5D24B-2433-9A73-955C-9832B0649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B1B7-7B17-ACDC-E55F-779616164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647B5-6472-D604-2DF7-BBF051B5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A82-9F08-C94C-6092-B84C8CD5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19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23A72B-47B0-F27D-EA59-8A6B575B8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4FA72-E38C-1FD2-BDB1-634E59E18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96FE0-126A-4EAA-CA50-ECA5423A3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F9AB5-133E-9543-8DCD-D8379125D681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443BE-649F-8EE3-E1BB-4C3A9652F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F9A1B-3772-306F-225C-D837BA833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090D0-AB43-A147-8844-21832B8AB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340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9C26-68B6-500C-55AB-6B3A40DFDA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 retraining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643C6-D905-F0C7-B49D-055F77DDE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39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89E2-9497-CC3A-B31A-82A614BD7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8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VS Health Sans" panose="020B0504020202020204" pitchFamily="34" charset="0"/>
              </a:rPr>
              <a:t>TE – Commercial evaluation (small scale)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9A9D6-1524-A31C-5D53-87427944F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09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VS Health Sans" panose="020B0504020202020204" pitchFamily="34" charset="0"/>
              </a:rPr>
              <a:t>What we should expect: </a:t>
            </a:r>
          </a:p>
          <a:p>
            <a:pPr lvl="1"/>
            <a:r>
              <a:rPr lang="en-US" sz="1600" dirty="0">
                <a:latin typeface="CVS Health Sans" panose="020B0504020202020204" pitchFamily="34" charset="0"/>
              </a:rPr>
              <a:t>equivalent or even better predictive performance on the downstream IP classification tasks across LOBs</a:t>
            </a:r>
          </a:p>
          <a:p>
            <a:r>
              <a:rPr lang="en-US" sz="2000" dirty="0">
                <a:latin typeface="CVS Health Sans" panose="020B0504020202020204" pitchFamily="34" charset="0"/>
              </a:rPr>
              <a:t>What </a:t>
            </a:r>
            <a:r>
              <a:rPr lang="en-US" sz="2000">
                <a:latin typeface="CVS Health Sans" panose="020B0504020202020204" pitchFamily="34" charset="0"/>
              </a:rPr>
              <a:t>we observe: </a:t>
            </a:r>
            <a:endParaRPr lang="en-US" sz="2000" dirty="0">
              <a:latin typeface="CVS Health Sans" panose="020B0504020202020204" pitchFamily="34" charset="0"/>
            </a:endParaRPr>
          </a:p>
          <a:p>
            <a:pPr lvl="1"/>
            <a:r>
              <a:rPr lang="en-US" sz="1600" dirty="0">
                <a:latin typeface="CVS Health Sans" panose="020B0504020202020204" pitchFamily="34" charset="0"/>
              </a:rPr>
              <a:t>Commercial </a:t>
            </a:r>
          </a:p>
          <a:p>
            <a:pPr lvl="1"/>
            <a:r>
              <a:rPr lang="en-US" sz="1600" dirty="0">
                <a:latin typeface="CVS Health Sans" panose="020B0504020202020204" pitchFamily="34" charset="0"/>
              </a:rPr>
              <a:t>Medicare</a:t>
            </a:r>
          </a:p>
        </p:txBody>
      </p:sp>
    </p:spTree>
    <p:extLst>
      <p:ext uri="{BB962C8B-B14F-4D97-AF65-F5344CB8AC3E}">
        <p14:creationId xmlns:p14="http://schemas.microsoft.com/office/powerpoint/2010/main" val="1581254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1812</TotalTime>
  <Words>35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CVS Health Sans</vt:lpstr>
      <vt:lpstr>Office Theme</vt:lpstr>
      <vt:lpstr>TE retraining</vt:lpstr>
      <vt:lpstr>TE – Commercial evaluation (small scale)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Xing, Daniel</dc:creator>
  <cp:lastModifiedBy>Xing, Daniel</cp:lastModifiedBy>
  <cp:revision>2</cp:revision>
  <dcterms:created xsi:type="dcterms:W3CDTF">2026-01-26T06:28:59Z</dcterms:created>
  <dcterms:modified xsi:type="dcterms:W3CDTF">2026-01-28T04:18:50Z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ecdf243-b9b0-4f63-8694-76742e4201b7_Enabled">
    <vt:lpwstr>true</vt:lpwstr>
  </property>
  <property fmtid="{D5CDD505-2E9C-101B-9397-08002B2CF9AE}" pid="3" name="MSIP_Label_1ecdf243-b9b0-4f63-8694-76742e4201b7_SetDate">
    <vt:lpwstr>2026-01-26T20:38:50Z</vt:lpwstr>
  </property>
  <property fmtid="{D5CDD505-2E9C-101B-9397-08002B2CF9AE}" pid="4" name="MSIP_Label_1ecdf243-b9b0-4f63-8694-76742e4201b7_Method">
    <vt:lpwstr>Standard</vt:lpwstr>
  </property>
  <property fmtid="{D5CDD505-2E9C-101B-9397-08002B2CF9AE}" pid="5" name="MSIP_Label_1ecdf243-b9b0-4f63-8694-76742e4201b7_Name">
    <vt:lpwstr>Proprietary general</vt:lpwstr>
  </property>
  <property fmtid="{D5CDD505-2E9C-101B-9397-08002B2CF9AE}" pid="6" name="MSIP_Label_1ecdf243-b9b0-4f63-8694-76742e4201b7_SiteId">
    <vt:lpwstr>fabb61b8-3afe-4e75-b934-a47f782b8cd7</vt:lpwstr>
  </property>
  <property fmtid="{D5CDD505-2E9C-101B-9397-08002B2CF9AE}" pid="7" name="MSIP_Label_1ecdf243-b9b0-4f63-8694-76742e4201b7_ActionId">
    <vt:lpwstr>319a1cbb-8a9b-4770-a693-34144d7dc754</vt:lpwstr>
  </property>
  <property fmtid="{D5CDD505-2E9C-101B-9397-08002B2CF9AE}" pid="8" name="MSIP_Label_1ecdf243-b9b0-4f63-8694-76742e4201b7_ContentBits">
    <vt:lpwstr>0</vt:lpwstr>
  </property>
  <property fmtid="{D5CDD505-2E9C-101B-9397-08002B2CF9AE}" pid="9" name="MSIP_Label_1ecdf243-b9b0-4f63-8694-76742e4201b7_Tag">
    <vt:lpwstr>50, 3, 0, 1</vt:lpwstr>
  </property>
</Properties>
</file>